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drawings/drawing1.xml" ContentType="application/vnd.openxmlformats-officedocument.drawingml.chartshapes+xml"/>
  <Override PartName="/ppt/handoutMasters/handoutMaster1.xml" ContentType="application/vnd.openxmlformats-officedocument.presentationml.handoutMaster+xml"/>
  <Override PartName="/ppt/media/image100.svg" ContentType="image/svg+xml"/>
  <Override PartName="/ppt/media/image1000.svg" ContentType="image/svg+xml"/>
  <Override PartName="/ppt/media/image1002.svg" ContentType="image/svg+xml"/>
  <Override PartName="/ppt/media/image1004.svg" ContentType="image/svg+xml"/>
  <Override PartName="/ppt/media/image1006.svg" ContentType="image/svg+xml"/>
  <Override PartName="/ppt/media/image1008.svg" ContentType="image/svg+xml"/>
  <Override PartName="/ppt/media/image1010.svg" ContentType="image/svg+xml"/>
  <Override PartName="/ppt/media/image1012.svg" ContentType="image/svg+xml"/>
  <Override PartName="/ppt/media/image1014.svg" ContentType="image/svg+xml"/>
  <Override PartName="/ppt/media/image1016.svg" ContentType="image/svg+xml"/>
  <Override PartName="/ppt/media/image1018.svg" ContentType="image/svg+xml"/>
  <Override PartName="/ppt/media/image102.svg" ContentType="image/svg+xml"/>
  <Override PartName="/ppt/media/image1020.svg" ContentType="image/svg+xml"/>
  <Override PartName="/ppt/media/image1022.svg" ContentType="image/svg+xml"/>
  <Override PartName="/ppt/media/image1024.svg" ContentType="image/svg+xml"/>
  <Override PartName="/ppt/media/image1026.svg" ContentType="image/svg+xml"/>
  <Override PartName="/ppt/media/image1028.svg" ContentType="image/svg+xml"/>
  <Override PartName="/ppt/media/image1029.svg" ContentType="image/svg+xml"/>
  <Override PartName="/ppt/media/image1030.svg" ContentType="image/svg+xml"/>
  <Override PartName="/ppt/media/image1032.svg" ContentType="image/svg+xml"/>
  <Override PartName="/ppt/media/image1034.svg" ContentType="image/svg+xml"/>
  <Override PartName="/ppt/media/image1036.svg" ContentType="image/svg+xml"/>
  <Override PartName="/ppt/media/image1038.svg" ContentType="image/svg+xml"/>
  <Override PartName="/ppt/media/image104.svg" ContentType="image/svg+xml"/>
  <Override PartName="/ppt/media/image1040.svg" ContentType="image/svg+xml"/>
  <Override PartName="/ppt/media/image1042.svg" ContentType="image/svg+xml"/>
  <Override PartName="/ppt/media/image1044.svg" ContentType="image/svg+xml"/>
  <Override PartName="/ppt/media/image1046.svg" ContentType="image/svg+xml"/>
  <Override PartName="/ppt/media/image1048.svg" ContentType="image/svg+xml"/>
  <Override PartName="/ppt/media/image1050.svg" ContentType="image/svg+xml"/>
  <Override PartName="/ppt/media/image1052.svg" ContentType="image/svg+xml"/>
  <Override PartName="/ppt/media/image1054.svg" ContentType="image/svg+xml"/>
  <Override PartName="/ppt/media/image1056.svg" ContentType="image/svg+xml"/>
  <Override PartName="/ppt/media/image1058.svg" ContentType="image/svg+xml"/>
  <Override PartName="/ppt/media/image1060.svg" ContentType="image/svg+xml"/>
  <Override PartName="/ppt/media/image1062.svg" ContentType="image/svg+xml"/>
  <Override PartName="/ppt/media/image1064.svg" ContentType="image/svg+xml"/>
  <Override PartName="/ppt/media/image1066.svg" ContentType="image/svg+xml"/>
  <Override PartName="/ppt/media/image1068.svg" ContentType="image/svg+xml"/>
  <Override PartName="/ppt/media/image1070.svg" ContentType="image/svg+xml"/>
  <Override PartName="/ppt/media/image1072.svg" ContentType="image/svg+xml"/>
  <Override PartName="/ppt/media/image1074.svg" ContentType="image/svg+xml"/>
  <Override PartName="/ppt/media/image1076.svg" ContentType="image/svg+xml"/>
  <Override PartName="/ppt/media/image1078.svg" ContentType="image/svg+xml"/>
  <Override PartName="/ppt/media/image1080.svg" ContentType="image/svg+xml"/>
  <Override PartName="/ppt/media/image1082.svg" ContentType="image/svg+xml"/>
  <Override PartName="/ppt/media/image1084.svg" ContentType="image/svg+xml"/>
  <Override PartName="/ppt/media/image1086.svg" ContentType="image/svg+xml"/>
  <Override PartName="/ppt/media/image1088.svg" ContentType="image/svg+xml"/>
  <Override PartName="/ppt/media/image1090.svg" ContentType="image/svg+xml"/>
  <Override PartName="/ppt/media/image1092.svg" ContentType="image/svg+xml"/>
  <Override PartName="/ppt/media/image1094.svg" ContentType="image/svg+xml"/>
  <Override PartName="/ppt/media/image1096.svg" ContentType="image/svg+xml"/>
  <Override PartName="/ppt/media/image1098.svg" ContentType="image/svg+xml"/>
  <Override PartName="/ppt/media/image11.svg" ContentType="image/svg+xml"/>
  <Override PartName="/ppt/media/image1100.svg" ContentType="image/svg+xml"/>
  <Override PartName="/ppt/media/image1102.svg" ContentType="image/svg+xml"/>
  <Override PartName="/ppt/media/image1104.svg" ContentType="image/svg+xml"/>
  <Override PartName="/ppt/media/image1106.svg" ContentType="image/svg+xml"/>
  <Override PartName="/ppt/media/image1108.svg" ContentType="image/svg+xml"/>
  <Override PartName="/ppt/media/image1110.svg" ContentType="image/svg+xml"/>
  <Override PartName="/ppt/media/image1112.svg" ContentType="image/svg+xml"/>
  <Override PartName="/ppt/media/image1114.svg" ContentType="image/svg+xml"/>
  <Override PartName="/ppt/media/image1115.svg" ContentType="image/svg+xml"/>
  <Override PartName="/ppt/media/image1117.svg" ContentType="image/svg+xml"/>
  <Override PartName="/ppt/media/image1119.svg" ContentType="image/svg+xml"/>
  <Override PartName="/ppt/media/image1121.svg" ContentType="image/svg+xml"/>
  <Override PartName="/ppt/media/image1123.svg" ContentType="image/svg+xml"/>
  <Override PartName="/ppt/media/image1125.svg" ContentType="image/svg+xml"/>
  <Override PartName="/ppt/media/image1127.svg" ContentType="image/svg+xml"/>
  <Override PartName="/ppt/media/image1129.svg" ContentType="image/svg+xml"/>
  <Override PartName="/ppt/media/image1131.svg" ContentType="image/svg+xml"/>
  <Override PartName="/ppt/media/image1133.svg" ContentType="image/svg+xml"/>
  <Override PartName="/ppt/media/image1135.svg" ContentType="image/svg+xml"/>
  <Override PartName="/ppt/media/image1137.svg" ContentType="image/svg+xml"/>
  <Override PartName="/ppt/media/image1139.svg" ContentType="image/svg+xml"/>
  <Override PartName="/ppt/media/image1141.svg" ContentType="image/svg+xml"/>
  <Override PartName="/ppt/media/image1143.svg" ContentType="image/svg+xml"/>
  <Override PartName="/ppt/media/image1145.svg" ContentType="image/svg+xml"/>
  <Override PartName="/ppt/media/image1147.svg" ContentType="image/svg+xml"/>
  <Override PartName="/ppt/media/image1148.svg" ContentType="image/svg+xml"/>
  <Override PartName="/ppt/media/image1150.svg" ContentType="image/svg+xml"/>
  <Override PartName="/ppt/media/image1151.svg" ContentType="image/svg+xml"/>
  <Override PartName="/ppt/media/image1152.svg" ContentType="image/svg+xml"/>
  <Override PartName="/ppt/media/image1154.svg" ContentType="image/svg+xml"/>
  <Override PartName="/ppt/media/image1156.svg" ContentType="image/svg+xml"/>
  <Override PartName="/ppt/media/image1158.svg" ContentType="image/svg+xml"/>
  <Override PartName="/ppt/media/image1160.svg" ContentType="image/svg+xml"/>
  <Override PartName="/ppt/media/image1162.svg" ContentType="image/svg+xml"/>
  <Override PartName="/ppt/media/image1164.svg" ContentType="image/svg+xml"/>
  <Override PartName="/ppt/media/image1166.svg" ContentType="image/svg+xml"/>
  <Override PartName="/ppt/media/image1168.svg" ContentType="image/svg+xml"/>
  <Override PartName="/ppt/media/image1170.svg" ContentType="image/svg+xml"/>
  <Override PartName="/ppt/media/image1172.svg" ContentType="image/svg+xml"/>
  <Override PartName="/ppt/media/image1174.svg" ContentType="image/svg+xml"/>
  <Override PartName="/ppt/media/image1176.svg" ContentType="image/svg+xml"/>
  <Override PartName="/ppt/media/image1178.svg" ContentType="image/svg+xml"/>
  <Override PartName="/ppt/media/image1180.svg" ContentType="image/svg+xml"/>
  <Override PartName="/ppt/media/image1182.svg" ContentType="image/svg+xml"/>
  <Override PartName="/ppt/media/image1184.svg" ContentType="image/svg+xml"/>
  <Override PartName="/ppt/media/image1186.svg" ContentType="image/svg+xml"/>
  <Override PartName="/ppt/media/image1188.svg" ContentType="image/svg+xml"/>
  <Override PartName="/ppt/media/image1190.svg" ContentType="image/svg+xml"/>
  <Override PartName="/ppt/media/image1192.svg" ContentType="image/svg+xml"/>
  <Override PartName="/ppt/media/image1194.svg" ContentType="image/svg+xml"/>
  <Override PartName="/ppt/media/image1196.svg" ContentType="image/svg+xml"/>
  <Override PartName="/ppt/media/image1198.svg" ContentType="image/svg+xml"/>
  <Override PartName="/ppt/media/image1200.svg" ContentType="image/svg+xml"/>
  <Override PartName="/ppt/media/image1202.svg" ContentType="image/svg+xml"/>
  <Override PartName="/ppt/media/image1204.svg" ContentType="image/svg+xml"/>
  <Override PartName="/ppt/media/image1206.svg" ContentType="image/svg+xml"/>
  <Override PartName="/ppt/media/image1208.svg" ContentType="image/svg+xml"/>
  <Override PartName="/ppt/media/image1210.svg" ContentType="image/svg+xml"/>
  <Override PartName="/ppt/media/image1212.svg" ContentType="image/svg+xml"/>
  <Override PartName="/ppt/media/image1214.svg" ContentType="image/svg+xml"/>
  <Override PartName="/ppt/media/image1216.svg" ContentType="image/svg+xml"/>
  <Override PartName="/ppt/media/image1218.svg" ContentType="image/svg+xml"/>
  <Override PartName="/ppt/media/image1220.svg" ContentType="image/svg+xml"/>
  <Override PartName="/ppt/media/image1222.svg" ContentType="image/svg+xml"/>
  <Override PartName="/ppt/media/image1224.svg" ContentType="image/svg+xml"/>
  <Override PartName="/ppt/media/image1226.svg" ContentType="image/svg+xml"/>
  <Override PartName="/ppt/media/image1228.svg" ContentType="image/svg+xml"/>
  <Override PartName="/ppt/media/image1230.svg" ContentType="image/svg+xml"/>
  <Override PartName="/ppt/media/image1232.svg" ContentType="image/svg+xml"/>
  <Override PartName="/ppt/media/image1234.svg" ContentType="image/svg+xml"/>
  <Override PartName="/ppt/media/image1236.svg" ContentType="image/svg+xml"/>
  <Override PartName="/ppt/media/image1238.svg" ContentType="image/svg+xml"/>
  <Override PartName="/ppt/media/image1240.svg" ContentType="image/svg+xml"/>
  <Override PartName="/ppt/media/image1242.svg" ContentType="image/svg+xml"/>
  <Override PartName="/ppt/media/image1244.svg" ContentType="image/svg+xml"/>
  <Override PartName="/ppt/media/image1246.svg" ContentType="image/svg+xml"/>
  <Override PartName="/ppt/media/image1248.svg" ContentType="image/svg+xml"/>
  <Override PartName="/ppt/media/image1250.svg" ContentType="image/svg+xml"/>
  <Override PartName="/ppt/media/image1252.svg" ContentType="image/svg+xml"/>
  <Override PartName="/ppt/media/image1254.svg" ContentType="image/svg+xml"/>
  <Override PartName="/ppt/media/image1256.svg" ContentType="image/svg+xml"/>
  <Override PartName="/ppt/media/image1257.svg" ContentType="image/svg+xml"/>
  <Override PartName="/ppt/media/image1259.svg" ContentType="image/svg+xml"/>
  <Override PartName="/ppt/media/image1261.svg" ContentType="image/svg+xml"/>
  <Override PartName="/ppt/media/image1263.svg" ContentType="image/svg+xml"/>
  <Override PartName="/ppt/media/image1265.svg" ContentType="image/svg+xml"/>
  <Override PartName="/ppt/media/image1267.svg" ContentType="image/svg+xml"/>
  <Override PartName="/ppt/media/image1269.svg" ContentType="image/svg+xml"/>
  <Override PartName="/ppt/media/image127.svg" ContentType="image/svg+xml"/>
  <Override PartName="/ppt/media/image1271.svg" ContentType="image/svg+xml"/>
  <Override PartName="/ppt/media/image1273.svg" ContentType="image/svg+xml"/>
  <Override PartName="/ppt/media/image1275.svg" ContentType="image/svg+xml"/>
  <Override PartName="/ppt/media/image1277.svg" ContentType="image/svg+xml"/>
  <Override PartName="/ppt/media/image1279.svg" ContentType="image/svg+xml"/>
  <Override PartName="/ppt/media/image1281.svg" ContentType="image/svg+xml"/>
  <Override PartName="/ppt/media/image1283.svg" ContentType="image/svg+xml"/>
  <Override PartName="/ppt/media/image1285.svg" ContentType="image/svg+xml"/>
  <Override PartName="/ppt/media/image1287.svg" ContentType="image/svg+xml"/>
  <Override PartName="/ppt/media/image1289.svg" ContentType="image/svg+xml"/>
  <Override PartName="/ppt/media/image129.svg" ContentType="image/svg+xml"/>
  <Override PartName="/ppt/media/image1291.svg" ContentType="image/svg+xml"/>
  <Override PartName="/ppt/media/image1293.svg" ContentType="image/svg+xml"/>
  <Override PartName="/ppt/media/image1295.svg" ContentType="image/svg+xml"/>
  <Override PartName="/ppt/media/image1297.svg" ContentType="image/svg+xml"/>
  <Override PartName="/ppt/media/image1298.svg" ContentType="image/svg+xml"/>
  <Override PartName="/ppt/media/image1300.svg" ContentType="image/svg+xml"/>
  <Override PartName="/ppt/media/image1302.svg" ContentType="image/svg+xml"/>
  <Override PartName="/ppt/media/image1304.svg" ContentType="image/svg+xml"/>
  <Override PartName="/ppt/media/image1306.svg" ContentType="image/svg+xml"/>
  <Override PartName="/ppt/media/image1308.svg" ContentType="image/svg+xml"/>
  <Override PartName="/ppt/media/image131.svg" ContentType="image/svg+xml"/>
  <Override PartName="/ppt/media/image1310.svg" ContentType="image/svg+xml"/>
  <Override PartName="/ppt/media/image1312.svg" ContentType="image/svg+xml"/>
  <Override PartName="/ppt/media/image1314.svg" ContentType="image/svg+xml"/>
  <Override PartName="/ppt/media/image1316.svg" ContentType="image/svg+xml"/>
  <Override PartName="/ppt/media/image1318.svg" ContentType="image/svg+xml"/>
  <Override PartName="/ppt/media/image1320.svg" ContentType="image/svg+xml"/>
  <Override PartName="/ppt/media/image1322.svg" ContentType="image/svg+xml"/>
  <Override PartName="/ppt/media/image1324.svg" ContentType="image/svg+xml"/>
  <Override PartName="/ppt/media/image1326.svg" ContentType="image/svg+xml"/>
  <Override PartName="/ppt/media/image1328.svg" ContentType="image/svg+xml"/>
  <Override PartName="/ppt/media/image133.svg" ContentType="image/svg+xml"/>
  <Override PartName="/ppt/media/image1330.svg" ContentType="image/svg+xml"/>
  <Override PartName="/ppt/media/image1332.svg" ContentType="image/svg+xml"/>
  <Override PartName="/ppt/media/image1334.svg" ContentType="image/svg+xml"/>
  <Override PartName="/ppt/media/image1336.svg" ContentType="image/svg+xml"/>
  <Override PartName="/ppt/media/image1338.svg" ContentType="image/svg+xml"/>
  <Override PartName="/ppt/media/image1340.svg" ContentType="image/svg+xml"/>
  <Override PartName="/ppt/media/image1342.svg" ContentType="image/svg+xml"/>
  <Override PartName="/ppt/media/image1344.svg" ContentType="image/svg+xml"/>
  <Override PartName="/ppt/media/image1346.svg" ContentType="image/svg+xml"/>
  <Override PartName="/ppt/media/image1348.svg" ContentType="image/svg+xml"/>
  <Override PartName="/ppt/media/image135.svg" ContentType="image/svg+xml"/>
  <Override PartName="/ppt/media/image1350.svg" ContentType="image/svg+xml"/>
  <Override PartName="/ppt/media/image1352.svg" ContentType="image/svg+xml"/>
  <Override PartName="/ppt/media/image1354.svg" ContentType="image/svg+xml"/>
  <Override PartName="/ppt/media/image1356.svg" ContentType="image/svg+xml"/>
  <Override PartName="/ppt/media/image1358.svg" ContentType="image/svg+xml"/>
  <Override PartName="/ppt/media/image1360.svg" ContentType="image/svg+xml"/>
  <Override PartName="/ppt/media/image1362.svg" ContentType="image/svg+xml"/>
  <Override PartName="/ppt/media/image1364.svg" ContentType="image/svg+xml"/>
  <Override PartName="/ppt/media/image1366.svg" ContentType="image/svg+xml"/>
  <Override PartName="/ppt/media/image1368.svg" ContentType="image/svg+xml"/>
  <Override PartName="/ppt/media/image137.svg" ContentType="image/svg+xml"/>
  <Override PartName="/ppt/media/image1370.svg" ContentType="image/svg+xml"/>
  <Override PartName="/ppt/media/image1372.svg" ContentType="image/svg+xml"/>
  <Override PartName="/ppt/media/image1374.svg" ContentType="image/svg+xml"/>
  <Override PartName="/ppt/media/image1376.svg" ContentType="image/svg+xml"/>
  <Override PartName="/ppt/media/image1378.svg" ContentType="image/svg+xml"/>
  <Override PartName="/ppt/media/image1380.svg" ContentType="image/svg+xml"/>
  <Override PartName="/ppt/media/image1382.svg" ContentType="image/svg+xml"/>
  <Override PartName="/ppt/media/image1384.svg" ContentType="image/svg+xml"/>
  <Override PartName="/ppt/media/image1386.svg" ContentType="image/svg+xml"/>
  <Override PartName="/ppt/media/image1387.svg" ContentType="image/svg+xml"/>
  <Override PartName="/ppt/media/image1389.svg" ContentType="image/svg+xml"/>
  <Override PartName="/ppt/media/image139.svg" ContentType="image/svg+xml"/>
  <Override PartName="/ppt/media/image1391.svg" ContentType="image/svg+xml"/>
  <Override PartName="/ppt/media/image1392.svg" ContentType="image/svg+xml"/>
  <Override PartName="/ppt/media/image1393.svg" ContentType="image/svg+xml"/>
  <Override PartName="/ppt/media/image1394.svg" ContentType="image/svg+xml"/>
  <Override PartName="/ppt/media/image1395.svg" ContentType="image/svg+xml"/>
  <Override PartName="/ppt/media/image1396.svg" ContentType="image/svg+xml"/>
  <Override PartName="/ppt/media/image1397.svg" ContentType="image/svg+xml"/>
  <Override PartName="/ppt/media/image1398.svg" ContentType="image/svg+xml"/>
  <Override PartName="/ppt/media/image1399.svg" ContentType="image/svg+xml"/>
  <Override PartName="/ppt/media/image14.svg" ContentType="image/svg+xml"/>
  <Override PartName="/ppt/media/image1400.svg" ContentType="image/svg+xml"/>
  <Override PartName="/ppt/media/image1402.svg" ContentType="image/svg+xml"/>
  <Override PartName="/ppt/media/image1404.svg" ContentType="image/svg+xml"/>
  <Override PartName="/ppt/media/image1406.svg" ContentType="image/svg+xml"/>
  <Override PartName="/ppt/media/image1408.svg" ContentType="image/svg+xml"/>
  <Override PartName="/ppt/media/image141.svg" ContentType="image/svg+xml"/>
  <Override PartName="/ppt/media/image1410.svg" ContentType="image/svg+xml"/>
  <Override PartName="/ppt/media/image1412.svg" ContentType="image/svg+xml"/>
  <Override PartName="/ppt/media/image1414.svg" ContentType="image/svg+xml"/>
  <Override PartName="/ppt/media/image1416.svg" ContentType="image/svg+xml"/>
  <Override PartName="/ppt/media/image1418.svg" ContentType="image/svg+xml"/>
  <Override PartName="/ppt/media/image1420.svg" ContentType="image/svg+xml"/>
  <Override PartName="/ppt/media/image1422.svg" ContentType="image/svg+xml"/>
  <Override PartName="/ppt/media/image1424.svg" ContentType="image/svg+xml"/>
  <Override PartName="/ppt/media/image1426.svg" ContentType="image/svg+xml"/>
  <Override PartName="/ppt/media/image1428.svg" ContentType="image/svg+xml"/>
  <Override PartName="/ppt/media/image143.svg" ContentType="image/svg+xml"/>
  <Override PartName="/ppt/media/image1430.svg" ContentType="image/svg+xml"/>
  <Override PartName="/ppt/media/image1432.svg" ContentType="image/svg+xml"/>
  <Override PartName="/ppt/media/image1433.svg" ContentType="image/svg+xml"/>
  <Override PartName="/ppt/media/image1434.svg" ContentType="image/svg+xml"/>
  <Override PartName="/ppt/media/image1436.svg" ContentType="image/svg+xml"/>
  <Override PartName="/ppt/media/image1437.svg" ContentType="image/svg+xml"/>
  <Override PartName="/ppt/media/image1439.svg" ContentType="image/svg+xml"/>
  <Override PartName="/ppt/media/image1440.svg" ContentType="image/svg+xml"/>
  <Override PartName="/ppt/media/image1442.svg" ContentType="image/svg+xml"/>
  <Override PartName="/ppt/media/image1444.svg" ContentType="image/svg+xml"/>
  <Override PartName="/ppt/media/image1446.svg" ContentType="image/svg+xml"/>
  <Override PartName="/ppt/media/image1448.svg" ContentType="image/svg+xml"/>
  <Override PartName="/ppt/media/image145.svg" ContentType="image/svg+xml"/>
  <Override PartName="/ppt/media/image1450.svg" ContentType="image/svg+xml"/>
  <Override PartName="/ppt/media/image1452.svg" ContentType="image/svg+xml"/>
  <Override PartName="/ppt/media/image1454.svg" ContentType="image/svg+xml"/>
  <Override PartName="/ppt/media/image1456.svg" ContentType="image/svg+xml"/>
  <Override PartName="/ppt/media/image1458.svg" ContentType="image/svg+xml"/>
  <Override PartName="/ppt/media/image1460.svg" ContentType="image/svg+xml"/>
  <Override PartName="/ppt/media/image1462.svg" ContentType="image/svg+xml"/>
  <Override PartName="/ppt/media/image1464.svg" ContentType="image/svg+xml"/>
  <Override PartName="/ppt/media/image1466.svg" ContentType="image/svg+xml"/>
  <Override PartName="/ppt/media/image1468.svg" ContentType="image/svg+xml"/>
  <Override PartName="/ppt/media/image147.svg" ContentType="image/svg+xml"/>
  <Override PartName="/ppt/media/image1470.svg" ContentType="image/svg+xml"/>
  <Override PartName="/ppt/media/image1472.svg" ContentType="image/svg+xml"/>
  <Override PartName="/ppt/media/image1474.svg" ContentType="image/svg+xml"/>
  <Override PartName="/ppt/media/image1476.svg" ContentType="image/svg+xml"/>
  <Override PartName="/ppt/media/image1478.svg" ContentType="image/svg+xml"/>
  <Override PartName="/ppt/media/image1480.svg" ContentType="image/svg+xml"/>
  <Override PartName="/ppt/media/image1481.svg" ContentType="image/svg+xml"/>
  <Override PartName="/ppt/media/image1482.svg" ContentType="image/svg+xml"/>
  <Override PartName="/ppt/media/image1484.svg" ContentType="image/svg+xml"/>
  <Override PartName="/ppt/media/image1486.svg" ContentType="image/svg+xml"/>
  <Override PartName="/ppt/media/image1488.svg" ContentType="image/svg+xml"/>
  <Override PartName="/ppt/media/image149.svg" ContentType="image/svg+xml"/>
  <Override PartName="/ppt/media/image1490.svg" ContentType="image/svg+xml"/>
  <Override PartName="/ppt/media/image1492.svg" ContentType="image/svg+xml"/>
  <Override PartName="/ppt/media/image1494.svg" ContentType="image/svg+xml"/>
  <Override PartName="/ppt/media/image1496.svg" ContentType="image/svg+xml"/>
  <Override PartName="/ppt/media/image1498.svg" ContentType="image/svg+xml"/>
  <Override PartName="/ppt/media/image1500.svg" ContentType="image/svg+xml"/>
  <Override PartName="/ppt/media/image1502.svg" ContentType="image/svg+xml"/>
  <Override PartName="/ppt/media/image1504.svg" ContentType="image/svg+xml"/>
  <Override PartName="/ppt/media/image1506.svg" ContentType="image/svg+xml"/>
  <Override PartName="/ppt/media/image1508.svg" ContentType="image/svg+xml"/>
  <Override PartName="/ppt/media/image1510.svg" ContentType="image/svg+xml"/>
  <Override PartName="/ppt/media/image1512.svg" ContentType="image/svg+xml"/>
  <Override PartName="/ppt/media/image1514.svg" ContentType="image/svg+xml"/>
  <Override PartName="/ppt/media/image1516.svg" ContentType="image/svg+xml"/>
  <Override PartName="/ppt/media/image1518.svg" ContentType="image/svg+xml"/>
  <Override PartName="/ppt/media/image1520.svg" ContentType="image/svg+xml"/>
  <Override PartName="/ppt/media/image1522.svg" ContentType="image/svg+xml"/>
  <Override PartName="/ppt/media/image1524.svg" ContentType="image/svg+xml"/>
  <Override PartName="/ppt/media/image1526.svg" ContentType="image/svg+xml"/>
  <Override PartName="/ppt/media/image1528.svg" ContentType="image/svg+xml"/>
  <Override PartName="/ppt/media/image153.svg" ContentType="image/svg+xml"/>
  <Override PartName="/ppt/media/image1530.svg" ContentType="image/svg+xml"/>
  <Override PartName="/ppt/media/image1532.svg" ContentType="image/svg+xml"/>
  <Override PartName="/ppt/media/image1534.svg" ContentType="image/svg+xml"/>
  <Override PartName="/ppt/media/image1536.svg" ContentType="image/svg+xml"/>
  <Override PartName="/ppt/media/image1538.svg" ContentType="image/svg+xml"/>
  <Override PartName="/ppt/media/image1540.svg" ContentType="image/svg+xml"/>
  <Override PartName="/ppt/media/image1542.svg" ContentType="image/svg+xml"/>
  <Override PartName="/ppt/media/image1544.svg" ContentType="image/svg+xml"/>
  <Override PartName="/ppt/media/image1545.svg" ContentType="image/svg+xml"/>
  <Override PartName="/ppt/media/image1547.svg" ContentType="image/svg+xml"/>
  <Override PartName="/ppt/media/image1549.svg" ContentType="image/svg+xml"/>
  <Override PartName="/ppt/media/image155.svg" ContentType="image/svg+xml"/>
  <Override PartName="/ppt/media/image1551.svg" ContentType="image/svg+xml"/>
  <Override PartName="/ppt/media/image1553.svg" ContentType="image/svg+xml"/>
  <Override PartName="/ppt/media/image1554.svg" ContentType="image/svg+xml"/>
  <Override PartName="/ppt/media/image1556.svg" ContentType="image/svg+xml"/>
  <Override PartName="/ppt/media/image1558.svg" ContentType="image/svg+xml"/>
  <Override PartName="/ppt/media/image1560.svg" ContentType="image/svg+xml"/>
  <Override PartName="/ppt/media/image1562.svg" ContentType="image/svg+xml"/>
  <Override PartName="/ppt/media/image1564.svg" ContentType="image/svg+xml"/>
  <Override PartName="/ppt/media/image1566.svg" ContentType="image/svg+xml"/>
  <Override PartName="/ppt/media/image1568.svg" ContentType="image/svg+xml"/>
  <Override PartName="/ppt/media/image157.svg" ContentType="image/svg+xml"/>
  <Override PartName="/ppt/media/image1570.svg" ContentType="image/svg+xml"/>
  <Override PartName="/ppt/media/image1572.svg" ContentType="image/svg+xml"/>
  <Override PartName="/ppt/media/image1574.svg" ContentType="image/svg+xml"/>
  <Override PartName="/ppt/media/image1576.svg" ContentType="image/svg+xml"/>
  <Override PartName="/ppt/media/image1578.svg" ContentType="image/svg+xml"/>
  <Override PartName="/ppt/media/image1580.svg" ContentType="image/svg+xml"/>
  <Override PartName="/ppt/media/image1582.svg" ContentType="image/svg+xml"/>
  <Override PartName="/ppt/media/image1584.svg" ContentType="image/svg+xml"/>
  <Override PartName="/ppt/media/image1586.svg" ContentType="image/svg+xml"/>
  <Override PartName="/ppt/media/image1588.svg" ContentType="image/svg+xml"/>
  <Override PartName="/ppt/media/image159.svg" ContentType="image/svg+xml"/>
  <Override PartName="/ppt/media/image1590.svg" ContentType="image/svg+xml"/>
  <Override PartName="/ppt/media/image1591.svg" ContentType="image/svg+xml"/>
  <Override PartName="/ppt/media/image1593.svg" ContentType="image/svg+xml"/>
  <Override PartName="/ppt/media/image1595.svg" ContentType="image/svg+xml"/>
  <Override PartName="/ppt/media/image1597.svg" ContentType="image/svg+xml"/>
  <Override PartName="/ppt/media/image1599.svg" ContentType="image/svg+xml"/>
  <Override PartName="/ppt/media/image16.svg" ContentType="image/svg+xml"/>
  <Override PartName="/ppt/media/image1601.svg" ContentType="image/svg+xml"/>
  <Override PartName="/ppt/media/image1603.svg" ContentType="image/svg+xml"/>
  <Override PartName="/ppt/media/image1605.svg" ContentType="image/svg+xml"/>
  <Override PartName="/ppt/media/image1607.svg" ContentType="image/svg+xml"/>
  <Override PartName="/ppt/media/image1609.svg" ContentType="image/svg+xml"/>
  <Override PartName="/ppt/media/image1611.svg" ContentType="image/svg+xml"/>
  <Override PartName="/ppt/media/image1613.svg" ContentType="image/svg+xml"/>
  <Override PartName="/ppt/media/image1615.svg" ContentType="image/svg+xml"/>
  <Override PartName="/ppt/media/image1617.svg" ContentType="image/svg+xml"/>
  <Override PartName="/ppt/media/image1619.svg" ContentType="image/svg+xml"/>
  <Override PartName="/ppt/media/image1621.svg" ContentType="image/svg+xml"/>
  <Override PartName="/ppt/media/image1622.svg" ContentType="image/svg+xml"/>
  <Override PartName="/ppt/media/image1624.svg" ContentType="image/svg+xml"/>
  <Override PartName="/ppt/media/image1626.svg" ContentType="image/svg+xml"/>
  <Override PartName="/ppt/media/image1628.svg" ContentType="image/svg+xml"/>
  <Override PartName="/ppt/media/image163.svg" ContentType="image/svg+xml"/>
  <Override PartName="/ppt/media/image1630.svg" ContentType="image/svg+xml"/>
  <Override PartName="/ppt/media/image1632.svg" ContentType="image/svg+xml"/>
  <Override PartName="/ppt/media/image1634.svg" ContentType="image/svg+xml"/>
  <Override PartName="/ppt/media/image1636.svg" ContentType="image/svg+xml"/>
  <Override PartName="/ppt/media/image1638.svg" ContentType="image/svg+xml"/>
  <Override PartName="/ppt/media/image1640.svg" ContentType="image/svg+xml"/>
  <Override PartName="/ppt/media/image1641.svg" ContentType="image/svg+xml"/>
  <Override PartName="/ppt/media/image1642.svg" ContentType="image/svg+xml"/>
  <Override PartName="/ppt/media/image1644.svg" ContentType="image/svg+xml"/>
  <Override PartName="/ppt/media/image1646.svg" ContentType="image/svg+xml"/>
  <Override PartName="/ppt/media/image1648.svg" ContentType="image/svg+xml"/>
  <Override PartName="/ppt/media/image165.svg" ContentType="image/svg+xml"/>
  <Override PartName="/ppt/media/image1650.svg" ContentType="image/svg+xml"/>
  <Override PartName="/ppt/media/image1652.svg" ContentType="image/svg+xml"/>
  <Override PartName="/ppt/media/image1654.svg" ContentType="image/svg+xml"/>
  <Override PartName="/ppt/media/image1656.svg" ContentType="image/svg+xml"/>
  <Override PartName="/ppt/media/image1658.svg" ContentType="image/svg+xml"/>
  <Override PartName="/ppt/media/image1660.svg" ContentType="image/svg+xml"/>
  <Override PartName="/ppt/media/image1662.svg" ContentType="image/svg+xml"/>
  <Override PartName="/ppt/media/image1664.svg" ContentType="image/svg+xml"/>
  <Override PartName="/ppt/media/image1666.svg" ContentType="image/svg+xml"/>
  <Override PartName="/ppt/media/image1668.svg" ContentType="image/svg+xml"/>
  <Override PartName="/ppt/media/image167.svg" ContentType="image/svg+xml"/>
  <Override PartName="/ppt/media/image1670.svg" ContentType="image/svg+xml"/>
  <Override PartName="/ppt/media/image1672.svg" ContentType="image/svg+xml"/>
  <Override PartName="/ppt/media/image1674.svg" ContentType="image/svg+xml"/>
  <Override PartName="/ppt/media/image1676.svg" ContentType="image/svg+xml"/>
  <Override PartName="/ppt/media/image1678.svg" ContentType="image/svg+xml"/>
  <Override PartName="/ppt/media/image1680.svg" ContentType="image/svg+xml"/>
  <Override PartName="/ppt/media/image1682.svg" ContentType="image/svg+xml"/>
  <Override PartName="/ppt/media/image1684.svg" ContentType="image/svg+xml"/>
  <Override PartName="/ppt/media/image1686.svg" ContentType="image/svg+xml"/>
  <Override PartName="/ppt/media/image1688.svg" ContentType="image/svg+xml"/>
  <Override PartName="/ppt/media/image169.svg" ContentType="image/svg+xml"/>
  <Override PartName="/ppt/media/image1690.svg" ContentType="image/svg+xml"/>
  <Override PartName="/ppt/media/image1692.svg" ContentType="image/svg+xml"/>
  <Override PartName="/ppt/media/image1694.svg" ContentType="image/svg+xml"/>
  <Override PartName="/ppt/media/image1695.svg" ContentType="image/svg+xml"/>
  <Override PartName="/ppt/media/image1697.svg" ContentType="image/svg+xml"/>
  <Override PartName="/ppt/media/image1699.svg" ContentType="image/svg+xml"/>
  <Override PartName="/ppt/media/image1701.svg" ContentType="image/svg+xml"/>
  <Override PartName="/ppt/media/image1703.svg" ContentType="image/svg+xml"/>
  <Override PartName="/ppt/media/image1705.svg" ContentType="image/svg+xml"/>
  <Override PartName="/ppt/media/image1707.svg" ContentType="image/svg+xml"/>
  <Override PartName="/ppt/media/image1709.svg" ContentType="image/svg+xml"/>
  <Override PartName="/ppt/media/image171.svg" ContentType="image/svg+xml"/>
  <Override PartName="/ppt/media/image1711.svg" ContentType="image/svg+xml"/>
  <Override PartName="/ppt/media/image1713.svg" ContentType="image/svg+xml"/>
  <Override PartName="/ppt/media/image1715.svg" ContentType="image/svg+xml"/>
  <Override PartName="/ppt/media/image1717.svg" ContentType="image/svg+xml"/>
  <Override PartName="/ppt/media/image1719.svg" ContentType="image/svg+xml"/>
  <Override PartName="/ppt/media/image1721.svg" ContentType="image/svg+xml"/>
  <Override PartName="/ppt/media/image1723.svg" ContentType="image/svg+xml"/>
  <Override PartName="/ppt/media/image1725.svg" ContentType="image/svg+xml"/>
  <Override PartName="/ppt/media/image1727.svg" ContentType="image/svg+xml"/>
  <Override PartName="/ppt/media/image1729.svg" ContentType="image/svg+xml"/>
  <Override PartName="/ppt/media/image173.svg" ContentType="image/svg+xml"/>
  <Override PartName="/ppt/media/image1730.svg" ContentType="image/svg+xml"/>
  <Override PartName="/ppt/media/image1731.svg" ContentType="image/svg+xml"/>
  <Override PartName="/ppt/media/image1733.svg" ContentType="image/svg+xml"/>
  <Override PartName="/ppt/media/image1735.svg" ContentType="image/svg+xml"/>
  <Override PartName="/ppt/media/image1737.svg" ContentType="image/svg+xml"/>
  <Override PartName="/ppt/media/image1739.svg" ContentType="image/svg+xml"/>
  <Override PartName="/ppt/media/image1740.svg" ContentType="image/svg+xml"/>
  <Override PartName="/ppt/media/image1742.svg" ContentType="image/svg+xml"/>
  <Override PartName="/ppt/media/image1744.svg" ContentType="image/svg+xml"/>
  <Override PartName="/ppt/media/image1746.svg" ContentType="image/svg+xml"/>
  <Override PartName="/ppt/media/image1748.svg" ContentType="image/svg+xml"/>
  <Override PartName="/ppt/media/image175.svg" ContentType="image/svg+xml"/>
  <Override PartName="/ppt/media/image1750.svg" ContentType="image/svg+xml"/>
  <Override PartName="/ppt/media/image1752.svg" ContentType="image/svg+xml"/>
  <Override PartName="/ppt/media/image1754.svg" ContentType="image/svg+xml"/>
  <Override PartName="/ppt/media/image1756.svg" ContentType="image/svg+xml"/>
  <Override PartName="/ppt/media/image1758.svg" ContentType="image/svg+xml"/>
  <Override PartName="/ppt/media/image1760.svg" ContentType="image/svg+xml"/>
  <Override PartName="/ppt/media/image1762.svg" ContentType="image/svg+xml"/>
  <Override PartName="/ppt/media/image1764.svg" ContentType="image/svg+xml"/>
  <Override PartName="/ppt/media/image1766.svg" ContentType="image/svg+xml"/>
  <Override PartName="/ppt/media/image1768.svg" ContentType="image/svg+xml"/>
  <Override PartName="/ppt/media/image177.svg" ContentType="image/svg+xml"/>
  <Override PartName="/ppt/media/image1770.svg" ContentType="image/svg+xml"/>
  <Override PartName="/ppt/media/image1772.svg" ContentType="image/svg+xml"/>
  <Override PartName="/ppt/media/image1774.svg" ContentType="image/svg+xml"/>
  <Override PartName="/ppt/media/image1776.svg" ContentType="image/svg+xml"/>
  <Override PartName="/ppt/media/image1778.svg" ContentType="image/svg+xml"/>
  <Override PartName="/ppt/media/image1780.svg" ContentType="image/svg+xml"/>
  <Override PartName="/ppt/media/image1782.svg" ContentType="image/svg+xml"/>
  <Override PartName="/ppt/media/image1784.svg" ContentType="image/svg+xml"/>
  <Override PartName="/ppt/media/image1786.svg" ContentType="image/svg+xml"/>
  <Override PartName="/ppt/media/image1788.svg" ContentType="image/svg+xml"/>
  <Override PartName="/ppt/media/image179.svg" ContentType="image/svg+xml"/>
  <Override PartName="/ppt/media/image1790.svg" ContentType="image/svg+xml"/>
  <Override PartName="/ppt/media/image1792.svg" ContentType="image/svg+xml"/>
  <Override PartName="/ppt/media/image1794.svg" ContentType="image/svg+xml"/>
  <Override PartName="/ppt/media/image1796.svg" ContentType="image/svg+xml"/>
  <Override PartName="/ppt/media/image1798.svg" ContentType="image/svg+xml"/>
  <Override PartName="/ppt/media/image18.svg" ContentType="image/svg+xml"/>
  <Override PartName="/ppt/media/image1800.svg" ContentType="image/svg+xml"/>
  <Override PartName="/ppt/media/image1802.svg" ContentType="image/svg+xml"/>
  <Override PartName="/ppt/media/image1804.svg" ContentType="image/svg+xml"/>
  <Override PartName="/ppt/media/image1806.svg" ContentType="image/svg+xml"/>
  <Override PartName="/ppt/media/image1808.svg" ContentType="image/svg+xml"/>
  <Override PartName="/ppt/media/image1810.svg" ContentType="image/svg+xml"/>
  <Override PartName="/ppt/media/image1812.svg" ContentType="image/svg+xml"/>
  <Override PartName="/ppt/media/image1814.svg" ContentType="image/svg+xml"/>
  <Override PartName="/ppt/media/image1816.svg" ContentType="image/svg+xml"/>
  <Override PartName="/ppt/media/image1818.svg" ContentType="image/svg+xml"/>
  <Override PartName="/ppt/media/image1820.svg" ContentType="image/svg+xml"/>
  <Override PartName="/ppt/media/image1822.svg" ContentType="image/svg+xml"/>
  <Override PartName="/ppt/media/image1824.svg" ContentType="image/svg+xml"/>
  <Override PartName="/ppt/media/image1826.svg" ContentType="image/svg+xml"/>
  <Override PartName="/ppt/media/image1828.svg" ContentType="image/svg+xml"/>
  <Override PartName="/ppt/media/image183.svg" ContentType="image/svg+xml"/>
  <Override PartName="/ppt/media/image1830.svg" ContentType="image/svg+xml"/>
  <Override PartName="/ppt/media/image1832.svg" ContentType="image/svg+xml"/>
  <Override PartName="/ppt/media/image1834.svg" ContentType="image/svg+xml"/>
  <Override PartName="/ppt/media/image1836.svg" ContentType="image/svg+xml"/>
  <Override PartName="/ppt/media/image1838.svg" ContentType="image/svg+xml"/>
  <Override PartName="/ppt/media/image1840.svg" ContentType="image/svg+xml"/>
  <Override PartName="/ppt/media/image1842.svg" ContentType="image/svg+xml"/>
  <Override PartName="/ppt/media/image1844.svg" ContentType="image/svg+xml"/>
  <Override PartName="/ppt/media/image1846.svg" ContentType="image/svg+xml"/>
  <Override PartName="/ppt/media/image1848.svg" ContentType="image/svg+xml"/>
  <Override PartName="/ppt/media/image185.svg" ContentType="image/svg+xml"/>
  <Override PartName="/ppt/media/image1850.svg" ContentType="image/svg+xml"/>
  <Override PartName="/ppt/media/image1852.svg" ContentType="image/svg+xml"/>
  <Override PartName="/ppt/media/image1854.svg" ContentType="image/svg+xml"/>
  <Override PartName="/ppt/media/image1856.svg" ContentType="image/svg+xml"/>
  <Override PartName="/ppt/media/image1858.svg" ContentType="image/svg+xml"/>
  <Override PartName="/ppt/media/image1859.svg" ContentType="image/svg+xml"/>
  <Override PartName="/ppt/media/image1861.svg" ContentType="image/svg+xml"/>
  <Override PartName="/ppt/media/image1863.svg" ContentType="image/svg+xml"/>
  <Override PartName="/ppt/media/image1864.svg" ContentType="image/svg+xml"/>
  <Override PartName="/ppt/media/image1866.svg" ContentType="image/svg+xml"/>
  <Override PartName="/ppt/media/image1868.svg" ContentType="image/svg+xml"/>
  <Override PartName="/ppt/media/image187.svg" ContentType="image/svg+xml"/>
  <Override PartName="/ppt/media/image1870.svg" ContentType="image/svg+xml"/>
  <Override PartName="/ppt/media/image1872.svg" ContentType="image/svg+xml"/>
  <Override PartName="/ppt/media/image1874.svg" ContentType="image/svg+xml"/>
  <Override PartName="/ppt/media/image1876.svg" ContentType="image/svg+xml"/>
  <Override PartName="/ppt/media/image1878.svg" ContentType="image/svg+xml"/>
  <Override PartName="/ppt/media/image1880.svg" ContentType="image/svg+xml"/>
  <Override PartName="/ppt/media/image1882.svg" ContentType="image/svg+xml"/>
  <Override PartName="/ppt/media/image1884.svg" ContentType="image/svg+xml"/>
  <Override PartName="/ppt/media/image1886.svg" ContentType="image/svg+xml"/>
  <Override PartName="/ppt/media/image1888.svg" ContentType="image/svg+xml"/>
  <Override PartName="/ppt/media/image189.svg" ContentType="image/svg+xml"/>
  <Override PartName="/ppt/media/image1890.svg" ContentType="image/svg+xml"/>
  <Override PartName="/ppt/media/image1892.svg" ContentType="image/svg+xml"/>
  <Override PartName="/ppt/media/image1894.svg" ContentType="image/svg+xml"/>
  <Override PartName="/ppt/media/image1896.svg" ContentType="image/svg+xml"/>
  <Override PartName="/ppt/media/image1898.svg" ContentType="image/svg+xml"/>
  <Override PartName="/ppt/media/image1900.svg" ContentType="image/svg+xml"/>
  <Override PartName="/ppt/media/image1902.svg" ContentType="image/svg+xml"/>
  <Override PartName="/ppt/media/image1904.svg" ContentType="image/svg+xml"/>
  <Override PartName="/ppt/media/image1906.svg" ContentType="image/svg+xml"/>
  <Override PartName="/ppt/media/image1908.svg" ContentType="image/svg+xml"/>
  <Override PartName="/ppt/media/image191.svg" ContentType="image/svg+xml"/>
  <Override PartName="/ppt/media/image1910.svg" ContentType="image/svg+xml"/>
  <Override PartName="/ppt/media/image1911.svg" ContentType="image/svg+xml"/>
  <Override PartName="/ppt/media/image1913.svg" ContentType="image/svg+xml"/>
  <Override PartName="/ppt/media/image1915.svg" ContentType="image/svg+xml"/>
  <Override PartName="/ppt/media/image1917.svg" ContentType="image/svg+xml"/>
  <Override PartName="/ppt/media/image1919.svg" ContentType="image/svg+xml"/>
  <Override PartName="/ppt/media/image1921.svg" ContentType="image/svg+xml"/>
  <Override PartName="/ppt/media/image1922.svg" ContentType="image/svg+xml"/>
  <Override PartName="/ppt/media/image1923.svg" ContentType="image/svg+xml"/>
  <Override PartName="/ppt/media/image1924.svg" ContentType="image/svg+xml"/>
  <Override PartName="/ppt/media/image1926.svg" ContentType="image/svg+xml"/>
  <Override PartName="/ppt/media/image1928.svg" ContentType="image/svg+xml"/>
  <Override PartName="/ppt/media/image193.svg" ContentType="image/svg+xml"/>
  <Override PartName="/ppt/media/image1930.svg" ContentType="image/svg+xml"/>
  <Override PartName="/ppt/media/image1932.svg" ContentType="image/svg+xml"/>
  <Override PartName="/ppt/media/image1934.svg" ContentType="image/svg+xml"/>
  <Override PartName="/ppt/media/image1936.svg" ContentType="image/svg+xml"/>
  <Override PartName="/ppt/media/image1938.svg" ContentType="image/svg+xml"/>
  <Override PartName="/ppt/media/image1940.svg" ContentType="image/svg+xml"/>
  <Override PartName="/ppt/media/image1942.svg" ContentType="image/svg+xml"/>
  <Override PartName="/ppt/media/image1944.svg" ContentType="image/svg+xml"/>
  <Override PartName="/ppt/media/image1946.svg" ContentType="image/svg+xml"/>
  <Override PartName="/ppt/media/image1948.svg" ContentType="image/svg+xml"/>
  <Override PartName="/ppt/media/image195.svg" ContentType="image/svg+xml"/>
  <Override PartName="/ppt/media/image1950.svg" ContentType="image/svg+xml"/>
  <Override PartName="/ppt/media/image1952.svg" ContentType="image/svg+xml"/>
  <Override PartName="/ppt/media/image1954.svg" ContentType="image/svg+xml"/>
  <Override PartName="/ppt/media/image1956.svg" ContentType="image/svg+xml"/>
  <Override PartName="/ppt/media/image1958.svg" ContentType="image/svg+xml"/>
  <Override PartName="/ppt/media/image1960.svg" ContentType="image/svg+xml"/>
  <Override PartName="/ppt/media/image1962.svg" ContentType="image/svg+xml"/>
  <Override PartName="/ppt/media/image1964.svg" ContentType="image/svg+xml"/>
  <Override PartName="/ppt/media/image1966.svg" ContentType="image/svg+xml"/>
  <Override PartName="/ppt/media/image1968.svg" ContentType="image/svg+xml"/>
  <Override PartName="/ppt/media/image197.svg" ContentType="image/svg+xml"/>
  <Override PartName="/ppt/media/image1970.svg" ContentType="image/svg+xml"/>
  <Override PartName="/ppt/media/image1972.svg" ContentType="image/svg+xml"/>
  <Override PartName="/ppt/media/image1974.svg" ContentType="image/svg+xml"/>
  <Override PartName="/ppt/media/image1976.svg" ContentType="image/svg+xml"/>
  <Override PartName="/ppt/media/image1978.svg" ContentType="image/svg+xml"/>
  <Override PartName="/ppt/media/image1980.svg" ContentType="image/svg+xml"/>
  <Override PartName="/ppt/media/image1982.svg" ContentType="image/svg+xml"/>
  <Override PartName="/ppt/media/image1984.svg" ContentType="image/svg+xml"/>
  <Override PartName="/ppt/media/image1986.svg" ContentType="image/svg+xml"/>
  <Override PartName="/ppt/media/image1988.svg" ContentType="image/svg+xml"/>
  <Override PartName="/ppt/media/image199.svg" ContentType="image/svg+xml"/>
  <Override PartName="/ppt/media/image1990.svg" ContentType="image/svg+xml"/>
  <Override PartName="/ppt/media/image1992.svg" ContentType="image/svg+xml"/>
  <Override PartName="/ppt/media/image1994.svg" ContentType="image/svg+xml"/>
  <Override PartName="/ppt/media/image1996.svg" ContentType="image/svg+xml"/>
  <Override PartName="/ppt/media/image1998.svg" ContentType="image/svg+xml"/>
  <Override PartName="/ppt/media/image2.svg" ContentType="image/svg+xml"/>
  <Override PartName="/ppt/media/image2000.svg" ContentType="image/svg+xml"/>
  <Override PartName="/ppt/media/image2002.svg" ContentType="image/svg+xml"/>
  <Override PartName="/ppt/media/image2004.svg" ContentType="image/svg+xml"/>
  <Override PartName="/ppt/media/image2006.svg" ContentType="image/svg+xml"/>
  <Override PartName="/ppt/media/image2008.svg" ContentType="image/svg+xml"/>
  <Override PartName="/ppt/media/image201.svg" ContentType="image/svg+xml"/>
  <Override PartName="/ppt/media/image2010.svg" ContentType="image/svg+xml"/>
  <Override PartName="/ppt/media/image2012.svg" ContentType="image/svg+xml"/>
  <Override PartName="/ppt/media/image2014.svg" ContentType="image/svg+xml"/>
  <Override PartName="/ppt/media/image2016.svg" ContentType="image/svg+xml"/>
  <Override PartName="/ppt/media/image2018.svg" ContentType="image/svg+xml"/>
  <Override PartName="/ppt/media/image2020.svg" ContentType="image/svg+xml"/>
  <Override PartName="/ppt/media/image2022.svg" ContentType="image/svg+xml"/>
  <Override PartName="/ppt/media/image2024.svg" ContentType="image/svg+xml"/>
  <Override PartName="/ppt/media/image2026.svg" ContentType="image/svg+xml"/>
  <Override PartName="/ppt/media/image2028.svg" ContentType="image/svg+xml"/>
  <Override PartName="/ppt/media/image203.svg" ContentType="image/svg+xml"/>
  <Override PartName="/ppt/media/image2030.svg" ContentType="image/svg+xml"/>
  <Override PartName="/ppt/media/image2032.svg" ContentType="image/svg+xml"/>
  <Override PartName="/ppt/media/image2034.svg" ContentType="image/svg+xml"/>
  <Override PartName="/ppt/media/image2036.svg" ContentType="image/svg+xml"/>
  <Override PartName="/ppt/media/image2038.svg" ContentType="image/svg+xml"/>
  <Override PartName="/ppt/media/image2040.svg" ContentType="image/svg+xml"/>
  <Override PartName="/ppt/media/image2042.svg" ContentType="image/svg+xml"/>
  <Override PartName="/ppt/media/image2044.svg" ContentType="image/svg+xml"/>
  <Override PartName="/ppt/media/image2046.svg" ContentType="image/svg+xml"/>
  <Override PartName="/ppt/media/image2048.svg" ContentType="image/svg+xml"/>
  <Override PartName="/ppt/media/image205.svg" ContentType="image/svg+xml"/>
  <Override PartName="/ppt/media/image2050.svg" ContentType="image/svg+xml"/>
  <Override PartName="/ppt/media/image2052.svg" ContentType="image/svg+xml"/>
  <Override PartName="/ppt/media/image2054.svg" ContentType="image/svg+xml"/>
  <Override PartName="/ppt/media/image2056.svg" ContentType="image/svg+xml"/>
  <Override PartName="/ppt/media/image2058.svg" ContentType="image/svg+xml"/>
  <Override PartName="/ppt/media/image2060.svg" ContentType="image/svg+xml"/>
  <Override PartName="/ppt/media/image2062.svg" ContentType="image/svg+xml"/>
  <Override PartName="/ppt/media/image2064.svg" ContentType="image/svg+xml"/>
  <Override PartName="/ppt/media/image2066.svg" ContentType="image/svg+xml"/>
  <Override PartName="/ppt/media/image2068.svg" ContentType="image/svg+xml"/>
  <Override PartName="/ppt/media/image207.svg" ContentType="image/svg+xml"/>
  <Override PartName="/ppt/media/image2070.svg" ContentType="image/svg+xml"/>
  <Override PartName="/ppt/media/image2072.svg" ContentType="image/svg+xml"/>
  <Override PartName="/ppt/media/image2074.svg" ContentType="image/svg+xml"/>
  <Override PartName="/ppt/media/image2076.svg" ContentType="image/svg+xml"/>
  <Override PartName="/ppt/media/image2078.svg" ContentType="image/svg+xml"/>
  <Override PartName="/ppt/media/image2080.svg" ContentType="image/svg+xml"/>
  <Override PartName="/ppt/media/image2082.svg" ContentType="image/svg+xml"/>
  <Override PartName="/ppt/media/image2084.svg" ContentType="image/svg+xml"/>
  <Override PartName="/ppt/media/image2086.svg" ContentType="image/svg+xml"/>
  <Override PartName="/ppt/media/image2088.svg" ContentType="image/svg+xml"/>
  <Override PartName="/ppt/media/image209.svg" ContentType="image/svg+xml"/>
  <Override PartName="/ppt/media/image2090.svg" ContentType="image/svg+xml"/>
  <Override PartName="/ppt/media/image2092.svg" ContentType="image/svg+xml"/>
  <Override PartName="/ppt/media/image2094.svg" ContentType="image/svg+xml"/>
  <Override PartName="/ppt/media/image2096.svg" ContentType="image/svg+xml"/>
  <Override PartName="/ppt/media/image2098.svg" ContentType="image/svg+xml"/>
  <Override PartName="/ppt/media/image2100.svg" ContentType="image/svg+xml"/>
  <Override PartName="/ppt/media/image2102.svg" ContentType="image/svg+xml"/>
  <Override PartName="/ppt/media/image2104.svg" ContentType="image/svg+xml"/>
  <Override PartName="/ppt/media/image2106.svg" ContentType="image/svg+xml"/>
  <Override PartName="/ppt/media/image2108.svg" ContentType="image/svg+xml"/>
  <Override PartName="/ppt/media/image211.svg" ContentType="image/svg+xml"/>
  <Override PartName="/ppt/media/image2110.svg" ContentType="image/svg+xml"/>
  <Override PartName="/ppt/media/image2112.svg" ContentType="image/svg+xml"/>
  <Override PartName="/ppt/media/image2114.svg" ContentType="image/svg+xml"/>
  <Override PartName="/ppt/media/image2116.svg" ContentType="image/svg+xml"/>
  <Override PartName="/ppt/media/image2118.svg" ContentType="image/svg+xml"/>
  <Override PartName="/ppt/media/image2120.svg" ContentType="image/svg+xml"/>
  <Override PartName="/ppt/media/image2122.svg" ContentType="image/svg+xml"/>
  <Override PartName="/ppt/media/image2124.svg" ContentType="image/svg+xml"/>
  <Override PartName="/ppt/media/image2125.svg" ContentType="image/svg+xml"/>
  <Override PartName="/ppt/media/image2127.svg" ContentType="image/svg+xml"/>
  <Override PartName="/ppt/media/image2129.svg" ContentType="image/svg+xml"/>
  <Override PartName="/ppt/media/image213.svg" ContentType="image/svg+xml"/>
  <Override PartName="/ppt/media/image2131.svg" ContentType="image/svg+xml"/>
  <Override PartName="/ppt/media/image2133.svg" ContentType="image/svg+xml"/>
  <Override PartName="/ppt/media/image2135.svg" ContentType="image/svg+xml"/>
  <Override PartName="/ppt/media/image2137.svg" ContentType="image/svg+xml"/>
  <Override PartName="/ppt/media/image2139.svg" ContentType="image/svg+xml"/>
  <Override PartName="/ppt/media/image2141.svg" ContentType="image/svg+xml"/>
  <Override PartName="/ppt/media/image2143.svg" ContentType="image/svg+xml"/>
  <Override PartName="/ppt/media/image2145.svg" ContentType="image/svg+xml"/>
  <Override PartName="/ppt/media/image2147.svg" ContentType="image/svg+xml"/>
  <Override PartName="/ppt/media/image2149.svg" ContentType="image/svg+xml"/>
  <Override PartName="/ppt/media/image215.svg" ContentType="image/svg+xml"/>
  <Override PartName="/ppt/media/image2151.svg" ContentType="image/svg+xml"/>
  <Override PartName="/ppt/media/image2153.svg" ContentType="image/svg+xml"/>
  <Override PartName="/ppt/media/image2155.svg" ContentType="image/svg+xml"/>
  <Override PartName="/ppt/media/image2157.svg" ContentType="image/svg+xml"/>
  <Override PartName="/ppt/media/image2159.svg" ContentType="image/svg+xml"/>
  <Override PartName="/ppt/media/image2161.svg" ContentType="image/svg+xml"/>
  <Override PartName="/ppt/media/image2163.svg" ContentType="image/svg+xml"/>
  <Override PartName="/ppt/media/image2165.svg" ContentType="image/svg+xml"/>
  <Override PartName="/ppt/media/image2166.svg" ContentType="image/svg+xml"/>
  <Override PartName="/ppt/media/image2168.svg" ContentType="image/svg+xml"/>
  <Override PartName="/ppt/media/image217.svg" ContentType="image/svg+xml"/>
  <Override PartName="/ppt/media/image2170.svg" ContentType="image/svg+xml"/>
  <Override PartName="/ppt/media/image2172.svg" ContentType="image/svg+xml"/>
  <Override PartName="/ppt/media/image2174.svg" ContentType="image/svg+xml"/>
  <Override PartName="/ppt/media/image2176.svg" ContentType="image/svg+xml"/>
  <Override PartName="/ppt/media/image2178.svg" ContentType="image/svg+xml"/>
  <Override PartName="/ppt/media/image2180.svg" ContentType="image/svg+xml"/>
  <Override PartName="/ppt/media/image2182.svg" ContentType="image/svg+xml"/>
  <Override PartName="/ppt/media/image2184.svg" ContentType="image/svg+xml"/>
  <Override PartName="/ppt/media/image2186.svg" ContentType="image/svg+xml"/>
  <Override PartName="/ppt/media/image2188.svg" ContentType="image/svg+xml"/>
  <Override PartName="/ppt/media/image219.svg" ContentType="image/svg+xml"/>
  <Override PartName="/ppt/media/image2190.svg" ContentType="image/svg+xml"/>
  <Override PartName="/ppt/media/image2192.svg" ContentType="image/svg+xml"/>
  <Override PartName="/ppt/media/image2194.svg" ContentType="image/svg+xml"/>
  <Override PartName="/ppt/media/image2196.svg" ContentType="image/svg+xml"/>
  <Override PartName="/ppt/media/image2198.svg" ContentType="image/svg+xml"/>
  <Override PartName="/ppt/media/image2200.svg" ContentType="image/svg+xml"/>
  <Override PartName="/ppt/media/image2202.svg" ContentType="image/svg+xml"/>
  <Override PartName="/ppt/media/image2204.svg" ContentType="image/svg+xml"/>
  <Override PartName="/ppt/media/image2206.svg" ContentType="image/svg+xml"/>
  <Override PartName="/ppt/media/image2208.svg" ContentType="image/svg+xml"/>
  <Override PartName="/ppt/media/image221.svg" ContentType="image/svg+xml"/>
  <Override PartName="/ppt/media/image2210.svg" ContentType="image/svg+xml"/>
  <Override PartName="/ppt/media/image2212.svg" ContentType="image/svg+xml"/>
  <Override PartName="/ppt/media/image2214.svg" ContentType="image/svg+xml"/>
  <Override PartName="/ppt/media/image2216.svg" ContentType="image/svg+xml"/>
  <Override PartName="/ppt/media/image2218.svg" ContentType="image/svg+xml"/>
  <Override PartName="/ppt/media/image2220.svg" ContentType="image/svg+xml"/>
  <Override PartName="/ppt/media/image2222.svg" ContentType="image/svg+xml"/>
  <Override PartName="/ppt/media/image2224.svg" ContentType="image/svg+xml"/>
  <Override PartName="/ppt/media/image2226.svg" ContentType="image/svg+xml"/>
  <Override PartName="/ppt/media/image2228.svg" ContentType="image/svg+xml"/>
  <Override PartName="/ppt/media/image223.svg" ContentType="image/svg+xml"/>
  <Override PartName="/ppt/media/image2230.svg" ContentType="image/svg+xml"/>
  <Override PartName="/ppt/media/image2232.svg" ContentType="image/svg+xml"/>
  <Override PartName="/ppt/media/image2234.svg" ContentType="image/svg+xml"/>
  <Override PartName="/ppt/media/image2236.svg" ContentType="image/svg+xml"/>
  <Override PartName="/ppt/media/image2238.svg" ContentType="image/svg+xml"/>
  <Override PartName="/ppt/media/image2240.svg" ContentType="image/svg+xml"/>
  <Override PartName="/ppt/media/image2242.svg" ContentType="image/svg+xml"/>
  <Override PartName="/ppt/media/image2244.svg" ContentType="image/svg+xml"/>
  <Override PartName="/ppt/media/image2246.svg" ContentType="image/svg+xml"/>
  <Override PartName="/ppt/media/image2248.svg" ContentType="image/svg+xml"/>
  <Override PartName="/ppt/media/image225.svg" ContentType="image/svg+xml"/>
  <Override PartName="/ppt/media/image2250.svg" ContentType="image/svg+xml"/>
  <Override PartName="/ppt/media/image227.svg" ContentType="image/svg+xml"/>
  <Override PartName="/ppt/media/image229.svg" ContentType="image/svg+xml"/>
  <Override PartName="/ppt/media/image231.svg" ContentType="image/svg+xml"/>
  <Override PartName="/ppt/media/image233.svg" ContentType="image/svg+xml"/>
  <Override PartName="/ppt/media/image235.svg" ContentType="image/svg+xml"/>
  <Override PartName="/ppt/media/image237.svg" ContentType="image/svg+xml"/>
  <Override PartName="/ppt/media/image239.svg" ContentType="image/svg+xml"/>
  <Override PartName="/ppt/media/image24.svg" ContentType="image/svg+xml"/>
  <Override PartName="/ppt/media/image241.svg" ContentType="image/svg+xml"/>
  <Override PartName="/ppt/media/image243.svg" ContentType="image/svg+xml"/>
  <Override PartName="/ppt/media/image245.svg" ContentType="image/svg+xml"/>
  <Override PartName="/ppt/media/image247.svg" ContentType="image/svg+xml"/>
  <Override PartName="/ppt/media/image249.svg" ContentType="image/svg+xml"/>
  <Override PartName="/ppt/media/image25.svg" ContentType="image/svg+xml"/>
  <Override PartName="/ppt/media/image262.svg" ContentType="image/svg+xml"/>
  <Override PartName="/ppt/media/image264.svg" ContentType="image/svg+xml"/>
  <Override PartName="/ppt/media/image266.svg" ContentType="image/svg+xml"/>
  <Override PartName="/ppt/media/image268.svg" ContentType="image/svg+xml"/>
  <Override PartName="/ppt/media/image270.svg" ContentType="image/svg+xml"/>
  <Override PartName="/ppt/media/image272.svg" ContentType="image/svg+xml"/>
  <Override PartName="/ppt/media/image274.svg" ContentType="image/svg+xml"/>
  <Override PartName="/ppt/media/image276.svg" ContentType="image/svg+xml"/>
  <Override PartName="/ppt/media/image278.svg" ContentType="image/svg+xml"/>
  <Override PartName="/ppt/media/image280.svg" ContentType="image/svg+xml"/>
  <Override PartName="/ppt/media/image282.svg" ContentType="image/svg+xml"/>
  <Override PartName="/ppt/media/image284.svg" ContentType="image/svg+xml"/>
  <Override PartName="/ppt/media/image286.svg" ContentType="image/svg+xml"/>
  <Override PartName="/ppt/media/image288.svg" ContentType="image/svg+xml"/>
  <Override PartName="/ppt/media/image29.svg" ContentType="image/svg+xml"/>
  <Override PartName="/ppt/media/image290.svg" ContentType="image/svg+xml"/>
  <Override PartName="/ppt/media/image292.svg" ContentType="image/svg+xml"/>
  <Override PartName="/ppt/media/image294.svg" ContentType="image/svg+xml"/>
  <Override PartName="/ppt/media/image296.svg" ContentType="image/svg+xml"/>
  <Override PartName="/ppt/media/image298.svg" ContentType="image/svg+xml"/>
  <Override PartName="/ppt/media/image300.svg" ContentType="image/svg+xml"/>
  <Override PartName="/ppt/media/image302.svg" ContentType="image/svg+xml"/>
  <Override PartName="/ppt/media/image304.svg" ContentType="image/svg+xml"/>
  <Override PartName="/ppt/media/image306.svg" ContentType="image/svg+xml"/>
  <Override PartName="/ppt/media/image308.svg" ContentType="image/svg+xml"/>
  <Override PartName="/ppt/media/image31.svg" ContentType="image/svg+xml"/>
  <Override PartName="/ppt/media/image310.svg" ContentType="image/svg+xml"/>
  <Override PartName="/ppt/media/image312.svg" ContentType="image/svg+xml"/>
  <Override PartName="/ppt/media/image314.svg" ContentType="image/svg+xml"/>
  <Override PartName="/ppt/media/image316.svg" ContentType="image/svg+xml"/>
  <Override PartName="/ppt/media/image318.svg" ContentType="image/svg+xml"/>
  <Override PartName="/ppt/media/image320.svg" ContentType="image/svg+xml"/>
  <Override PartName="/ppt/media/image322.svg" ContentType="image/svg+xml"/>
  <Override PartName="/ppt/media/image324.svg" ContentType="image/svg+xml"/>
  <Override PartName="/ppt/media/image326.svg" ContentType="image/svg+xml"/>
  <Override PartName="/ppt/media/image328.svg" ContentType="image/svg+xml"/>
  <Override PartName="/ppt/media/image33.svg" ContentType="image/svg+xml"/>
  <Override PartName="/ppt/media/image330.svg" ContentType="image/svg+xml"/>
  <Override PartName="/ppt/media/image332.svg" ContentType="image/svg+xml"/>
  <Override PartName="/ppt/media/image334.svg" ContentType="image/svg+xml"/>
  <Override PartName="/ppt/media/image335.svg" ContentType="image/svg+xml"/>
  <Override PartName="/ppt/media/image337.svg" ContentType="image/svg+xml"/>
  <Override PartName="/ppt/media/image338.svg" ContentType="image/svg+xml"/>
  <Override PartName="/ppt/media/image339.svg" ContentType="image/svg+xml"/>
  <Override PartName="/ppt/media/image34.svg" ContentType="image/svg+xml"/>
  <Override PartName="/ppt/media/image342.svg" ContentType="image/svg+xml"/>
  <Override PartName="/ppt/media/image344.svg" ContentType="image/svg+xml"/>
  <Override PartName="/ppt/media/image346.svg" ContentType="image/svg+xml"/>
  <Override PartName="/ppt/media/image348.svg" ContentType="image/svg+xml"/>
  <Override PartName="/ppt/media/image35.svg" ContentType="image/svg+xml"/>
  <Override PartName="/ppt/media/image350.svg" ContentType="image/svg+xml"/>
  <Override PartName="/ppt/media/image352.svg" ContentType="image/svg+xml"/>
  <Override PartName="/ppt/media/image354.svg" ContentType="image/svg+xml"/>
  <Override PartName="/ppt/media/image356.svg" ContentType="image/svg+xml"/>
  <Override PartName="/ppt/media/image358.svg" ContentType="image/svg+xml"/>
  <Override PartName="/ppt/media/image360.svg" ContentType="image/svg+xml"/>
  <Override PartName="/ppt/media/image363.svg" ContentType="image/svg+xml"/>
  <Override PartName="/ppt/media/image365.svg" ContentType="image/svg+xml"/>
  <Override PartName="/ppt/media/image367.svg" ContentType="image/svg+xml"/>
  <Override PartName="/ppt/media/image369.svg" ContentType="image/svg+xml"/>
  <Override PartName="/ppt/media/image37.svg" ContentType="image/svg+xml"/>
  <Override PartName="/ppt/media/image371.svg" ContentType="image/svg+xml"/>
  <Override PartName="/ppt/media/image373.svg" ContentType="image/svg+xml"/>
  <Override PartName="/ppt/media/image375.svg" ContentType="image/svg+xml"/>
  <Override PartName="/ppt/media/image377.svg" ContentType="image/svg+xml"/>
  <Override PartName="/ppt/media/image379.svg" ContentType="image/svg+xml"/>
  <Override PartName="/ppt/media/image381.svg" ContentType="image/svg+xml"/>
  <Override PartName="/ppt/media/image383.svg" ContentType="image/svg+xml"/>
  <Override PartName="/ppt/media/image385.svg" ContentType="image/svg+xml"/>
  <Override PartName="/ppt/media/image387.svg" ContentType="image/svg+xml"/>
  <Override PartName="/ppt/media/image389.svg" ContentType="image/svg+xml"/>
  <Override PartName="/ppt/media/image391.svg" ContentType="image/svg+xml"/>
  <Override PartName="/ppt/media/image393.svg" ContentType="image/svg+xml"/>
  <Override PartName="/ppt/media/image395.svg" ContentType="image/svg+xml"/>
  <Override PartName="/ppt/media/image397.svg" ContentType="image/svg+xml"/>
  <Override PartName="/ppt/media/image399.svg" ContentType="image/svg+xml"/>
  <Override PartName="/ppt/media/image401.svg" ContentType="image/svg+xml"/>
  <Override PartName="/ppt/media/image403.svg" ContentType="image/svg+xml"/>
  <Override PartName="/ppt/media/image405.svg" ContentType="image/svg+xml"/>
  <Override PartName="/ppt/media/image43.svg" ContentType="image/svg+xml"/>
  <Override PartName="/ppt/media/image447.svg" ContentType="image/svg+xml"/>
  <Override PartName="/ppt/media/image449.svg" ContentType="image/svg+xml"/>
  <Override PartName="/ppt/media/image45.svg" ContentType="image/svg+xml"/>
  <Override PartName="/ppt/media/image451.svg" ContentType="image/svg+xml"/>
  <Override PartName="/ppt/media/image453.svg" ContentType="image/svg+xml"/>
  <Override PartName="/ppt/media/image455.svg" ContentType="image/svg+xml"/>
  <Override PartName="/ppt/media/image457.svg" ContentType="image/svg+xml"/>
  <Override PartName="/ppt/media/image459.svg" ContentType="image/svg+xml"/>
  <Override PartName="/ppt/media/image461.svg" ContentType="image/svg+xml"/>
  <Override PartName="/ppt/media/image463.svg" ContentType="image/svg+xml"/>
  <Override PartName="/ppt/media/image465.svg" ContentType="image/svg+xml"/>
  <Override PartName="/ppt/media/image467.svg" ContentType="image/svg+xml"/>
  <Override PartName="/ppt/media/image469.svg" ContentType="image/svg+xml"/>
  <Override PartName="/ppt/media/image47.svg" ContentType="image/svg+xml"/>
  <Override PartName="/ppt/media/image471.svg" ContentType="image/svg+xml"/>
  <Override PartName="/ppt/media/image473.svg" ContentType="image/svg+xml"/>
  <Override PartName="/ppt/media/image475.svg" ContentType="image/svg+xml"/>
  <Override PartName="/ppt/media/image477.svg" ContentType="image/svg+xml"/>
  <Override PartName="/ppt/media/image479.svg" ContentType="image/svg+xml"/>
  <Override PartName="/ppt/media/image481.svg" ContentType="image/svg+xml"/>
  <Override PartName="/ppt/media/image483.svg" ContentType="image/svg+xml"/>
  <Override PartName="/ppt/media/image484.svg" ContentType="image/svg+xml"/>
  <Override PartName="/ppt/media/image486.svg" ContentType="image/svg+xml"/>
  <Override PartName="/ppt/media/image488.svg" ContentType="image/svg+xml"/>
  <Override PartName="/ppt/media/image49.svg" ContentType="image/svg+xml"/>
  <Override PartName="/ppt/media/image490.svg" ContentType="image/svg+xml"/>
  <Override PartName="/ppt/media/image492.svg" ContentType="image/svg+xml"/>
  <Override PartName="/ppt/media/image494.svg" ContentType="image/svg+xml"/>
  <Override PartName="/ppt/media/image496.svg" ContentType="image/svg+xml"/>
  <Override PartName="/ppt/media/image498.svg" ContentType="image/svg+xml"/>
  <Override PartName="/ppt/media/image500.svg" ContentType="image/svg+xml"/>
  <Override PartName="/ppt/media/image501.svg" ContentType="image/svg+xml"/>
  <Override PartName="/ppt/media/image502.svg" ContentType="image/svg+xml"/>
  <Override PartName="/ppt/media/image504.svg" ContentType="image/svg+xml"/>
  <Override PartName="/ppt/media/image506.svg" ContentType="image/svg+xml"/>
  <Override PartName="/ppt/media/image508.svg" ContentType="image/svg+xml"/>
  <Override PartName="/ppt/media/image51.svg" ContentType="image/svg+xml"/>
  <Override PartName="/ppt/media/image510.svg" ContentType="image/svg+xml"/>
  <Override PartName="/ppt/media/image512.svg" ContentType="image/svg+xml"/>
  <Override PartName="/ppt/media/image514.svg" ContentType="image/svg+xml"/>
  <Override PartName="/ppt/media/image516.svg" ContentType="image/svg+xml"/>
  <Override PartName="/ppt/media/image518.svg" ContentType="image/svg+xml"/>
  <Override PartName="/ppt/media/image520.svg" ContentType="image/svg+xml"/>
  <Override PartName="/ppt/media/image522.svg" ContentType="image/svg+xml"/>
  <Override PartName="/ppt/media/image524.svg" ContentType="image/svg+xml"/>
  <Override PartName="/ppt/media/image526.svg" ContentType="image/svg+xml"/>
  <Override PartName="/ppt/media/image528.svg" ContentType="image/svg+xml"/>
  <Override PartName="/ppt/media/image53.svg" ContentType="image/svg+xml"/>
  <Override PartName="/ppt/media/image530.svg" ContentType="image/svg+xml"/>
  <Override PartName="/ppt/media/image532.svg" ContentType="image/svg+xml"/>
  <Override PartName="/ppt/media/image534.svg" ContentType="image/svg+xml"/>
  <Override PartName="/ppt/media/image536.svg" ContentType="image/svg+xml"/>
  <Override PartName="/ppt/media/image538.svg" ContentType="image/svg+xml"/>
  <Override PartName="/ppt/media/image540.svg" ContentType="image/svg+xml"/>
  <Override PartName="/ppt/media/image542.svg" ContentType="image/svg+xml"/>
  <Override PartName="/ppt/media/image544.svg" ContentType="image/svg+xml"/>
  <Override PartName="/ppt/media/image546.svg" ContentType="image/svg+xml"/>
  <Override PartName="/ppt/media/image548.svg" ContentType="image/svg+xml"/>
  <Override PartName="/ppt/media/image55.svg" ContentType="image/svg+xml"/>
  <Override PartName="/ppt/media/image550.svg" ContentType="image/svg+xml"/>
  <Override PartName="/ppt/media/image552.svg" ContentType="image/svg+xml"/>
  <Override PartName="/ppt/media/image554.svg" ContentType="image/svg+xml"/>
  <Override PartName="/ppt/media/image556.svg" ContentType="image/svg+xml"/>
  <Override PartName="/ppt/media/image558.svg" ContentType="image/svg+xml"/>
  <Override PartName="/ppt/media/image56.svg" ContentType="image/svg+xml"/>
  <Override PartName="/ppt/media/image560.svg" ContentType="image/svg+xml"/>
  <Override PartName="/ppt/media/image562.svg" ContentType="image/svg+xml"/>
  <Override PartName="/ppt/media/image564.svg" ContentType="image/svg+xml"/>
  <Override PartName="/ppt/media/image566.svg" ContentType="image/svg+xml"/>
  <Override PartName="/ppt/media/image568.svg" ContentType="image/svg+xml"/>
  <Override PartName="/ppt/media/image570.svg" ContentType="image/svg+xml"/>
  <Override PartName="/ppt/media/image572.svg" ContentType="image/svg+xml"/>
  <Override PartName="/ppt/media/image574.svg" ContentType="image/svg+xml"/>
  <Override PartName="/ppt/media/image576.svg" ContentType="image/svg+xml"/>
  <Override PartName="/ppt/media/image578.svg" ContentType="image/svg+xml"/>
  <Override PartName="/ppt/media/image580.svg" ContentType="image/svg+xml"/>
  <Override PartName="/ppt/media/image582.svg" ContentType="image/svg+xml"/>
  <Override PartName="/ppt/media/image584.svg" ContentType="image/svg+xml"/>
  <Override PartName="/ppt/media/image586.svg" ContentType="image/svg+xml"/>
  <Override PartName="/ppt/media/image588.svg" ContentType="image/svg+xml"/>
  <Override PartName="/ppt/media/image590.svg" ContentType="image/svg+xml"/>
  <Override PartName="/ppt/media/image592.svg" ContentType="image/svg+xml"/>
  <Override PartName="/ppt/media/image594.svg" ContentType="image/svg+xml"/>
  <Override PartName="/ppt/media/image596.svg" ContentType="image/svg+xml"/>
  <Override PartName="/ppt/media/image598.svg" ContentType="image/svg+xml"/>
  <Override PartName="/ppt/media/image600.svg" ContentType="image/svg+xml"/>
  <Override PartName="/ppt/media/image601.svg" ContentType="image/svg+xml"/>
  <Override PartName="/ppt/media/image602.svg" ContentType="image/svg+xml"/>
  <Override PartName="/ppt/media/image603.svg" ContentType="image/svg+xml"/>
  <Override PartName="/ppt/media/image604.svg" ContentType="image/svg+xml"/>
  <Override PartName="/ppt/media/image605.svg" ContentType="image/svg+xml"/>
  <Override PartName="/ppt/media/image607.svg" ContentType="image/svg+xml"/>
  <Override PartName="/ppt/media/image609.svg" ContentType="image/svg+xml"/>
  <Override PartName="/ppt/media/image611.svg" ContentType="image/svg+xml"/>
  <Override PartName="/ppt/media/image612.svg" ContentType="image/svg+xml"/>
  <Override PartName="/ppt/media/image613.svg" ContentType="image/svg+xml"/>
  <Override PartName="/ppt/media/image615.svg" ContentType="image/svg+xml"/>
  <Override PartName="/ppt/media/image617.svg" ContentType="image/svg+xml"/>
  <Override PartName="/ppt/media/image619.svg" ContentType="image/svg+xml"/>
  <Override PartName="/ppt/media/image621.svg" ContentType="image/svg+xml"/>
  <Override PartName="/ppt/media/image623.svg" ContentType="image/svg+xml"/>
  <Override PartName="/ppt/media/image625.svg" ContentType="image/svg+xml"/>
  <Override PartName="/ppt/media/image627.svg" ContentType="image/svg+xml"/>
  <Override PartName="/ppt/media/image628.svg" ContentType="image/svg+xml"/>
  <Override PartName="/ppt/media/image630.svg" ContentType="image/svg+xml"/>
  <Override PartName="/ppt/media/image632.svg" ContentType="image/svg+xml"/>
  <Override PartName="/ppt/media/image633.svg" ContentType="image/svg+xml"/>
  <Override PartName="/ppt/media/image635.svg" ContentType="image/svg+xml"/>
  <Override PartName="/ppt/media/image637.svg" ContentType="image/svg+xml"/>
  <Override PartName="/ppt/media/image639.svg" ContentType="image/svg+xml"/>
  <Override PartName="/ppt/media/image641.svg" ContentType="image/svg+xml"/>
  <Override PartName="/ppt/media/image643.svg" ContentType="image/svg+xml"/>
  <Override PartName="/ppt/media/image645.svg" ContentType="image/svg+xml"/>
  <Override PartName="/ppt/media/image647.svg" ContentType="image/svg+xml"/>
  <Override PartName="/ppt/media/image649.svg" ContentType="image/svg+xml"/>
  <Override PartName="/ppt/media/image651.svg" ContentType="image/svg+xml"/>
  <Override PartName="/ppt/media/image652.svg" ContentType="image/svg+xml"/>
  <Override PartName="/ppt/media/image653.svg" ContentType="image/svg+xml"/>
  <Override PartName="/ppt/media/image655.svg" ContentType="image/svg+xml"/>
  <Override PartName="/ppt/media/image657.svg" ContentType="image/svg+xml"/>
  <Override PartName="/ppt/media/image659.svg" ContentType="image/svg+xml"/>
  <Override PartName="/ppt/media/image661.svg" ContentType="image/svg+xml"/>
  <Override PartName="/ppt/media/image663.svg" ContentType="image/svg+xml"/>
  <Override PartName="/ppt/media/image665.svg" ContentType="image/svg+xml"/>
  <Override PartName="/ppt/media/image667.svg" ContentType="image/svg+xml"/>
  <Override PartName="/ppt/media/image669.svg" ContentType="image/svg+xml"/>
  <Override PartName="/ppt/media/image671.svg" ContentType="image/svg+xml"/>
  <Override PartName="/ppt/media/image673.svg" ContentType="image/svg+xml"/>
  <Override PartName="/ppt/media/image675.svg" ContentType="image/svg+xml"/>
  <Override PartName="/ppt/media/image677.svg" ContentType="image/svg+xml"/>
  <Override PartName="/ppt/media/image679.svg" ContentType="image/svg+xml"/>
  <Override PartName="/ppt/media/image681.svg" ContentType="image/svg+xml"/>
  <Override PartName="/ppt/media/image683.svg" ContentType="image/svg+xml"/>
  <Override PartName="/ppt/media/image685.svg" ContentType="image/svg+xml"/>
  <Override PartName="/ppt/media/image687.svg" ContentType="image/svg+xml"/>
  <Override PartName="/ppt/media/image689.svg" ContentType="image/svg+xml"/>
  <Override PartName="/ppt/media/image691.svg" ContentType="image/svg+xml"/>
  <Override PartName="/ppt/media/image693.svg" ContentType="image/svg+xml"/>
  <Override PartName="/ppt/media/image695.svg" ContentType="image/svg+xml"/>
  <Override PartName="/ppt/media/image697.svg" ContentType="image/svg+xml"/>
  <Override PartName="/ppt/media/image699.svg" ContentType="image/svg+xml"/>
  <Override PartName="/ppt/media/image701.svg" ContentType="image/svg+xml"/>
  <Override PartName="/ppt/media/image703.svg" ContentType="image/svg+xml"/>
  <Override PartName="/ppt/media/image705.svg" ContentType="image/svg+xml"/>
  <Override PartName="/ppt/media/image707.svg" ContentType="image/svg+xml"/>
  <Override PartName="/ppt/media/image709.svg" ContentType="image/svg+xml"/>
  <Override PartName="/ppt/media/image711.svg" ContentType="image/svg+xml"/>
  <Override PartName="/ppt/media/image713.svg" ContentType="image/svg+xml"/>
  <Override PartName="/ppt/media/image715.svg" ContentType="image/svg+xml"/>
  <Override PartName="/ppt/media/image716.svg" ContentType="image/svg+xml"/>
  <Override PartName="/ppt/media/image717.svg" ContentType="image/svg+xml"/>
  <Override PartName="/ppt/media/image719.svg" ContentType="image/svg+xml"/>
  <Override PartName="/ppt/media/image720.svg" ContentType="image/svg+xml"/>
  <Override PartName="/ppt/media/image722.svg" ContentType="image/svg+xml"/>
  <Override PartName="/ppt/media/image724.svg" ContentType="image/svg+xml"/>
  <Override PartName="/ppt/media/image726.svg" ContentType="image/svg+xml"/>
  <Override PartName="/ppt/media/image727.svg" ContentType="image/svg+xml"/>
  <Override PartName="/ppt/media/image729.svg" ContentType="image/svg+xml"/>
  <Override PartName="/ppt/media/image731.svg" ContentType="image/svg+xml"/>
  <Override PartName="/ppt/media/image733.svg" ContentType="image/svg+xml"/>
  <Override PartName="/ppt/media/image735.svg" ContentType="image/svg+xml"/>
  <Override PartName="/ppt/media/image737.svg" ContentType="image/svg+xml"/>
  <Override PartName="/ppt/media/image739.svg" ContentType="image/svg+xml"/>
  <Override PartName="/ppt/media/image741.svg" ContentType="image/svg+xml"/>
  <Override PartName="/ppt/media/image743.svg" ContentType="image/svg+xml"/>
  <Override PartName="/ppt/media/image745.svg" ContentType="image/svg+xml"/>
  <Override PartName="/ppt/media/image747.svg" ContentType="image/svg+xml"/>
  <Override PartName="/ppt/media/image749.svg" ContentType="image/svg+xml"/>
  <Override PartName="/ppt/media/image751.svg" ContentType="image/svg+xml"/>
  <Override PartName="/ppt/media/image752.svg" ContentType="image/svg+xml"/>
  <Override PartName="/ppt/media/image753.svg" ContentType="image/svg+xml"/>
  <Override PartName="/ppt/media/image754.svg" ContentType="image/svg+xml"/>
  <Override PartName="/ppt/media/image756.svg" ContentType="image/svg+xml"/>
  <Override PartName="/ppt/media/image758.svg" ContentType="image/svg+xml"/>
  <Override PartName="/ppt/media/image760.svg" ContentType="image/svg+xml"/>
  <Override PartName="/ppt/media/image762.svg" ContentType="image/svg+xml"/>
  <Override PartName="/ppt/media/image764.svg" ContentType="image/svg+xml"/>
  <Override PartName="/ppt/media/image766.svg" ContentType="image/svg+xml"/>
  <Override PartName="/ppt/media/image768.svg" ContentType="image/svg+xml"/>
  <Override PartName="/ppt/media/image769.svg" ContentType="image/svg+xml"/>
  <Override PartName="/ppt/media/image770.svg" ContentType="image/svg+xml"/>
  <Override PartName="/ppt/media/image772.svg" ContentType="image/svg+xml"/>
  <Override PartName="/ppt/media/image774.svg" ContentType="image/svg+xml"/>
  <Override PartName="/ppt/media/image776.svg" ContentType="image/svg+xml"/>
  <Override PartName="/ppt/media/image778.svg" ContentType="image/svg+xml"/>
  <Override PartName="/ppt/media/image780.svg" ContentType="image/svg+xml"/>
  <Override PartName="/ppt/media/image782.svg" ContentType="image/svg+xml"/>
  <Override PartName="/ppt/media/image784.svg" ContentType="image/svg+xml"/>
  <Override PartName="/ppt/media/image786.svg" ContentType="image/svg+xml"/>
  <Override PartName="/ppt/media/image788.svg" ContentType="image/svg+xml"/>
  <Override PartName="/ppt/media/image790.svg" ContentType="image/svg+xml"/>
  <Override PartName="/ppt/media/image792.svg" ContentType="image/svg+xml"/>
  <Override PartName="/ppt/media/image794.svg" ContentType="image/svg+xml"/>
  <Override PartName="/ppt/media/image796.svg" ContentType="image/svg+xml"/>
  <Override PartName="/ppt/media/image798.svg" ContentType="image/svg+xml"/>
  <Override PartName="/ppt/media/image800.svg" ContentType="image/svg+xml"/>
  <Override PartName="/ppt/media/image802.svg" ContentType="image/svg+xml"/>
  <Override PartName="/ppt/media/image804.svg" ContentType="image/svg+xml"/>
  <Override PartName="/ppt/media/image806.svg" ContentType="image/svg+xml"/>
  <Override PartName="/ppt/media/image808.svg" ContentType="image/svg+xml"/>
  <Override PartName="/ppt/media/image810.svg" ContentType="image/svg+xml"/>
  <Override PartName="/ppt/media/image812.svg" ContentType="image/svg+xml"/>
  <Override PartName="/ppt/media/image814.svg" ContentType="image/svg+xml"/>
  <Override PartName="/ppt/media/image816.svg" ContentType="image/svg+xml"/>
  <Override PartName="/ppt/media/image818.svg" ContentType="image/svg+xml"/>
  <Override PartName="/ppt/media/image820.svg" ContentType="image/svg+xml"/>
  <Override PartName="/ppt/media/image822.svg" ContentType="image/svg+xml"/>
  <Override PartName="/ppt/media/image824.svg" ContentType="image/svg+xml"/>
  <Override PartName="/ppt/media/image825.svg" ContentType="image/svg+xml"/>
  <Override PartName="/ppt/media/image827.svg" ContentType="image/svg+xml"/>
  <Override PartName="/ppt/media/image829.svg" ContentType="image/svg+xml"/>
  <Override PartName="/ppt/media/image830.svg" ContentType="image/svg+xml"/>
  <Override PartName="/ppt/media/image832.svg" ContentType="image/svg+xml"/>
  <Override PartName="/ppt/media/image834.svg" ContentType="image/svg+xml"/>
  <Override PartName="/ppt/media/image836.svg" ContentType="image/svg+xml"/>
  <Override PartName="/ppt/media/image838.svg" ContentType="image/svg+xml"/>
  <Override PartName="/ppt/media/image840.svg" ContentType="image/svg+xml"/>
  <Override PartName="/ppt/media/image842.svg" ContentType="image/svg+xml"/>
  <Override PartName="/ppt/media/image844.svg" ContentType="image/svg+xml"/>
  <Override PartName="/ppt/media/image846.svg" ContentType="image/svg+xml"/>
  <Override PartName="/ppt/media/image848.svg" ContentType="image/svg+xml"/>
  <Override PartName="/ppt/media/image850.svg" ContentType="image/svg+xml"/>
  <Override PartName="/ppt/media/image852.svg" ContentType="image/svg+xml"/>
  <Override PartName="/ppt/media/image854.svg" ContentType="image/svg+xml"/>
  <Override PartName="/ppt/media/image856.svg" ContentType="image/svg+xml"/>
  <Override PartName="/ppt/media/image858.svg" ContentType="image/svg+xml"/>
  <Override PartName="/ppt/media/image860.svg" ContentType="image/svg+xml"/>
  <Override PartName="/ppt/media/image862.svg" ContentType="image/svg+xml"/>
  <Override PartName="/ppt/media/image864.svg" ContentType="image/svg+xml"/>
  <Override PartName="/ppt/media/image866.svg" ContentType="image/svg+xml"/>
  <Override PartName="/ppt/media/image868.svg" ContentType="image/svg+xml"/>
  <Override PartName="/ppt/media/image87.svg" ContentType="image/svg+xml"/>
  <Override PartName="/ppt/media/image870.svg" ContentType="image/svg+xml"/>
  <Override PartName="/ppt/media/image872.svg" ContentType="image/svg+xml"/>
  <Override PartName="/ppt/media/image874.svg" ContentType="image/svg+xml"/>
  <Override PartName="/ppt/media/image876.svg" ContentType="image/svg+xml"/>
  <Override PartName="/ppt/media/image878.svg" ContentType="image/svg+xml"/>
  <Override PartName="/ppt/media/image880.svg" ContentType="image/svg+xml"/>
  <Override PartName="/ppt/media/image882.svg" ContentType="image/svg+xml"/>
  <Override PartName="/ppt/media/image884.svg" ContentType="image/svg+xml"/>
  <Override PartName="/ppt/media/image886.svg" ContentType="image/svg+xml"/>
  <Override PartName="/ppt/media/image888.svg" ContentType="image/svg+xml"/>
  <Override PartName="/ppt/media/image890.svg" ContentType="image/svg+xml"/>
  <Override PartName="/ppt/media/image892.svg" ContentType="image/svg+xml"/>
  <Override PartName="/ppt/media/image894.svg" ContentType="image/svg+xml"/>
  <Override PartName="/ppt/media/image896.svg" ContentType="image/svg+xml"/>
  <Override PartName="/ppt/media/image898.svg" ContentType="image/svg+xml"/>
  <Override PartName="/ppt/media/image900.svg" ContentType="image/svg+xml"/>
  <Override PartName="/ppt/media/image902.svg" ContentType="image/svg+xml"/>
  <Override PartName="/ppt/media/image904.svg" ContentType="image/svg+xml"/>
  <Override PartName="/ppt/media/image906.svg" ContentType="image/svg+xml"/>
  <Override PartName="/ppt/media/image908.svg" ContentType="image/svg+xml"/>
  <Override PartName="/ppt/media/image910.svg" ContentType="image/svg+xml"/>
  <Override PartName="/ppt/media/image912.svg" ContentType="image/svg+xml"/>
  <Override PartName="/ppt/media/image914.svg" ContentType="image/svg+xml"/>
  <Override PartName="/ppt/media/image916.svg" ContentType="image/svg+xml"/>
  <Override PartName="/ppt/media/image918.svg" ContentType="image/svg+xml"/>
  <Override PartName="/ppt/media/image920.svg" ContentType="image/svg+xml"/>
  <Override PartName="/ppt/media/image922.svg" ContentType="image/svg+xml"/>
  <Override PartName="/ppt/media/image924.svg" ContentType="image/svg+xml"/>
  <Override PartName="/ppt/media/image926.svg" ContentType="image/svg+xml"/>
  <Override PartName="/ppt/media/image928.svg" ContentType="image/svg+xml"/>
  <Override PartName="/ppt/media/image930.svg" ContentType="image/svg+xml"/>
  <Override PartName="/ppt/media/image932.svg" ContentType="image/svg+xml"/>
  <Override PartName="/ppt/media/image934.svg" ContentType="image/svg+xml"/>
  <Override PartName="/ppt/media/image936.svg" ContentType="image/svg+xml"/>
  <Override PartName="/ppt/media/image938.svg" ContentType="image/svg+xml"/>
  <Override PartName="/ppt/media/image940.svg" ContentType="image/svg+xml"/>
  <Override PartName="/ppt/media/image942.svg" ContentType="image/svg+xml"/>
  <Override PartName="/ppt/media/image944.svg" ContentType="image/svg+xml"/>
  <Override PartName="/ppt/media/image946.svg" ContentType="image/svg+xml"/>
  <Override PartName="/ppt/media/image948.svg" ContentType="image/svg+xml"/>
  <Override PartName="/ppt/media/image950.svg" ContentType="image/svg+xml"/>
  <Override PartName="/ppt/media/image952.svg" ContentType="image/svg+xml"/>
  <Override PartName="/ppt/media/image954.svg" ContentType="image/svg+xml"/>
  <Override PartName="/ppt/media/image956.svg" ContentType="image/svg+xml"/>
  <Override PartName="/ppt/media/image958.svg" ContentType="image/svg+xml"/>
  <Override PartName="/ppt/media/image960.svg" ContentType="image/svg+xml"/>
  <Override PartName="/ppt/media/image962.svg" ContentType="image/svg+xml"/>
  <Override PartName="/ppt/media/image964.svg" ContentType="image/svg+xml"/>
  <Override PartName="/ppt/media/image966.svg" ContentType="image/svg+xml"/>
  <Override PartName="/ppt/media/image968.svg" ContentType="image/svg+xml"/>
  <Override PartName="/ppt/media/image970.svg" ContentType="image/svg+xml"/>
  <Override PartName="/ppt/media/image972.svg" ContentType="image/svg+xml"/>
  <Override PartName="/ppt/media/image974.svg" ContentType="image/svg+xml"/>
  <Override PartName="/ppt/media/image976.svg" ContentType="image/svg+xml"/>
  <Override PartName="/ppt/media/image978.svg" ContentType="image/svg+xml"/>
  <Override PartName="/ppt/media/image980.svg" ContentType="image/svg+xml"/>
  <Override PartName="/ppt/media/image982.svg" ContentType="image/svg+xml"/>
  <Override PartName="/ppt/media/image984.svg" ContentType="image/svg+xml"/>
  <Override PartName="/ppt/media/image986.svg" ContentType="image/svg+xml"/>
  <Override PartName="/ppt/media/image988.svg" ContentType="image/svg+xml"/>
  <Override PartName="/ppt/media/image990.svg" ContentType="image/svg+xml"/>
  <Override PartName="/ppt/media/image992.svg" ContentType="image/svg+xml"/>
  <Override PartName="/ppt/media/image994.svg" ContentType="image/svg+xml"/>
  <Override PartName="/ppt/media/image996.svg" ContentType="image/svg+xml"/>
  <Override PartName="/ppt/media/image99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0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10.xml" ContentType="application/vnd.openxmlformats-officedocument.presentationml.slideLayout+xml"/>
  <Override PartName="/ppt/slideLayouts/slideLayout411.xml" ContentType="application/vnd.openxmlformats-officedocument.presentationml.slideLayout+xml"/>
  <Override PartName="/ppt/slideLayouts/slideLayout412.xml" ContentType="application/vnd.openxmlformats-officedocument.presentationml.slideLayout+xml"/>
  <Override PartName="/ppt/slideLayouts/slideLayout413.xml" ContentType="application/vnd.openxmlformats-officedocument.presentationml.slideLayout+xml"/>
  <Override PartName="/ppt/slideLayouts/slideLayout414.xml" ContentType="application/vnd.openxmlformats-officedocument.presentationml.slideLayout+xml"/>
  <Override PartName="/ppt/slideLayouts/slideLayout415.xml" ContentType="application/vnd.openxmlformats-officedocument.presentationml.slideLayout+xml"/>
  <Override PartName="/ppt/slideLayouts/slideLayout416.xml" ContentType="application/vnd.openxmlformats-officedocument.presentationml.slideLayout+xml"/>
  <Override PartName="/ppt/slideLayouts/slideLayout417.xml" ContentType="application/vnd.openxmlformats-officedocument.presentationml.slideLayout+xml"/>
  <Override PartName="/ppt/slideLayouts/slideLayout418.xml" ContentType="application/vnd.openxmlformats-officedocument.presentationml.slideLayout+xml"/>
  <Override PartName="/ppt/slideLayouts/slideLayout419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20.xml" ContentType="application/vnd.openxmlformats-officedocument.presentationml.slideLayout+xml"/>
  <Override PartName="/ppt/slideLayouts/slideLayout421.xml" ContentType="application/vnd.openxmlformats-officedocument.presentationml.slideLayout+xml"/>
  <Override PartName="/ppt/slideLayouts/slideLayout422.xml" ContentType="application/vnd.openxmlformats-officedocument.presentationml.slideLayout+xml"/>
  <Override PartName="/ppt/slideLayouts/slideLayout423.xml" ContentType="application/vnd.openxmlformats-officedocument.presentationml.slideLayout+xml"/>
  <Override PartName="/ppt/slideLayouts/slideLayout424.xml" ContentType="application/vnd.openxmlformats-officedocument.presentationml.slideLayout+xml"/>
  <Override PartName="/ppt/slideLayouts/slideLayout425.xml" ContentType="application/vnd.openxmlformats-officedocument.presentationml.slideLayout+xml"/>
  <Override PartName="/ppt/slideLayouts/slideLayout426.xml" ContentType="application/vnd.openxmlformats-officedocument.presentationml.slideLayout+xml"/>
  <Override PartName="/ppt/slideLayouts/slideLayout427.xml" ContentType="application/vnd.openxmlformats-officedocument.presentationml.slideLayout+xml"/>
  <Override PartName="/ppt/slideLayouts/slideLayout428.xml" ContentType="application/vnd.openxmlformats-officedocument.presentationml.slideLayout+xml"/>
  <Override PartName="/ppt/slideLayouts/slideLayout429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30.xml" ContentType="application/vnd.openxmlformats-officedocument.presentationml.slideLayout+xml"/>
  <Override PartName="/ppt/slideLayouts/slideLayout431.xml" ContentType="application/vnd.openxmlformats-officedocument.presentationml.slideLayout+xml"/>
  <Override PartName="/ppt/slideLayouts/slideLayout432.xml" ContentType="application/vnd.openxmlformats-officedocument.presentationml.slideLayout+xml"/>
  <Override PartName="/ppt/slideLayouts/slideLayout433.xml" ContentType="application/vnd.openxmlformats-officedocument.presentationml.slideLayout+xml"/>
  <Override PartName="/ppt/slideLayouts/slideLayout434.xml" ContentType="application/vnd.openxmlformats-officedocument.presentationml.slideLayout+xml"/>
  <Override PartName="/ppt/slideLayouts/slideLayout435.xml" ContentType="application/vnd.openxmlformats-officedocument.presentationml.slideLayout+xml"/>
  <Override PartName="/ppt/slideLayouts/slideLayout436.xml" ContentType="application/vnd.openxmlformats-officedocument.presentationml.slideLayout+xml"/>
  <Override PartName="/ppt/slideLayouts/slideLayout437.xml" ContentType="application/vnd.openxmlformats-officedocument.presentationml.slideLayout+xml"/>
  <Override PartName="/ppt/slideLayouts/slideLayout438.xml" ContentType="application/vnd.openxmlformats-officedocument.presentationml.slideLayout+xml"/>
  <Override PartName="/ppt/slideLayouts/slideLayout439.xml" ContentType="application/vnd.openxmlformats-officedocument.presentationml.slideLayout+xml"/>
  <Override PartName="/ppt/slideLayouts/slideLayout440.xml" ContentType="application/vnd.openxmlformats-officedocument.presentationml.slideLayout+xml"/>
  <Override PartName="/ppt/slideLayouts/slideLayout441.xml" ContentType="application/vnd.openxmlformats-officedocument.presentationml.slideLayout+xml"/>
  <Override PartName="/ppt/slideLayouts/slideLayout442.xml" ContentType="application/vnd.openxmlformats-officedocument.presentationml.slideLayout+xml"/>
  <Override PartName="/ppt/slideLayouts/slideLayout444.xml" ContentType="application/vnd.openxmlformats-officedocument.presentationml.slideLayout+xml"/>
  <Override PartName="/ppt/slideLayouts/slideLayout445.xml" ContentType="application/vnd.openxmlformats-officedocument.presentationml.slideLayout+xml"/>
  <Override PartName="/ppt/slideLayouts/slideLayout446.xml" ContentType="application/vnd.openxmlformats-officedocument.presentationml.slideLayout+xml"/>
  <Override PartName="/ppt/slideLayouts/slideLayout447.xml" ContentType="application/vnd.openxmlformats-officedocument.presentationml.slideLayout+xml"/>
  <Override PartName="/ppt/slideLayouts/slideLayout448.xml" ContentType="application/vnd.openxmlformats-officedocument.presentationml.slideLayout+xml"/>
  <Override PartName="/ppt/slideLayouts/slideLayout449.xml" ContentType="application/vnd.openxmlformats-officedocument.presentationml.slideLayout+xml"/>
  <Override PartName="/ppt/slideLayouts/slideLayout455.xml" ContentType="application/vnd.openxmlformats-officedocument.presentationml.slideLayout+xml"/>
  <Override PartName="/ppt/slideLayouts/slideLayout457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0" autoCompressPictures="0">
  <p:sldMasterIdLst>
    <p:sldMasterId id="2147483664" r:id="rId1"/>
    <p:sldMasterId id="2147484066" r:id="rId2"/>
    <p:sldMasterId id="2147484152" r:id="rId3"/>
    <p:sldMasterId id="2147484246" r:id="rId4"/>
    <p:sldMasterId id="2147484109" r:id="rId5"/>
    <p:sldMasterId id="2147484307" r:id="rId6"/>
    <p:sldMasterId id="2147484372" r:id="rId7"/>
    <p:sldMasterId id="2147484430" r:id="rId8"/>
  </p:sldMasterIdLst>
  <p:notesMasterIdLst>
    <p:notesMasterId r:id="rId84"/>
  </p:notesMasterIdLst>
  <p:handoutMasterIdLst>
    <p:handoutMasterId r:id="rId85"/>
  </p:handoutMasterIdLst>
  <p:sldIdLst>
    <p:sldId id="382" r:id="rId17"/>
    <p:sldId id="308" r:id="rId18"/>
    <p:sldId id="309" r:id="rId19"/>
    <p:sldId id="311" r:id="rId20"/>
    <p:sldId id="374" r:id="rId21"/>
    <p:sldId id="312" r:id="rId22"/>
    <p:sldId id="314" r:id="rId23"/>
    <p:sldId id="315" r:id="rId24"/>
    <p:sldId id="316" r:id="rId25"/>
    <p:sldId id="317" r:id="rId26"/>
    <p:sldId id="318" r:id="rId27"/>
    <p:sldId id="320" r:id="rId28"/>
    <p:sldId id="322" r:id="rId29"/>
    <p:sldId id="323" r:id="rId30"/>
    <p:sldId id="324" r:id="rId31"/>
    <p:sldId id="325" r:id="rId32"/>
    <p:sldId id="326" r:id="rId33"/>
    <p:sldId id="327" r:id="rId34"/>
    <p:sldId id="328" r:id="rId35"/>
    <p:sldId id="329" r:id="rId36"/>
    <p:sldId id="330" r:id="rId37"/>
    <p:sldId id="331" r:id="rId38"/>
    <p:sldId id="332" r:id="rId39"/>
    <p:sldId id="290" r:id="rId40"/>
    <p:sldId id="333" r:id="rId41"/>
    <p:sldId id="334" r:id="rId42"/>
    <p:sldId id="335" r:id="rId43"/>
    <p:sldId id="336" r:id="rId44"/>
    <p:sldId id="337" r:id="rId45"/>
    <p:sldId id="338" r:id="rId46"/>
    <p:sldId id="339" r:id="rId47"/>
    <p:sldId id="340" r:id="rId48"/>
    <p:sldId id="341" r:id="rId49"/>
    <p:sldId id="307" r:id="rId50"/>
    <p:sldId id="342" r:id="rId51"/>
    <p:sldId id="359" r:id="rId52"/>
    <p:sldId id="360" r:id="rId53"/>
    <p:sldId id="357" r:id="rId54"/>
    <p:sldId id="355" r:id="rId55"/>
    <p:sldId id="356" r:id="rId56"/>
    <p:sldId id="354" r:id="rId57"/>
    <p:sldId id="295" r:id="rId60"/>
    <p:sldId id="303" r:id="rId71"/>
    <p:sldId id="256" r:id="rId72"/>
    <p:sldId id="257" r:id="rId73"/>
    <p:sldId id="258" r:id="rId74"/>
    <p:sldId id="259" r:id="rId75"/>
    <p:sldId id="260" r:id="rId76"/>
    <p:sldId id="261" r:id="rId77"/>
    <p:sldId id="368" r:id="rId78"/>
    <p:sldId id="369" r:id="rId79"/>
    <p:sldId id="370" r:id="rId80"/>
    <p:sldId id="371" r:id="rId81"/>
    <p:sldId id="372" r:id="rId82"/>
    <p:sldId id="373" r:id="rId83"/>
  </p:sldIdLst>
  <p:sldSz cx="12192000" cy="6858000"/>
  <p:notesSz cx="6858000" cy="12192000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TB Group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TB Group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TB Group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TB Group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TB Group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TB Group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TB Group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TB Group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TB Group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50">
          <p15:clr>
            <a:srgbClr val="A4A3A4"/>
          </p15:clr>
        </p15:guide>
        <p15:guide id="2" pos="7446">
          <p15:clr>
            <a:srgbClr val="A4A3A4"/>
          </p15:clr>
        </p15:guide>
        <p15:guide id="3" pos="3840" userDrawn="1">
          <p15:clr>
            <a:srgbClr val="A4A3A4"/>
          </p15:clr>
        </p15:guide>
        <p15:guide id="4" pos="1164" userDrawn="1">
          <p15:clr>
            <a:srgbClr val="A4A3A4"/>
          </p15:clr>
        </p15:guide>
        <p15:guide id="5" orient="horz" pos="867">
          <p15:clr>
            <a:srgbClr val="A4A3A4"/>
          </p15:clr>
        </p15:guide>
        <p15:guide id="6" pos="4815" userDrawn="1">
          <p15:clr>
            <a:srgbClr val="A4A3A4"/>
          </p15:clr>
        </p15:guide>
        <p15:guide id="7" orient="horz" pos="3997">
          <p15:clr>
            <a:srgbClr val="A4A3A4"/>
          </p15:clr>
        </p15:guide>
        <p15:guide id="8" orient="horz" pos="436">
          <p15:clr>
            <a:srgbClr val="A4A3A4"/>
          </p15:clr>
        </p15:guide>
        <p15:guide id="9" orient="horz" pos="232">
          <p15:clr>
            <a:srgbClr val="A4A3A4"/>
          </p15:clr>
        </p15:guide>
        <p15:guide id="10" pos="5087" userDrawn="1">
          <p15:clr>
            <a:srgbClr val="A4A3A4"/>
          </p15:clr>
        </p15:guide>
        <p15:guide id="11" orient="horz" pos="3181" userDrawn="1">
          <p15:clr>
            <a:srgbClr val="A4A3A4"/>
          </p15:clr>
        </p15:guide>
        <p15:guide id="12" orient="horz" pos="3861" userDrawn="1">
          <p15:clr>
            <a:srgbClr val="A4A3A4"/>
          </p15:clr>
        </p15:guide>
        <p15:guide id="13" pos="5019" userDrawn="1">
          <p15:clr>
            <a:srgbClr val="A4A3A4"/>
          </p15:clr>
        </p15:guide>
        <p15:guide id="15" orient="horz" pos="3135" userDrawn="1">
          <p15:clr>
            <a:srgbClr val="A4A3A4"/>
          </p15:clr>
        </p15:guide>
        <p15:guide id="16" orient="horz" pos="3974" userDrawn="1">
          <p15:clr>
            <a:srgbClr val="A4A3A4"/>
          </p15:clr>
        </p15:guide>
        <p15:guide id="17" pos="259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CB6C3"/>
    <a:srgbClr val="F5C482"/>
    <a:srgbClr val="AE895E"/>
    <a:srgbClr val="6B7683"/>
    <a:srgbClr val="00AAFF"/>
    <a:srgbClr val="0A2896"/>
    <a:srgbClr val="F8F8F8"/>
    <a:srgbClr val="1E4BD2"/>
    <a:srgbClr val="F3F7FA"/>
    <a:srgbClr val="EAED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5758FB7-9AC5-4552-8A53-C91805E547FA}" styleName="Стиль из темы 1 - акцент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Стиль из темы 1 - акцент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75" autoAdjust="0"/>
    <p:restoredTop sz="95401" autoAdjust="0"/>
  </p:normalViewPr>
  <p:slideViewPr>
    <p:cSldViewPr snapToGrid="0" snapToObjects="1" showGuides="1">
      <p:cViewPr varScale="1">
        <p:scale>
          <a:sx n="87" d="100"/>
          <a:sy n="87" d="100"/>
        </p:scale>
        <p:origin x="459" y="51"/>
      </p:cViewPr>
      <p:guideLst>
        <p:guide orient="horz" pos="550"/>
        <p:guide pos="7446"/>
        <p:guide pos="3840"/>
        <p:guide pos="1164"/>
        <p:guide orient="horz" pos="867"/>
        <p:guide pos="4815"/>
        <p:guide orient="horz" pos="3997"/>
        <p:guide orient="horz" pos="436"/>
        <p:guide orient="horz" pos="232"/>
        <p:guide pos="5087"/>
        <p:guide orient="horz" pos="3181"/>
        <p:guide orient="horz" pos="3861"/>
        <p:guide pos="5019"/>
        <p:guide orient="horz" pos="3135"/>
        <p:guide orient="horz" pos="3974"/>
        <p:guide pos="259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50" d="100"/>
          <a:sy n="50" d="100"/>
        </p:scale>
        <p:origin x="3126" y="48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60" Type="http://schemas.openxmlformats.org/officeDocument/2006/relationships/slide" Target="slides/slide5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Relationship Id="rId76" Type="http://schemas.openxmlformats.org/officeDocument/2006/relationships/slide" Target="slides/slide68.xml"/><Relationship Id="rId77" Type="http://schemas.openxmlformats.org/officeDocument/2006/relationships/slide" Target="slides/slide69.xml"/><Relationship Id="rId78" Type="http://schemas.openxmlformats.org/officeDocument/2006/relationships/slide" Target="slides/slide70.xml"/><Relationship Id="rId79" Type="http://schemas.openxmlformats.org/officeDocument/2006/relationships/slide" Target="slides/slide71.xml"/><Relationship Id="rId80" Type="http://schemas.openxmlformats.org/officeDocument/2006/relationships/slide" Target="slides/slide72.xml"/><Relationship Id="rId81" Type="http://schemas.openxmlformats.org/officeDocument/2006/relationships/slide" Target="slides/slide73.xml"/><Relationship Id="rId82" Type="http://schemas.openxmlformats.org/officeDocument/2006/relationships/slide" Target="slides/slide74.xml"/><Relationship Id="rId83" Type="http://schemas.openxmlformats.org/officeDocument/2006/relationships/slide" Target="slides/slide75.xml"/><Relationship Id="rId84" Type="http://schemas.openxmlformats.org/officeDocument/2006/relationships/notesMaster" Target="notesMasters/notesMaster1.xml"/><Relationship Id="rId85" Type="http://schemas.openxmlformats.org/officeDocument/2006/relationships/handoutMaster" Target="handoutMasters/handoutMaster1.xml"/><Relationship Id="rId94" Type="http://schemas.openxmlformats.org/officeDocument/2006/relationships/presProps" Target="presProps.xml"/><Relationship Id="rId95" Type="http://schemas.openxmlformats.org/officeDocument/2006/relationships/viewProps" Target="viewProps.xml"/><Relationship Id="rId96" Type="http://schemas.openxmlformats.org/officeDocument/2006/relationships/theme" Target="theme/theme1.xml"/><Relationship Id="rId97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Relationship Id="rId2" Type="http://schemas.openxmlformats.org/officeDocument/2006/relationships/chartUserShapes" Target="../drawings/drawing1.xml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gradFill flip="none" rotWithShape="1">
              <a:gsLst>
                <a:gs pos="30000">
                  <a:schemeClr val="accent4"/>
                </a:gs>
                <a:gs pos="100000">
                  <a:schemeClr val="accent4">
                    <a:alpha val="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99C-489D-90D7-3C0383772A4F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>
            <a:gradFill flip="none" rotWithShape="1">
              <a:gsLst>
                <a:gs pos="30000">
                  <a:schemeClr val="accent1"/>
                </a:gs>
                <a:gs pos="100000">
                  <a:schemeClr val="accent4"/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99C-489D-90D7-3C0383772A4F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99C-489D-90D7-3C0383772A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2010359168"/>
        <c:axId val="2010359496"/>
      </c:barChart>
      <c:catAx>
        <c:axId val="20103591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010359496"/>
        <c:crosses val="autoZero"/>
        <c:auto val="1"/>
        <c:lblAlgn val="ctr"/>
        <c:lblOffset val="100"/>
        <c:noMultiLvlLbl val="0"/>
      </c:catAx>
      <c:valAx>
        <c:axId val="2010359496"/>
        <c:scaling>
          <c:orientation val="minMax"/>
        </c:scaling>
        <c:delete val="1"/>
        <c:axPos val="l"/>
        <c:majorGridlines>
          <c:spPr>
            <a:ln w="0" cap="flat" cmpd="sng" algn="ctr">
              <a:gradFill>
                <a:gsLst>
                  <a:gs pos="100000">
                    <a:schemeClr val="tx1">
                      <a:lumMod val="5000"/>
                      <a:lumOff val="95000"/>
                    </a:schemeClr>
                  </a:gs>
                  <a:gs pos="0">
                    <a:schemeClr val="tx1">
                      <a:lumMod val="25000"/>
                      <a:lumOff val="7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20103591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gradFill flip="none" rotWithShape="1">
              <a:gsLst>
                <a:gs pos="30000">
                  <a:schemeClr val="accent4"/>
                </a:gs>
                <a:gs pos="100000">
                  <a:schemeClr val="accent4">
                    <a:alpha val="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6BA-44A8-AA7B-93E76F8EB44E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>
            <a:gradFill flip="none" rotWithShape="1">
              <a:gsLst>
                <a:gs pos="30000">
                  <a:schemeClr val="accent1"/>
                </a:gs>
                <a:gs pos="100000">
                  <a:schemeClr val="accent4"/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6BA-44A8-AA7B-93E76F8EB44E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6BA-44A8-AA7B-93E76F8EB4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2010359168"/>
        <c:axId val="2010359496"/>
      </c:barChart>
      <c:catAx>
        <c:axId val="20103591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010359496"/>
        <c:crosses val="autoZero"/>
        <c:auto val="1"/>
        <c:lblAlgn val="ctr"/>
        <c:lblOffset val="100"/>
        <c:noMultiLvlLbl val="0"/>
      </c:catAx>
      <c:valAx>
        <c:axId val="2010359496"/>
        <c:scaling>
          <c:orientation val="minMax"/>
        </c:scaling>
        <c:delete val="1"/>
        <c:axPos val="l"/>
        <c:majorGridlines>
          <c:spPr>
            <a:ln w="0" cap="flat" cmpd="sng" algn="ctr">
              <a:gradFill>
                <a:gsLst>
                  <a:gs pos="100000">
                    <a:schemeClr val="tx1">
                      <a:lumMod val="5000"/>
                      <a:lumOff val="95000"/>
                    </a:schemeClr>
                  </a:gs>
                  <a:gs pos="0">
                    <a:schemeClr val="tx1">
                      <a:lumMod val="25000"/>
                      <a:lumOff val="7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20103591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0092197972199228E-2"/>
          <c:y val="4.6930282495441344E-2"/>
          <c:w val="0.6131126510019671"/>
          <c:h val="0.90613943500911731"/>
        </c:manualLayout>
      </c:layout>
      <c:doughnut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Продажи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372-4BB1-B6C3-692C2EFBE86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372-4BB1-B6C3-692C2EFBE86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372-4BB1-B6C3-692C2EFBE86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372-4BB1-B6C3-692C2EFBE867}"/>
              </c:ext>
            </c:extLst>
          </c:dPt>
          <c:cat>
            <c:strRef>
              <c:f>Лист1!$A$2:$A$5</c:f>
              <c:strCache>
                <c:ptCount val="4"/>
                <c:pt idx="0">
                  <c:v>Название блока</c:v>
                </c:pt>
                <c:pt idx="1">
                  <c:v>Название блока</c:v>
                </c:pt>
                <c:pt idx="2">
                  <c:v>Название блока</c:v>
                </c:pt>
                <c:pt idx="3">
                  <c:v>Название блока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372-4BB1-B6C3-692C2EFBE8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1">
    <c:autoUpdate val="0"/>
  </c:externalData>
  <c:userShapes r:id="rId2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dirty="0">
                <a:solidFill>
                  <a:srgbClr val="0A2896"/>
                </a:solidFill>
                <a:latin typeface="VTB Group Book" panose="020B0503040504020204" pitchFamily="34" charset="-52"/>
              </a:rPr>
              <a:t>Название диаграммы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radarChart>
        <c:radarStyle val="filled"/>
        <c:varyColors val="0"/>
        <c:ser>
          <c:idx val="1"/>
          <c:order val="0"/>
          <c:tx>
            <c:strRef>
              <c:f>Лист1!$C$1</c:f>
              <c:strCache>
                <c:ptCount val="1"/>
                <c:pt idx="0">
                  <c:v>Название блока</c:v>
                </c:pt>
              </c:strCache>
            </c:strRef>
          </c:tx>
          <c:spPr>
            <a:gradFill>
              <a:gsLst>
                <a:gs pos="30000">
                  <a:schemeClr val="accent1"/>
                </a:gs>
                <a:gs pos="100000">
                  <a:schemeClr val="accent4"/>
                </a:gs>
              </a:gsLst>
              <a:lin ang="0" scaled="0"/>
            </a:gradFill>
            <a:ln w="9525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  <a:effectLst/>
          </c:spPr>
          <c:cat>
            <c:strRef>
              <c:f>Лист1!$A$2:$A$6</c:f>
              <c:strCache>
                <c:ptCount val="5"/>
                <c:pt idx="0">
                  <c:v>100%</c:v>
                </c:pt>
                <c:pt idx="1">
                  <c:v>Топ 10</c:v>
                </c:pt>
                <c:pt idx="2">
                  <c:v>Топ 10</c:v>
                </c:pt>
                <c:pt idx="3">
                  <c:v>0%</c:v>
                </c:pt>
                <c:pt idx="4">
                  <c:v>0%</c:v>
                </c:pt>
              </c:strCache>
            </c:strRef>
          </c:cat>
          <c:val>
            <c:numRef>
              <c:f>Лист1!$C$2:$C$6</c:f>
              <c:numCache>
                <c:formatCode>General</c:formatCode>
                <c:ptCount val="5"/>
                <c:pt idx="0">
                  <c:v>28</c:v>
                </c:pt>
                <c:pt idx="1">
                  <c:v>28</c:v>
                </c:pt>
                <c:pt idx="2">
                  <c:v>28</c:v>
                </c:pt>
                <c:pt idx="3">
                  <c:v>28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FAC-4671-B87C-35FC16BB6F6C}"/>
            </c:ext>
          </c:extLst>
        </c:ser>
        <c:ser>
          <c:idx val="0"/>
          <c:order val="1"/>
          <c:tx>
            <c:strRef>
              <c:f>Лист1!$D$1</c:f>
              <c:strCache>
                <c:ptCount val="1"/>
                <c:pt idx="0">
                  <c:v>Название блока</c:v>
                </c:pt>
              </c:strCache>
            </c:strRef>
          </c:tx>
          <c:spPr>
            <a:solidFill>
              <a:schemeClr val="accent2"/>
            </a:solidFill>
            <a:ln w="6350">
              <a:solidFill>
                <a:schemeClr val="bg1"/>
              </a:solidFill>
            </a:ln>
            <a:effectLst/>
          </c:spPr>
          <c:cat>
            <c:strRef>
              <c:f>Лист1!$A$2:$A$6</c:f>
              <c:strCache>
                <c:ptCount val="5"/>
                <c:pt idx="0">
                  <c:v>100%</c:v>
                </c:pt>
                <c:pt idx="1">
                  <c:v>Топ 10</c:v>
                </c:pt>
                <c:pt idx="2">
                  <c:v>Топ 10</c:v>
                </c:pt>
                <c:pt idx="3">
                  <c:v>0%</c:v>
                </c:pt>
                <c:pt idx="4">
                  <c:v>0%</c:v>
                </c:pt>
              </c:strCache>
            </c:strRef>
          </c:cat>
          <c:val>
            <c:numRef>
              <c:f>Лист1!$D$2:$D$6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FAC-4671-B87C-35FC16BB6F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91093480"/>
        <c:axId val="613780280"/>
      </c:radarChart>
      <c:catAx>
        <c:axId val="13910934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t" anchorCtr="0"/>
          <a:lstStyle/>
          <a:p>
            <a:pPr>
              <a:defRPr sz="2400" b="0" i="0" u="none" strike="noStrike" kern="1200" baseline="0">
                <a:solidFill>
                  <a:srgbClr val="0A2896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13780280"/>
        <c:crosses val="autoZero"/>
        <c:auto val="1"/>
        <c:lblAlgn val="ctr"/>
        <c:lblOffset val="100"/>
        <c:noMultiLvlLbl val="0"/>
      </c:catAx>
      <c:valAx>
        <c:axId val="613780280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rgbClr val="6B7683"/>
              </a:solidFill>
              <a:round/>
            </a:ln>
            <a:effectLst/>
          </c:spPr>
        </c:majorGridlines>
        <c:minorGridlines>
          <c:spPr>
            <a:ln w="3175" cap="flat" cmpd="sng" algn="ctr">
              <a:solidFill>
                <a:srgbClr val="FFFFFF"/>
              </a:solidFill>
              <a:round/>
              <a:tailEnd type="triangle"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crossAx val="1391093480"/>
        <c:crosses val="autoZero"/>
        <c:crossBetween val="between"/>
      </c:valAx>
      <c:spPr>
        <a:noFill/>
        <a:ln w="6350">
          <a:solidFill>
            <a:srgbClr val="F8F8F8"/>
          </a:solidFill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2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1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2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0.10176</cdr:x>
      <cdr:y>0.7938</cdr:y>
    </cdr:from>
    <cdr:to>
      <cdr:x>0.23882</cdr:x>
      <cdr:y>0.98739</cdr:y>
    </cdr:to>
    <cdr:sp macro="" textlink="">
      <cdr:nvSpPr>
        <cdr:cNvPr id="4" name="Полилиния: фигура 3">
          <a:extLst xmlns:a="http://schemas.openxmlformats.org/drawingml/2006/main">
            <a:ext uri="{FF2B5EF4-FFF2-40B4-BE49-F238E27FC236}">
              <a16:creationId xmlns:a16="http://schemas.microsoft.com/office/drawing/2014/main" id="{B1CD76E6-7284-4292-8D61-DCF892445858}"/>
            </a:ext>
          </a:extLst>
        </cdr:cNvPr>
        <cdr:cNvSpPr/>
      </cdr:nvSpPr>
      <cdr:spPr>
        <a:xfrm xmlns:a="http://schemas.openxmlformats.org/drawingml/2006/main">
          <a:off x="523329" y="2362963"/>
          <a:ext cx="704850" cy="576263"/>
        </a:xfrm>
        <a:custGeom xmlns:a="http://schemas.openxmlformats.org/drawingml/2006/main">
          <a:avLst/>
          <a:gdLst>
            <a:gd name="connsiteX0" fmla="*/ 704850 w 704850"/>
            <a:gd name="connsiteY0" fmla="*/ 0 h 576263"/>
            <a:gd name="connsiteX1" fmla="*/ 338137 w 704850"/>
            <a:gd name="connsiteY1" fmla="*/ 576263 h 576263"/>
            <a:gd name="connsiteX2" fmla="*/ 0 w 704850"/>
            <a:gd name="connsiteY2" fmla="*/ 576263 h 576263"/>
          </a:gdLst>
          <a:ahLst/>
          <a:cxnLst>
            <a:cxn ang="0">
              <a:pos x="connsiteX0" y="connsiteY0"/>
            </a:cxn>
            <a:cxn ang="0">
              <a:pos x="connsiteX1" y="connsiteY1"/>
            </a:cxn>
            <a:cxn ang="0">
              <a:pos x="connsiteX2" y="connsiteY2"/>
            </a:cxn>
          </a:cxnLst>
          <a:rect l="l" t="t" r="r" b="b"/>
          <a:pathLst>
            <a:path w="704850" h="576263">
              <a:moveTo>
                <a:pt x="704850" y="0"/>
              </a:moveTo>
              <a:lnTo>
                <a:pt x="338137" y="576263"/>
              </a:lnTo>
              <a:lnTo>
                <a:pt x="0" y="576263"/>
              </a:lnTo>
            </a:path>
          </a:pathLst>
        </a:custGeom>
        <a:noFill xmlns:a="http://schemas.openxmlformats.org/drawingml/2006/main"/>
        <a:ln xmlns:a="http://schemas.openxmlformats.org/drawingml/2006/main" w="6350"/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ru-RU" dirty="0">
            <a:latin typeface="VTB Group Book" panose="020B0503040504020204" pitchFamily="34" charset="-52"/>
          </a:endParaRPr>
        </a:p>
      </cdr:txBody>
    </cdr:sp>
  </cdr:relSizeAnchor>
  <cdr:relSizeAnchor xmlns:cdr="http://schemas.openxmlformats.org/drawingml/2006/chartDrawing">
    <cdr:from>
      <cdr:x>0.00036</cdr:x>
      <cdr:y>0.29677</cdr:y>
    </cdr:from>
    <cdr:to>
      <cdr:x>0.15408</cdr:x>
      <cdr:y>0.36717</cdr:y>
    </cdr:to>
    <cdr:sp macro="" textlink="">
      <cdr:nvSpPr>
        <cdr:cNvPr id="5" name="Полилиния: фигура 4">
          <a:extLst xmlns:a="http://schemas.openxmlformats.org/drawingml/2006/main">
            <a:ext uri="{FF2B5EF4-FFF2-40B4-BE49-F238E27FC236}">
              <a16:creationId xmlns:a16="http://schemas.microsoft.com/office/drawing/2014/main" id="{F910A9A1-777E-47F6-B060-CA62F89FD4DA}"/>
            </a:ext>
          </a:extLst>
        </cdr:cNvPr>
        <cdr:cNvSpPr/>
      </cdr:nvSpPr>
      <cdr:spPr>
        <a:xfrm xmlns:a="http://schemas.openxmlformats.org/drawingml/2006/main">
          <a:off x="1836" y="883414"/>
          <a:ext cx="790575" cy="209550"/>
        </a:xfrm>
        <a:custGeom xmlns:a="http://schemas.openxmlformats.org/drawingml/2006/main">
          <a:avLst/>
          <a:gdLst>
            <a:gd name="connsiteX0" fmla="*/ 790575 w 790575"/>
            <a:gd name="connsiteY0" fmla="*/ 209550 h 209550"/>
            <a:gd name="connsiteX1" fmla="*/ 307975 w 790575"/>
            <a:gd name="connsiteY1" fmla="*/ 0 h 209550"/>
            <a:gd name="connsiteX2" fmla="*/ 0 w 790575"/>
            <a:gd name="connsiteY2" fmla="*/ 0 h 209550"/>
          </a:gdLst>
          <a:ahLst/>
          <a:cxnLst>
            <a:cxn ang="0">
              <a:pos x="connsiteX0" y="connsiteY0"/>
            </a:cxn>
            <a:cxn ang="0">
              <a:pos x="connsiteX1" y="connsiteY1"/>
            </a:cxn>
            <a:cxn ang="0">
              <a:pos x="connsiteX2" y="connsiteY2"/>
            </a:cxn>
          </a:cxnLst>
          <a:rect l="l" t="t" r="r" b="b"/>
          <a:pathLst>
            <a:path w="790575" h="209550">
              <a:moveTo>
                <a:pt x="790575" y="209550"/>
              </a:moveTo>
              <a:lnTo>
                <a:pt x="307975" y="0"/>
              </a:lnTo>
              <a:lnTo>
                <a:pt x="0" y="0"/>
              </a:lnTo>
            </a:path>
          </a:pathLst>
        </a:custGeom>
        <a:noFill xmlns:a="http://schemas.openxmlformats.org/drawingml/2006/main"/>
        <a:ln xmlns:a="http://schemas.openxmlformats.org/drawingml/2006/main" w="6350">
          <a:solidFill>
            <a:schemeClr val="accent2"/>
          </a:solidFill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ru-RU" dirty="0">
            <a:latin typeface="VTB Group Book" panose="020B0503040504020204" pitchFamily="34" charset="-52"/>
          </a:endParaRPr>
        </a:p>
      </cdr:txBody>
    </cdr:sp>
  </cdr:relSizeAnchor>
</c:userShape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8E014921-C934-42E1-933D-CB1866EFEB6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D57C898-1BD9-4D09-8BD1-2BFFBB82B6B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5431AC8C-4A91-4075-AF26-427289660DCD}" type="datetimeFigureOut">
              <a:rPr lang="ru-RU"/>
              <a:pPr>
                <a:defRPr/>
              </a:pPr>
              <a:t>11.09.2026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AE33006-127F-4E87-9188-1B37E46B132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90CDEA1-6713-4D90-9372-601C2F41D9B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B6E1A57-165D-417A-BD05-3F3080FCA2B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VTB Group Book" panose="020B0503040504020204" pitchFamily="34" charset="-52"/>
              </a:rPr>
              <a:t>64</a:t>
            </a:fld>
            <a:endParaRPr lang="en-US">
              <a:latin typeface="VTB Group Book" panose="020B0503040504020204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VTB Group Book" panose="020B0503040504020204" pitchFamily="34" charset="-52"/>
              </a:rPr>
              <a:t>65</a:t>
            </a:fld>
            <a:endParaRPr lang="en-US">
              <a:latin typeface="VTB Group Book" panose="020B0503040504020204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VTB Group Book" panose="020B0503040504020204" pitchFamily="34" charset="-52"/>
              </a:rPr>
              <a:t>66</a:t>
            </a:fld>
            <a:endParaRPr lang="en-US">
              <a:latin typeface="VTB Group Book" panose="020B0503040504020204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VTB Group Book" panose="020B0503040504020204" pitchFamily="34" charset="-52"/>
              </a:rPr>
              <a:t>67</a:t>
            </a:fld>
            <a:endParaRPr lang="en-US">
              <a:latin typeface="VTB Group Book" panose="020B0503040504020204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VTB Group Book" panose="020B0503040504020204" pitchFamily="34" charset="-52"/>
              </a:rPr>
              <a:t>68</a:t>
            </a:fld>
            <a:endParaRPr lang="en-US">
              <a:latin typeface="VTB Group Book" panose="020B0503040504020204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VTB Group Book" panose="020B0503040504020204" pitchFamily="34" charset="-52"/>
              </a:rPr>
              <a:t>69</a:t>
            </a:fld>
            <a:endParaRPr lang="en-US">
              <a:latin typeface="VTB Group Book" panose="020B0503040504020204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VTB Group Book" panose="020B0503040504020204" pitchFamily="34" charset="-52"/>
              </a:rPr>
              <a:t>70</a:t>
            </a:fld>
            <a:endParaRPr lang="en-US">
              <a:latin typeface="VTB Group Book" panose="020B0503040504020204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VTB Group Book" panose="020B0503040504020204" pitchFamily="34" charset="-52"/>
              </a:rPr>
              <a:t>71</a:t>
            </a:fld>
            <a:endParaRPr lang="en-US">
              <a:latin typeface="VTB Group Book" panose="020B0503040504020204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VTB Group Book" panose="020B0503040504020204" pitchFamily="34" charset="-52"/>
              </a:rPr>
              <a:t>72</a:t>
            </a:fld>
            <a:endParaRPr lang="en-US">
              <a:latin typeface="VTB Group Book" panose="020B0503040504020204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VTB Group Book" panose="020B0503040504020204" pitchFamily="34" charset="-52"/>
              </a:rPr>
              <a:t>73</a:t>
            </a:fld>
            <a:endParaRPr lang="en-US">
              <a:latin typeface="VTB Group Book" panose="020B0503040504020204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VTB Group Book" panose="020B0503040504020204" pitchFamily="34" charset="-52"/>
              </a:rPr>
              <a:t>74</a:t>
            </a:fld>
            <a:endParaRPr lang="en-US">
              <a:latin typeface="VTB Group Book" panose="020B0503040504020204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VTB Group Book" panose="020B0503040504020204" pitchFamily="34" charset="-52"/>
              </a:rPr>
              <a:t>75</a:t>
            </a:fld>
            <a:endParaRPr lang="en-US">
              <a:latin typeface="VTB Group Book" panose="020B0503040504020204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4.svg"/><Relationship Id="rId6" Type="http://schemas.openxmlformats.org/officeDocument/2006/relationships/image" Target="../media/image15.png"/><Relationship Id="rId7" Type="http://schemas.openxmlformats.org/officeDocument/2006/relationships/image" Target="../media/image16.svg"/><Relationship Id="rId8" Type="http://schemas.openxmlformats.org/officeDocument/2006/relationships/image" Target="../media/image17.png"/><Relationship Id="rId9" Type="http://schemas.openxmlformats.org/officeDocument/2006/relationships/image" Target="../media/image18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jp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9.png"/><Relationship Id="rId7" Type="http://schemas.openxmlformats.org/officeDocument/2006/relationships/image" Target="../media/image1.png"/><Relationship Id="rId8" Type="http://schemas.openxmlformats.org/officeDocument/2006/relationships/image" Target="../media/image2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3.png"/><Relationship Id="rId4" Type="http://schemas.openxmlformats.org/officeDocument/2006/relationships/image" Target="../media/image24.svg"/><Relationship Id="rId5" Type="http://schemas.openxmlformats.org/officeDocument/2006/relationships/image" Target="../media/image9.png"/><Relationship Id="rId6" Type="http://schemas.openxmlformats.org/officeDocument/2006/relationships/image" Target="../media/image25.svg"/><Relationship Id="rId7" Type="http://schemas.openxmlformats.org/officeDocument/2006/relationships/image" Target="../media/image10.png"/><Relationship Id="rId8" Type="http://schemas.openxmlformats.org/officeDocument/2006/relationships/image" Target="../media/image11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jp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4.svg"/><Relationship Id="rId6" Type="http://schemas.openxmlformats.org/officeDocument/2006/relationships/image" Target="../media/image15.png"/><Relationship Id="rId7" Type="http://schemas.openxmlformats.org/officeDocument/2006/relationships/image" Target="../media/image16.svg"/><Relationship Id="rId8" Type="http://schemas.openxmlformats.org/officeDocument/2006/relationships/image" Target="../media/image17.png"/><Relationship Id="rId9" Type="http://schemas.openxmlformats.org/officeDocument/2006/relationships/image" Target="../media/image18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svg"/><Relationship Id="rId5" Type="http://schemas.openxmlformats.org/officeDocument/2006/relationships/image" Target="../media/image15.png"/><Relationship Id="rId6" Type="http://schemas.openxmlformats.org/officeDocument/2006/relationships/image" Target="../media/image16.svg"/><Relationship Id="rId7" Type="http://schemas.openxmlformats.org/officeDocument/2006/relationships/image" Target="../media/image17.png"/><Relationship Id="rId8" Type="http://schemas.openxmlformats.org/officeDocument/2006/relationships/image" Target="../media/image18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jp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28.png"/><Relationship Id="rId6" Type="http://schemas.openxmlformats.org/officeDocument/2006/relationships/image" Target="../media/image29.svg"/><Relationship Id="rId7" Type="http://schemas.openxmlformats.org/officeDocument/2006/relationships/image" Target="../media/image30.png"/><Relationship Id="rId8" Type="http://schemas.openxmlformats.org/officeDocument/2006/relationships/image" Target="../media/image31.svg"/><Relationship Id="rId9" Type="http://schemas.openxmlformats.org/officeDocument/2006/relationships/image" Target="../media/image32.png"/><Relationship Id="rId10" Type="http://schemas.openxmlformats.org/officeDocument/2006/relationships/image" Target="../media/image33.svg"/><Relationship Id="rId11" Type="http://schemas.openxmlformats.org/officeDocument/2006/relationships/image" Target="../media/image34.svg"/><Relationship Id="rId12" Type="http://schemas.openxmlformats.org/officeDocument/2006/relationships/image" Target="../media/image35.svg"/><Relationship Id="rId13" Type="http://schemas.openxmlformats.org/officeDocument/2006/relationships/image" Target="../media/image36.png"/><Relationship Id="rId14" Type="http://schemas.openxmlformats.org/officeDocument/2006/relationships/image" Target="../media/image37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jp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9.png"/><Relationship Id="rId6" Type="http://schemas.openxmlformats.org/officeDocument/2006/relationships/image" Target="../media/image40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svg"/><Relationship Id="rId7" Type="http://schemas.openxmlformats.org/officeDocument/2006/relationships/image" Target="../media/image44.png"/><Relationship Id="rId8" Type="http://schemas.openxmlformats.org/officeDocument/2006/relationships/image" Target="../media/image45.sv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46.png"/><Relationship Id="rId5" Type="http://schemas.openxmlformats.org/officeDocument/2006/relationships/image" Target="../media/image47.svg"/><Relationship Id="rId6" Type="http://schemas.openxmlformats.org/officeDocument/2006/relationships/image" Target="../media/image48.png"/><Relationship Id="rId7" Type="http://schemas.openxmlformats.org/officeDocument/2006/relationships/image" Target="../media/image49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50.png"/><Relationship Id="rId5" Type="http://schemas.openxmlformats.org/officeDocument/2006/relationships/image" Target="../media/image51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52.png"/><Relationship Id="rId5" Type="http://schemas.openxmlformats.org/officeDocument/2006/relationships/image" Target="../media/image53.svg"/><Relationship Id="rId6" Type="http://schemas.openxmlformats.org/officeDocument/2006/relationships/image" Target="../media/image54.png"/><Relationship Id="rId7" Type="http://schemas.openxmlformats.org/officeDocument/2006/relationships/image" Target="../media/image55.svg"/><Relationship Id="rId8" Type="http://schemas.openxmlformats.org/officeDocument/2006/relationships/image" Target="../media/image56.sv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1.jpe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sv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2.jp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4.svg"/><Relationship Id="rId6" Type="http://schemas.openxmlformats.org/officeDocument/2006/relationships/image" Target="../media/image15.png"/><Relationship Id="rId7" Type="http://schemas.openxmlformats.org/officeDocument/2006/relationships/image" Target="../media/image16.svg"/><Relationship Id="rId8" Type="http://schemas.openxmlformats.org/officeDocument/2006/relationships/image" Target="../media/image17.png"/><Relationship Id="rId9" Type="http://schemas.openxmlformats.org/officeDocument/2006/relationships/image" Target="../media/image18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3.jp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9.png"/><Relationship Id="rId7" Type="http://schemas.openxmlformats.org/officeDocument/2006/relationships/image" Target="../media/image1.png"/><Relationship Id="rId8" Type="http://schemas.openxmlformats.org/officeDocument/2006/relationships/image" Target="../media/image2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1.jpeg"/><Relationship Id="rId3" Type="http://schemas.openxmlformats.org/officeDocument/2006/relationships/image" Target="../media/image23.png"/><Relationship Id="rId4" Type="http://schemas.openxmlformats.org/officeDocument/2006/relationships/image" Target="../media/image24.svg"/><Relationship Id="rId5" Type="http://schemas.openxmlformats.org/officeDocument/2006/relationships/image" Target="../media/image9.png"/><Relationship Id="rId6" Type="http://schemas.openxmlformats.org/officeDocument/2006/relationships/image" Target="../media/image25.svg"/><Relationship Id="rId7" Type="http://schemas.openxmlformats.org/officeDocument/2006/relationships/image" Target="../media/image10.png"/><Relationship Id="rId8" Type="http://schemas.openxmlformats.org/officeDocument/2006/relationships/image" Target="../media/image11.sv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4.jp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4.svg"/><Relationship Id="rId6" Type="http://schemas.openxmlformats.org/officeDocument/2006/relationships/image" Target="../media/image15.png"/><Relationship Id="rId7" Type="http://schemas.openxmlformats.org/officeDocument/2006/relationships/image" Target="../media/image16.svg"/><Relationship Id="rId8" Type="http://schemas.openxmlformats.org/officeDocument/2006/relationships/image" Target="../media/image17.png"/><Relationship Id="rId9" Type="http://schemas.openxmlformats.org/officeDocument/2006/relationships/image" Target="../media/image18.sv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svg"/><Relationship Id="rId5" Type="http://schemas.openxmlformats.org/officeDocument/2006/relationships/image" Target="../media/image15.png"/><Relationship Id="rId6" Type="http://schemas.openxmlformats.org/officeDocument/2006/relationships/image" Target="../media/image16.svg"/><Relationship Id="rId7" Type="http://schemas.openxmlformats.org/officeDocument/2006/relationships/image" Target="../media/image17.png"/><Relationship Id="rId8" Type="http://schemas.openxmlformats.org/officeDocument/2006/relationships/image" Target="../media/image18.sv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5.jp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28.png"/><Relationship Id="rId6" Type="http://schemas.openxmlformats.org/officeDocument/2006/relationships/image" Target="../media/image29.svg"/><Relationship Id="rId7" Type="http://schemas.openxmlformats.org/officeDocument/2006/relationships/image" Target="../media/image30.png"/><Relationship Id="rId8" Type="http://schemas.openxmlformats.org/officeDocument/2006/relationships/image" Target="../media/image31.svg"/><Relationship Id="rId9" Type="http://schemas.openxmlformats.org/officeDocument/2006/relationships/image" Target="../media/image32.png"/><Relationship Id="rId10" Type="http://schemas.openxmlformats.org/officeDocument/2006/relationships/image" Target="../media/image33.svg"/><Relationship Id="rId11" Type="http://schemas.openxmlformats.org/officeDocument/2006/relationships/image" Target="../media/image34.svg"/><Relationship Id="rId12" Type="http://schemas.openxmlformats.org/officeDocument/2006/relationships/image" Target="../media/image35.svg"/><Relationship Id="rId13" Type="http://schemas.openxmlformats.org/officeDocument/2006/relationships/image" Target="../media/image36.png"/><Relationship Id="rId14" Type="http://schemas.openxmlformats.org/officeDocument/2006/relationships/image" Target="../media/image37.sv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jp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9.png"/><Relationship Id="rId6" Type="http://schemas.openxmlformats.org/officeDocument/2006/relationships/image" Target="../media/image40.pn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svg"/><Relationship Id="rId7" Type="http://schemas.openxmlformats.org/officeDocument/2006/relationships/image" Target="../media/image44.png"/><Relationship Id="rId8" Type="http://schemas.openxmlformats.org/officeDocument/2006/relationships/image" Target="../media/image45.svg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46.png"/><Relationship Id="rId5" Type="http://schemas.openxmlformats.org/officeDocument/2006/relationships/image" Target="../media/image47.svg"/><Relationship Id="rId6" Type="http://schemas.openxmlformats.org/officeDocument/2006/relationships/image" Target="../media/image48.png"/><Relationship Id="rId7" Type="http://schemas.openxmlformats.org/officeDocument/2006/relationships/image" Target="../media/image49.svg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50.png"/><Relationship Id="rId5" Type="http://schemas.openxmlformats.org/officeDocument/2006/relationships/image" Target="../media/image51.svg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86.png"/><Relationship Id="rId5" Type="http://schemas.openxmlformats.org/officeDocument/2006/relationships/image" Target="../media/image87.svg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52.png"/><Relationship Id="rId5" Type="http://schemas.openxmlformats.org/officeDocument/2006/relationships/image" Target="../media/image53.svg"/><Relationship Id="rId6" Type="http://schemas.openxmlformats.org/officeDocument/2006/relationships/image" Target="../media/image54.png"/><Relationship Id="rId7" Type="http://schemas.openxmlformats.org/officeDocument/2006/relationships/image" Target="../media/image55.svg"/><Relationship Id="rId8" Type="http://schemas.openxmlformats.org/officeDocument/2006/relationships/image" Target="../media/image56.svg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8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svg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9.jp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4.svg"/><Relationship Id="rId6" Type="http://schemas.openxmlformats.org/officeDocument/2006/relationships/image" Target="../media/image15.png"/><Relationship Id="rId7" Type="http://schemas.openxmlformats.org/officeDocument/2006/relationships/image" Target="../media/image16.svg"/><Relationship Id="rId8" Type="http://schemas.openxmlformats.org/officeDocument/2006/relationships/image" Target="../media/image17.png"/><Relationship Id="rId9" Type="http://schemas.openxmlformats.org/officeDocument/2006/relationships/image" Target="../media/image18.svg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0.jp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9.png"/><Relationship Id="rId7" Type="http://schemas.openxmlformats.org/officeDocument/2006/relationships/image" Target="../media/image1.png"/><Relationship Id="rId8" Type="http://schemas.openxmlformats.org/officeDocument/2006/relationships/image" Target="../media/image2.svg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8.jpg"/><Relationship Id="rId3" Type="http://schemas.openxmlformats.org/officeDocument/2006/relationships/image" Target="../media/image23.png"/><Relationship Id="rId4" Type="http://schemas.openxmlformats.org/officeDocument/2006/relationships/image" Target="../media/image24.svg"/><Relationship Id="rId5" Type="http://schemas.openxmlformats.org/officeDocument/2006/relationships/image" Target="../media/image9.png"/><Relationship Id="rId6" Type="http://schemas.openxmlformats.org/officeDocument/2006/relationships/image" Target="../media/image25.svg"/><Relationship Id="rId7" Type="http://schemas.openxmlformats.org/officeDocument/2006/relationships/image" Target="../media/image10.png"/><Relationship Id="rId8" Type="http://schemas.openxmlformats.org/officeDocument/2006/relationships/image" Target="../media/image11.svg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1.jp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4.svg"/><Relationship Id="rId6" Type="http://schemas.openxmlformats.org/officeDocument/2006/relationships/image" Target="../media/image15.png"/><Relationship Id="rId7" Type="http://schemas.openxmlformats.org/officeDocument/2006/relationships/image" Target="../media/image16.svg"/><Relationship Id="rId8" Type="http://schemas.openxmlformats.org/officeDocument/2006/relationships/image" Target="../media/image17.png"/><Relationship Id="rId9" Type="http://schemas.openxmlformats.org/officeDocument/2006/relationships/image" Target="../media/image18.svg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svg"/><Relationship Id="rId5" Type="http://schemas.openxmlformats.org/officeDocument/2006/relationships/image" Target="../media/image15.png"/><Relationship Id="rId6" Type="http://schemas.openxmlformats.org/officeDocument/2006/relationships/image" Target="../media/image16.svg"/><Relationship Id="rId7" Type="http://schemas.openxmlformats.org/officeDocument/2006/relationships/image" Target="../media/image17.png"/><Relationship Id="rId8" Type="http://schemas.openxmlformats.org/officeDocument/2006/relationships/image" Target="../media/image18.svg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2.jp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28.png"/><Relationship Id="rId6" Type="http://schemas.openxmlformats.org/officeDocument/2006/relationships/image" Target="../media/image29.svg"/><Relationship Id="rId7" Type="http://schemas.openxmlformats.org/officeDocument/2006/relationships/image" Target="../media/image30.png"/><Relationship Id="rId8" Type="http://schemas.openxmlformats.org/officeDocument/2006/relationships/image" Target="../media/image31.svg"/><Relationship Id="rId9" Type="http://schemas.openxmlformats.org/officeDocument/2006/relationships/image" Target="../media/image32.png"/><Relationship Id="rId10" Type="http://schemas.openxmlformats.org/officeDocument/2006/relationships/image" Target="../media/image33.svg"/><Relationship Id="rId11" Type="http://schemas.openxmlformats.org/officeDocument/2006/relationships/image" Target="../media/image34.svg"/><Relationship Id="rId12" Type="http://schemas.openxmlformats.org/officeDocument/2006/relationships/image" Target="../media/image35.svg"/><Relationship Id="rId13" Type="http://schemas.openxmlformats.org/officeDocument/2006/relationships/image" Target="../media/image36.png"/><Relationship Id="rId14" Type="http://schemas.openxmlformats.org/officeDocument/2006/relationships/image" Target="../media/image37.svg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8.jp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9.png"/><Relationship Id="rId6" Type="http://schemas.openxmlformats.org/officeDocument/2006/relationships/image" Target="../media/image40.png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svg"/><Relationship Id="rId7" Type="http://schemas.openxmlformats.org/officeDocument/2006/relationships/image" Target="../media/image44.png"/><Relationship Id="rId8" Type="http://schemas.openxmlformats.org/officeDocument/2006/relationships/image" Target="../media/image45.svg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46.png"/><Relationship Id="rId5" Type="http://schemas.openxmlformats.org/officeDocument/2006/relationships/image" Target="../media/image47.svg"/><Relationship Id="rId6" Type="http://schemas.openxmlformats.org/officeDocument/2006/relationships/image" Target="../media/image48.png"/><Relationship Id="rId7" Type="http://schemas.openxmlformats.org/officeDocument/2006/relationships/image" Target="../media/image49.svg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50.png"/><Relationship Id="rId5" Type="http://schemas.openxmlformats.org/officeDocument/2006/relationships/image" Target="../media/image51.svg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86.png"/><Relationship Id="rId5" Type="http://schemas.openxmlformats.org/officeDocument/2006/relationships/image" Target="../media/image87.svg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52.png"/><Relationship Id="rId5" Type="http://schemas.openxmlformats.org/officeDocument/2006/relationships/image" Target="../media/image53.svg"/><Relationship Id="rId6" Type="http://schemas.openxmlformats.org/officeDocument/2006/relationships/image" Target="../media/image54.png"/><Relationship Id="rId7" Type="http://schemas.openxmlformats.org/officeDocument/2006/relationships/image" Target="../media/image55.svg"/><Relationship Id="rId8" Type="http://schemas.openxmlformats.org/officeDocument/2006/relationships/image" Target="../media/image56.svg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3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svg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4.jp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4.svg"/><Relationship Id="rId6" Type="http://schemas.openxmlformats.org/officeDocument/2006/relationships/image" Target="../media/image15.png"/><Relationship Id="rId7" Type="http://schemas.openxmlformats.org/officeDocument/2006/relationships/image" Target="../media/image16.svg"/><Relationship Id="rId8" Type="http://schemas.openxmlformats.org/officeDocument/2006/relationships/image" Target="../media/image17.png"/><Relationship Id="rId9" Type="http://schemas.openxmlformats.org/officeDocument/2006/relationships/image" Target="../media/image18.svg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5.jp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9.png"/><Relationship Id="rId7" Type="http://schemas.openxmlformats.org/officeDocument/2006/relationships/image" Target="../media/image1.png"/><Relationship Id="rId8" Type="http://schemas.openxmlformats.org/officeDocument/2006/relationships/image" Target="../media/image2.svg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3.jpg"/><Relationship Id="rId3" Type="http://schemas.openxmlformats.org/officeDocument/2006/relationships/image" Target="../media/image23.png"/><Relationship Id="rId4" Type="http://schemas.openxmlformats.org/officeDocument/2006/relationships/image" Target="../media/image24.svg"/><Relationship Id="rId5" Type="http://schemas.openxmlformats.org/officeDocument/2006/relationships/image" Target="../media/image9.png"/><Relationship Id="rId6" Type="http://schemas.openxmlformats.org/officeDocument/2006/relationships/image" Target="../media/image25.svg"/><Relationship Id="rId7" Type="http://schemas.openxmlformats.org/officeDocument/2006/relationships/image" Target="../media/image10.png"/><Relationship Id="rId8" Type="http://schemas.openxmlformats.org/officeDocument/2006/relationships/image" Target="../media/image11.svg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6.jp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4.svg"/><Relationship Id="rId6" Type="http://schemas.openxmlformats.org/officeDocument/2006/relationships/image" Target="../media/image15.png"/><Relationship Id="rId7" Type="http://schemas.openxmlformats.org/officeDocument/2006/relationships/image" Target="../media/image16.svg"/><Relationship Id="rId8" Type="http://schemas.openxmlformats.org/officeDocument/2006/relationships/image" Target="../media/image17.png"/><Relationship Id="rId9" Type="http://schemas.openxmlformats.org/officeDocument/2006/relationships/image" Target="../media/image18.svg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svg"/><Relationship Id="rId5" Type="http://schemas.openxmlformats.org/officeDocument/2006/relationships/image" Target="../media/image15.png"/><Relationship Id="rId6" Type="http://schemas.openxmlformats.org/officeDocument/2006/relationships/image" Target="../media/image16.svg"/><Relationship Id="rId7" Type="http://schemas.openxmlformats.org/officeDocument/2006/relationships/image" Target="../media/image17.png"/><Relationship Id="rId8" Type="http://schemas.openxmlformats.org/officeDocument/2006/relationships/image" Target="../media/image18.svg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7.jp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28.png"/><Relationship Id="rId6" Type="http://schemas.openxmlformats.org/officeDocument/2006/relationships/image" Target="../media/image29.svg"/><Relationship Id="rId7" Type="http://schemas.openxmlformats.org/officeDocument/2006/relationships/image" Target="../media/image30.png"/><Relationship Id="rId8" Type="http://schemas.openxmlformats.org/officeDocument/2006/relationships/image" Target="../media/image31.svg"/><Relationship Id="rId9" Type="http://schemas.openxmlformats.org/officeDocument/2006/relationships/image" Target="../media/image32.png"/><Relationship Id="rId10" Type="http://schemas.openxmlformats.org/officeDocument/2006/relationships/image" Target="../media/image33.svg"/><Relationship Id="rId11" Type="http://schemas.openxmlformats.org/officeDocument/2006/relationships/image" Target="../media/image34.svg"/><Relationship Id="rId12" Type="http://schemas.openxmlformats.org/officeDocument/2006/relationships/image" Target="../media/image35.svg"/><Relationship Id="rId13" Type="http://schemas.openxmlformats.org/officeDocument/2006/relationships/image" Target="../media/image36.png"/><Relationship Id="rId14" Type="http://schemas.openxmlformats.org/officeDocument/2006/relationships/image" Target="../media/image37.svg"/></Relationships>
</file>

<file path=ppt/slideLayouts/_rels/slideLayout1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1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8.jp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9.png"/><Relationship Id="rId6" Type="http://schemas.openxmlformats.org/officeDocument/2006/relationships/image" Target="../media/image40.png"/></Relationships>
</file>

<file path=ppt/slideLayouts/_rels/slideLayout2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svg"/><Relationship Id="rId7" Type="http://schemas.openxmlformats.org/officeDocument/2006/relationships/image" Target="../media/image44.png"/><Relationship Id="rId8" Type="http://schemas.openxmlformats.org/officeDocument/2006/relationships/image" Target="../media/image45.svg"/></Relationships>
</file>

<file path=ppt/slideLayouts/_rels/slideLayout2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46.png"/><Relationship Id="rId5" Type="http://schemas.openxmlformats.org/officeDocument/2006/relationships/image" Target="../media/image47.svg"/><Relationship Id="rId6" Type="http://schemas.openxmlformats.org/officeDocument/2006/relationships/image" Target="../media/image48.png"/><Relationship Id="rId7" Type="http://schemas.openxmlformats.org/officeDocument/2006/relationships/image" Target="../media/image49.svg"/></Relationships>
</file>

<file path=ppt/slideLayouts/_rels/slideLayout2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50.png"/><Relationship Id="rId5" Type="http://schemas.openxmlformats.org/officeDocument/2006/relationships/image" Target="../media/image51.svg"/></Relationships>
</file>

<file path=ppt/slideLayouts/_rels/slideLayout2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86.png"/><Relationship Id="rId5" Type="http://schemas.openxmlformats.org/officeDocument/2006/relationships/image" Target="../media/image87.svg"/></Relationships>
</file>

<file path=ppt/slideLayouts/_rels/slideLayout2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52.png"/><Relationship Id="rId5" Type="http://schemas.openxmlformats.org/officeDocument/2006/relationships/image" Target="../media/image53.svg"/><Relationship Id="rId6" Type="http://schemas.openxmlformats.org/officeDocument/2006/relationships/image" Target="../media/image54.png"/><Relationship Id="rId7" Type="http://schemas.openxmlformats.org/officeDocument/2006/relationships/image" Target="../media/image55.svg"/><Relationship Id="rId8" Type="http://schemas.openxmlformats.org/officeDocument/2006/relationships/image" Target="../media/image56.svg"/></Relationships>
</file>

<file path=ppt/slideLayouts/_rels/slideLayout2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98.jp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6.png"/><Relationship Id="rId6" Type="http://schemas.openxmlformats.org/officeDocument/2006/relationships/image" Target="../media/image99.png"/><Relationship Id="rId7" Type="http://schemas.openxmlformats.org/officeDocument/2006/relationships/image" Target="../media/image100.svg"/><Relationship Id="rId8" Type="http://schemas.openxmlformats.org/officeDocument/2006/relationships/image" Target="../media/image101.png"/><Relationship Id="rId9" Type="http://schemas.openxmlformats.org/officeDocument/2006/relationships/image" Target="../media/image102.svg"/><Relationship Id="rId10" Type="http://schemas.openxmlformats.org/officeDocument/2006/relationships/image" Target="../media/image103.png"/><Relationship Id="rId11" Type="http://schemas.openxmlformats.org/officeDocument/2006/relationships/image" Target="../media/image104.svg"/></Relationships>
</file>

<file path=ppt/slideLayouts/_rels/slideLayout2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05.jp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4.svg"/><Relationship Id="rId6" Type="http://schemas.openxmlformats.org/officeDocument/2006/relationships/image" Target="../media/image15.png"/><Relationship Id="rId7" Type="http://schemas.openxmlformats.org/officeDocument/2006/relationships/image" Target="../media/image16.svg"/><Relationship Id="rId8" Type="http://schemas.openxmlformats.org/officeDocument/2006/relationships/image" Target="../media/image17.png"/><Relationship Id="rId9" Type="http://schemas.openxmlformats.org/officeDocument/2006/relationships/image" Target="../media/image18.svg"/></Relationships>
</file>

<file path=ppt/slideLayouts/_rels/slideLayout2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06.jp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9.png"/><Relationship Id="rId7" Type="http://schemas.openxmlformats.org/officeDocument/2006/relationships/image" Target="../media/image1.png"/><Relationship Id="rId8" Type="http://schemas.openxmlformats.org/officeDocument/2006/relationships/image" Target="../media/image2.svg"/></Relationships>
</file>

<file path=ppt/slideLayouts/_rels/slideLayout2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98.jpg"/><Relationship Id="rId3" Type="http://schemas.openxmlformats.org/officeDocument/2006/relationships/image" Target="../media/image23.png"/><Relationship Id="rId4" Type="http://schemas.openxmlformats.org/officeDocument/2006/relationships/image" Target="../media/image24.svg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image" Target="../media/image99.png"/><Relationship Id="rId8" Type="http://schemas.openxmlformats.org/officeDocument/2006/relationships/image" Target="../media/image100.svg"/><Relationship Id="rId9" Type="http://schemas.openxmlformats.org/officeDocument/2006/relationships/image" Target="../media/image101.png"/><Relationship Id="rId10" Type="http://schemas.openxmlformats.org/officeDocument/2006/relationships/image" Target="../media/image102.svg"/><Relationship Id="rId11" Type="http://schemas.openxmlformats.org/officeDocument/2006/relationships/image" Target="../media/image103.png"/><Relationship Id="rId12" Type="http://schemas.openxmlformats.org/officeDocument/2006/relationships/image" Target="../media/image104.svg"/></Relationships>
</file>

<file path=ppt/slideLayouts/_rels/slideLayout2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07.jp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4.svg"/><Relationship Id="rId6" Type="http://schemas.openxmlformats.org/officeDocument/2006/relationships/image" Target="../media/image15.png"/><Relationship Id="rId7" Type="http://schemas.openxmlformats.org/officeDocument/2006/relationships/image" Target="../media/image16.svg"/><Relationship Id="rId8" Type="http://schemas.openxmlformats.org/officeDocument/2006/relationships/image" Target="../media/image17.png"/><Relationship Id="rId9" Type="http://schemas.openxmlformats.org/officeDocument/2006/relationships/image" Target="../media/image18.svg"/></Relationships>
</file>

<file path=ppt/slideLayouts/_rels/slideLayout2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svg"/><Relationship Id="rId5" Type="http://schemas.openxmlformats.org/officeDocument/2006/relationships/image" Target="../media/image15.png"/><Relationship Id="rId6" Type="http://schemas.openxmlformats.org/officeDocument/2006/relationships/image" Target="../media/image16.svg"/><Relationship Id="rId7" Type="http://schemas.openxmlformats.org/officeDocument/2006/relationships/image" Target="../media/image17.png"/><Relationship Id="rId8" Type="http://schemas.openxmlformats.org/officeDocument/2006/relationships/image" Target="../media/image18.svg"/></Relationships>
</file>

<file path=ppt/slideLayouts/_rels/slideLayout2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08.jp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28.png"/><Relationship Id="rId6" Type="http://schemas.openxmlformats.org/officeDocument/2006/relationships/image" Target="../media/image29.svg"/><Relationship Id="rId7" Type="http://schemas.openxmlformats.org/officeDocument/2006/relationships/image" Target="../media/image30.png"/><Relationship Id="rId8" Type="http://schemas.openxmlformats.org/officeDocument/2006/relationships/image" Target="../media/image31.svg"/><Relationship Id="rId9" Type="http://schemas.openxmlformats.org/officeDocument/2006/relationships/image" Target="../media/image32.png"/><Relationship Id="rId10" Type="http://schemas.openxmlformats.org/officeDocument/2006/relationships/image" Target="../media/image33.svg"/><Relationship Id="rId11" Type="http://schemas.openxmlformats.org/officeDocument/2006/relationships/image" Target="../media/image34.svg"/><Relationship Id="rId12" Type="http://schemas.openxmlformats.org/officeDocument/2006/relationships/image" Target="../media/image35.svg"/><Relationship Id="rId13" Type="http://schemas.openxmlformats.org/officeDocument/2006/relationships/image" Target="../media/image36.png"/><Relationship Id="rId14" Type="http://schemas.openxmlformats.org/officeDocument/2006/relationships/image" Target="../media/image37.svg"/></Relationships>
</file>

<file path=ppt/slideLayouts/_rels/slideLayout2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8.jp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9.png"/><Relationship Id="rId6" Type="http://schemas.openxmlformats.org/officeDocument/2006/relationships/image" Target="../media/image40.png"/></Relationships>
</file>

<file path=ppt/slideLayouts/_rels/slideLayout2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svg"/><Relationship Id="rId7" Type="http://schemas.openxmlformats.org/officeDocument/2006/relationships/image" Target="../media/image44.png"/><Relationship Id="rId8" Type="http://schemas.openxmlformats.org/officeDocument/2006/relationships/image" Target="../media/image45.svg"/></Relationships>
</file>

<file path=ppt/slideLayouts/_rels/slideLayout2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46.png"/><Relationship Id="rId5" Type="http://schemas.openxmlformats.org/officeDocument/2006/relationships/image" Target="../media/image47.svg"/><Relationship Id="rId6" Type="http://schemas.openxmlformats.org/officeDocument/2006/relationships/image" Target="../media/image48.png"/><Relationship Id="rId7" Type="http://schemas.openxmlformats.org/officeDocument/2006/relationships/image" Target="../media/image49.svg"/></Relationships>
</file>

<file path=ppt/slideLayouts/_rels/slideLayout2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50.png"/><Relationship Id="rId5" Type="http://schemas.openxmlformats.org/officeDocument/2006/relationships/image" Target="../media/image51.svg"/></Relationships>
</file>

<file path=ppt/slideLayouts/_rels/slideLayout2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86.png"/><Relationship Id="rId5" Type="http://schemas.openxmlformats.org/officeDocument/2006/relationships/image" Target="../media/image87.svg"/></Relationships>
</file>

<file path=ppt/slideLayouts/_rels/slideLayout2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52.png"/><Relationship Id="rId5" Type="http://schemas.openxmlformats.org/officeDocument/2006/relationships/image" Target="../media/image53.svg"/><Relationship Id="rId6" Type="http://schemas.openxmlformats.org/officeDocument/2006/relationships/image" Target="../media/image54.png"/><Relationship Id="rId7" Type="http://schemas.openxmlformats.org/officeDocument/2006/relationships/image" Target="../media/image55.svg"/><Relationship Id="rId8" Type="http://schemas.openxmlformats.org/officeDocument/2006/relationships/image" Target="../media/image56.svg"/></Relationships>
</file>

<file path=ppt/slideLayouts/_rels/slideLayout2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09.jp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6.png"/><Relationship Id="rId6" Type="http://schemas.openxmlformats.org/officeDocument/2006/relationships/image" Target="../media/image99.png"/><Relationship Id="rId7" Type="http://schemas.openxmlformats.org/officeDocument/2006/relationships/image" Target="../media/image100.svg"/><Relationship Id="rId8" Type="http://schemas.openxmlformats.org/officeDocument/2006/relationships/image" Target="../media/image101.png"/><Relationship Id="rId9" Type="http://schemas.openxmlformats.org/officeDocument/2006/relationships/image" Target="../media/image102.svg"/><Relationship Id="rId10" Type="http://schemas.openxmlformats.org/officeDocument/2006/relationships/image" Target="../media/image103.png"/><Relationship Id="rId11" Type="http://schemas.openxmlformats.org/officeDocument/2006/relationships/image" Target="../media/image104.svg"/></Relationships>
</file>

<file path=ppt/slideLayouts/_rels/slideLayout2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10.jp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4.svg"/><Relationship Id="rId6" Type="http://schemas.openxmlformats.org/officeDocument/2006/relationships/image" Target="../media/image15.png"/><Relationship Id="rId7" Type="http://schemas.openxmlformats.org/officeDocument/2006/relationships/image" Target="../media/image16.svg"/><Relationship Id="rId8" Type="http://schemas.openxmlformats.org/officeDocument/2006/relationships/image" Target="../media/image17.png"/><Relationship Id="rId9" Type="http://schemas.openxmlformats.org/officeDocument/2006/relationships/image" Target="../media/image18.svg"/></Relationships>
</file>

<file path=ppt/slideLayouts/_rels/slideLayout2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11.jp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9.png"/><Relationship Id="rId7" Type="http://schemas.openxmlformats.org/officeDocument/2006/relationships/image" Target="../media/image1.png"/><Relationship Id="rId8" Type="http://schemas.openxmlformats.org/officeDocument/2006/relationships/image" Target="../media/image2.svg"/></Relationships>
</file>

<file path=ppt/slideLayouts/_rels/slideLayout2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09.jpg"/><Relationship Id="rId3" Type="http://schemas.openxmlformats.org/officeDocument/2006/relationships/image" Target="../media/image23.png"/><Relationship Id="rId4" Type="http://schemas.openxmlformats.org/officeDocument/2006/relationships/image" Target="../media/image24.svg"/><Relationship Id="rId5" Type="http://schemas.openxmlformats.org/officeDocument/2006/relationships/image" Target="../media/image1.png"/><Relationship Id="rId6" Type="http://schemas.openxmlformats.org/officeDocument/2006/relationships/image" Target="../media/image2.svg"/><Relationship Id="rId7" Type="http://schemas.openxmlformats.org/officeDocument/2006/relationships/image" Target="../media/image99.png"/><Relationship Id="rId8" Type="http://schemas.openxmlformats.org/officeDocument/2006/relationships/image" Target="../media/image100.svg"/><Relationship Id="rId9" Type="http://schemas.openxmlformats.org/officeDocument/2006/relationships/image" Target="../media/image101.png"/><Relationship Id="rId10" Type="http://schemas.openxmlformats.org/officeDocument/2006/relationships/image" Target="../media/image102.svg"/><Relationship Id="rId11" Type="http://schemas.openxmlformats.org/officeDocument/2006/relationships/image" Target="../media/image103.png"/><Relationship Id="rId12" Type="http://schemas.openxmlformats.org/officeDocument/2006/relationships/image" Target="../media/image104.svg"/></Relationships>
</file>

<file path=ppt/slideLayouts/_rels/slideLayout2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12.jp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4.svg"/><Relationship Id="rId6" Type="http://schemas.openxmlformats.org/officeDocument/2006/relationships/image" Target="../media/image15.png"/><Relationship Id="rId7" Type="http://schemas.openxmlformats.org/officeDocument/2006/relationships/image" Target="../media/image16.svg"/><Relationship Id="rId8" Type="http://schemas.openxmlformats.org/officeDocument/2006/relationships/image" Target="../media/image17.png"/><Relationship Id="rId9" Type="http://schemas.openxmlformats.org/officeDocument/2006/relationships/image" Target="../media/image18.svg"/></Relationships>
</file>

<file path=ppt/slideLayouts/_rels/slideLayout2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svg"/><Relationship Id="rId5" Type="http://schemas.openxmlformats.org/officeDocument/2006/relationships/image" Target="../media/image15.png"/><Relationship Id="rId6" Type="http://schemas.openxmlformats.org/officeDocument/2006/relationships/image" Target="../media/image16.svg"/><Relationship Id="rId7" Type="http://schemas.openxmlformats.org/officeDocument/2006/relationships/image" Target="../media/image17.png"/><Relationship Id="rId8" Type="http://schemas.openxmlformats.org/officeDocument/2006/relationships/image" Target="../media/image18.svg"/></Relationships>
</file>

<file path=ppt/slideLayouts/_rels/slideLayout2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13.jp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28.png"/><Relationship Id="rId6" Type="http://schemas.openxmlformats.org/officeDocument/2006/relationships/image" Target="../media/image29.svg"/><Relationship Id="rId7" Type="http://schemas.openxmlformats.org/officeDocument/2006/relationships/image" Target="../media/image30.png"/><Relationship Id="rId8" Type="http://schemas.openxmlformats.org/officeDocument/2006/relationships/image" Target="../media/image31.svg"/><Relationship Id="rId9" Type="http://schemas.openxmlformats.org/officeDocument/2006/relationships/image" Target="../media/image32.png"/><Relationship Id="rId10" Type="http://schemas.openxmlformats.org/officeDocument/2006/relationships/image" Target="../media/image33.svg"/><Relationship Id="rId11" Type="http://schemas.openxmlformats.org/officeDocument/2006/relationships/image" Target="../media/image34.svg"/><Relationship Id="rId12" Type="http://schemas.openxmlformats.org/officeDocument/2006/relationships/image" Target="../media/image35.svg"/><Relationship Id="rId13" Type="http://schemas.openxmlformats.org/officeDocument/2006/relationships/image" Target="../media/image36.png"/><Relationship Id="rId14" Type="http://schemas.openxmlformats.org/officeDocument/2006/relationships/image" Target="../media/image37.svg"/></Relationships>
</file>

<file path=ppt/slideLayouts/_rels/slideLayout3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8.jp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9.png"/><Relationship Id="rId6" Type="http://schemas.openxmlformats.org/officeDocument/2006/relationships/image" Target="../media/image40.png"/></Relationships>
</file>

<file path=ppt/slideLayouts/_rels/slideLayout3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svg"/><Relationship Id="rId7" Type="http://schemas.openxmlformats.org/officeDocument/2006/relationships/image" Target="../media/image44.png"/><Relationship Id="rId8" Type="http://schemas.openxmlformats.org/officeDocument/2006/relationships/image" Target="../media/image45.svg"/></Relationships>
</file>

<file path=ppt/slideLayouts/_rels/slideLayout3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46.png"/><Relationship Id="rId5" Type="http://schemas.openxmlformats.org/officeDocument/2006/relationships/image" Target="../media/image47.svg"/><Relationship Id="rId6" Type="http://schemas.openxmlformats.org/officeDocument/2006/relationships/image" Target="../media/image48.png"/><Relationship Id="rId7" Type="http://schemas.openxmlformats.org/officeDocument/2006/relationships/image" Target="../media/image49.svg"/></Relationships>
</file>

<file path=ppt/slideLayouts/_rels/slideLayout3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50.png"/><Relationship Id="rId5" Type="http://schemas.openxmlformats.org/officeDocument/2006/relationships/image" Target="../media/image51.svg"/></Relationships>
</file>

<file path=ppt/slideLayouts/_rels/slideLayout3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86.png"/><Relationship Id="rId5" Type="http://schemas.openxmlformats.org/officeDocument/2006/relationships/image" Target="../media/image87.svg"/></Relationships>
</file>

<file path=ppt/slideLayouts/_rels/slideLayout3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52.png"/><Relationship Id="rId5" Type="http://schemas.openxmlformats.org/officeDocument/2006/relationships/image" Target="../media/image53.svg"/><Relationship Id="rId6" Type="http://schemas.openxmlformats.org/officeDocument/2006/relationships/image" Target="../media/image54.png"/><Relationship Id="rId7" Type="http://schemas.openxmlformats.org/officeDocument/2006/relationships/image" Target="../media/image55.svg"/><Relationship Id="rId8" Type="http://schemas.openxmlformats.org/officeDocument/2006/relationships/image" Target="../media/image56.svg"/></Relationships>
</file>

<file path=ppt/slideLayouts/_rels/slideLayout3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14.jpg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image" Target="../media/image6.png"/><Relationship Id="rId6" Type="http://schemas.openxmlformats.org/officeDocument/2006/relationships/image" Target="../media/image99.png"/><Relationship Id="rId7" Type="http://schemas.openxmlformats.org/officeDocument/2006/relationships/image" Target="../media/image100.svg"/><Relationship Id="rId8" Type="http://schemas.openxmlformats.org/officeDocument/2006/relationships/image" Target="../media/image101.png"/><Relationship Id="rId9" Type="http://schemas.openxmlformats.org/officeDocument/2006/relationships/image" Target="../media/image102.svg"/><Relationship Id="rId10" Type="http://schemas.openxmlformats.org/officeDocument/2006/relationships/image" Target="../media/image103.png"/><Relationship Id="rId11" Type="http://schemas.openxmlformats.org/officeDocument/2006/relationships/image" Target="../media/image104.svg"/></Relationships>
</file>

<file path=ppt/slideLayouts/_rels/slideLayout3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15.jp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4.svg"/><Relationship Id="rId6" Type="http://schemas.openxmlformats.org/officeDocument/2006/relationships/image" Target="../media/image15.png"/><Relationship Id="rId7" Type="http://schemas.openxmlformats.org/officeDocument/2006/relationships/image" Target="../media/image16.svg"/><Relationship Id="rId8" Type="http://schemas.openxmlformats.org/officeDocument/2006/relationships/image" Target="../media/image17.png"/><Relationship Id="rId9" Type="http://schemas.openxmlformats.org/officeDocument/2006/relationships/image" Target="../media/image18.svg"/></Relationships>
</file>

<file path=ppt/slideLayouts/_rels/slideLayout3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16.jp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9.png"/><Relationship Id="rId7" Type="http://schemas.openxmlformats.org/officeDocument/2006/relationships/image" Target="../media/image1.png"/><Relationship Id="rId8" Type="http://schemas.openxmlformats.org/officeDocument/2006/relationships/image" Target="../media/image2.svg"/></Relationships>
</file>

<file path=ppt/slideLayouts/_rels/slideLayout3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14.jpg"/><Relationship Id="rId3" Type="http://schemas.openxmlformats.org/officeDocument/2006/relationships/image" Target="../media/image23.png"/><Relationship Id="rId4" Type="http://schemas.openxmlformats.org/officeDocument/2006/relationships/image" Target="../media/image24.svg"/><Relationship Id="rId5" Type="http://schemas.openxmlformats.org/officeDocument/2006/relationships/image" Target="../media/image10.png"/><Relationship Id="rId6" Type="http://schemas.openxmlformats.org/officeDocument/2006/relationships/image" Target="../media/image11.svg"/><Relationship Id="rId7" Type="http://schemas.openxmlformats.org/officeDocument/2006/relationships/image" Target="../media/image99.png"/><Relationship Id="rId8" Type="http://schemas.openxmlformats.org/officeDocument/2006/relationships/image" Target="../media/image100.svg"/><Relationship Id="rId9" Type="http://schemas.openxmlformats.org/officeDocument/2006/relationships/image" Target="../media/image101.png"/><Relationship Id="rId10" Type="http://schemas.openxmlformats.org/officeDocument/2006/relationships/image" Target="../media/image102.svg"/><Relationship Id="rId11" Type="http://schemas.openxmlformats.org/officeDocument/2006/relationships/image" Target="../media/image103.png"/><Relationship Id="rId12" Type="http://schemas.openxmlformats.org/officeDocument/2006/relationships/image" Target="../media/image104.svg"/></Relationships>
</file>

<file path=ppt/slideLayouts/_rels/slideLayout3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17.jp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4.svg"/><Relationship Id="rId6" Type="http://schemas.openxmlformats.org/officeDocument/2006/relationships/image" Target="../media/image15.png"/><Relationship Id="rId7" Type="http://schemas.openxmlformats.org/officeDocument/2006/relationships/image" Target="../media/image16.svg"/><Relationship Id="rId8" Type="http://schemas.openxmlformats.org/officeDocument/2006/relationships/image" Target="../media/image17.png"/><Relationship Id="rId9" Type="http://schemas.openxmlformats.org/officeDocument/2006/relationships/image" Target="../media/image18.svg"/></Relationships>
</file>

<file path=ppt/slideLayouts/_rels/slideLayout3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svg"/><Relationship Id="rId5" Type="http://schemas.openxmlformats.org/officeDocument/2006/relationships/image" Target="../media/image15.png"/><Relationship Id="rId6" Type="http://schemas.openxmlformats.org/officeDocument/2006/relationships/image" Target="../media/image16.svg"/><Relationship Id="rId7" Type="http://schemas.openxmlformats.org/officeDocument/2006/relationships/image" Target="../media/image17.png"/><Relationship Id="rId8" Type="http://schemas.openxmlformats.org/officeDocument/2006/relationships/image" Target="../media/image18.svg"/></Relationships>
</file>

<file path=ppt/slideLayouts/_rels/slideLayout3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18.jp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28.png"/><Relationship Id="rId6" Type="http://schemas.openxmlformats.org/officeDocument/2006/relationships/image" Target="../media/image29.svg"/><Relationship Id="rId7" Type="http://schemas.openxmlformats.org/officeDocument/2006/relationships/image" Target="../media/image30.png"/><Relationship Id="rId8" Type="http://schemas.openxmlformats.org/officeDocument/2006/relationships/image" Target="../media/image31.svg"/><Relationship Id="rId9" Type="http://schemas.openxmlformats.org/officeDocument/2006/relationships/image" Target="../media/image32.png"/><Relationship Id="rId10" Type="http://schemas.openxmlformats.org/officeDocument/2006/relationships/image" Target="../media/image33.svg"/><Relationship Id="rId11" Type="http://schemas.openxmlformats.org/officeDocument/2006/relationships/image" Target="../media/image34.svg"/><Relationship Id="rId12" Type="http://schemas.openxmlformats.org/officeDocument/2006/relationships/image" Target="../media/image35.svg"/><Relationship Id="rId13" Type="http://schemas.openxmlformats.org/officeDocument/2006/relationships/image" Target="../media/image36.png"/><Relationship Id="rId14" Type="http://schemas.openxmlformats.org/officeDocument/2006/relationships/image" Target="../media/image37.svg"/></Relationships>
</file>

<file path=ppt/slideLayouts/_rels/slideLayout3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38.jp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9.png"/><Relationship Id="rId6" Type="http://schemas.openxmlformats.org/officeDocument/2006/relationships/image" Target="../media/image40.png"/></Relationships>
</file>

<file path=ppt/slideLayouts/_rels/slideLayout3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svg"/><Relationship Id="rId7" Type="http://schemas.openxmlformats.org/officeDocument/2006/relationships/image" Target="../media/image44.png"/><Relationship Id="rId8" Type="http://schemas.openxmlformats.org/officeDocument/2006/relationships/image" Target="../media/image45.svg"/></Relationships>
</file>

<file path=ppt/slideLayouts/_rels/slideLayout3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50.png"/><Relationship Id="rId5" Type="http://schemas.openxmlformats.org/officeDocument/2006/relationships/image" Target="../media/image51.svg"/></Relationships>
</file>

<file path=ppt/slideLayouts/_rels/slideLayout3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86.png"/><Relationship Id="rId5" Type="http://schemas.openxmlformats.org/officeDocument/2006/relationships/image" Target="../media/image87.svg"/></Relationships>
</file>

<file path=ppt/slideLayouts/_rels/slideLayout3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52.png"/><Relationship Id="rId5" Type="http://schemas.openxmlformats.org/officeDocument/2006/relationships/image" Target="../media/image53.svg"/><Relationship Id="rId6" Type="http://schemas.openxmlformats.org/officeDocument/2006/relationships/image" Target="../media/image54.png"/><Relationship Id="rId7" Type="http://schemas.openxmlformats.org/officeDocument/2006/relationships/image" Target="../media/image55.svg"/><Relationship Id="rId8" Type="http://schemas.openxmlformats.org/officeDocument/2006/relationships/image" Target="../media/image56.svg"/></Relationships>
</file>

<file path=ppt/slideLayouts/_rels/slideLayout3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4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19.jpg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image" Target="../media/image6.png"/><Relationship Id="rId6" Type="http://schemas.openxmlformats.org/officeDocument/2006/relationships/image" Target="../media/image99.png"/><Relationship Id="rId7" Type="http://schemas.openxmlformats.org/officeDocument/2006/relationships/image" Target="../media/image100.svg"/><Relationship Id="rId8" Type="http://schemas.openxmlformats.org/officeDocument/2006/relationships/image" Target="../media/image101.png"/><Relationship Id="rId9" Type="http://schemas.openxmlformats.org/officeDocument/2006/relationships/image" Target="../media/image102.svg"/><Relationship Id="rId10" Type="http://schemas.openxmlformats.org/officeDocument/2006/relationships/image" Target="../media/image103.png"/><Relationship Id="rId11" Type="http://schemas.openxmlformats.org/officeDocument/2006/relationships/image" Target="../media/image104.svg"/></Relationships>
</file>

<file path=ppt/slideLayouts/_rels/slideLayout4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20.jp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4.svg"/><Relationship Id="rId6" Type="http://schemas.openxmlformats.org/officeDocument/2006/relationships/image" Target="../media/image15.png"/><Relationship Id="rId7" Type="http://schemas.openxmlformats.org/officeDocument/2006/relationships/image" Target="../media/image16.svg"/><Relationship Id="rId8" Type="http://schemas.openxmlformats.org/officeDocument/2006/relationships/image" Target="../media/image17.png"/><Relationship Id="rId9" Type="http://schemas.openxmlformats.org/officeDocument/2006/relationships/image" Target="../media/image18.svg"/></Relationships>
</file>

<file path=ppt/slideLayouts/_rels/slideLayout4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21.jp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9.png"/><Relationship Id="rId7" Type="http://schemas.openxmlformats.org/officeDocument/2006/relationships/image" Target="../media/image1.png"/><Relationship Id="rId8" Type="http://schemas.openxmlformats.org/officeDocument/2006/relationships/image" Target="../media/image2.svg"/></Relationships>
</file>

<file path=ppt/slideLayouts/_rels/slideLayout4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19.jpg"/><Relationship Id="rId3" Type="http://schemas.openxmlformats.org/officeDocument/2006/relationships/image" Target="../media/image23.png"/><Relationship Id="rId4" Type="http://schemas.openxmlformats.org/officeDocument/2006/relationships/image" Target="../media/image24.svg"/><Relationship Id="rId5" Type="http://schemas.openxmlformats.org/officeDocument/2006/relationships/image" Target="../media/image10.png"/><Relationship Id="rId6" Type="http://schemas.openxmlformats.org/officeDocument/2006/relationships/image" Target="../media/image11.svg"/><Relationship Id="rId7" Type="http://schemas.openxmlformats.org/officeDocument/2006/relationships/image" Target="../media/image99.png"/><Relationship Id="rId8" Type="http://schemas.openxmlformats.org/officeDocument/2006/relationships/image" Target="../media/image100.svg"/><Relationship Id="rId9" Type="http://schemas.openxmlformats.org/officeDocument/2006/relationships/image" Target="../media/image101.png"/><Relationship Id="rId10" Type="http://schemas.openxmlformats.org/officeDocument/2006/relationships/image" Target="../media/image102.svg"/><Relationship Id="rId11" Type="http://schemas.openxmlformats.org/officeDocument/2006/relationships/image" Target="../media/image103.png"/><Relationship Id="rId12" Type="http://schemas.openxmlformats.org/officeDocument/2006/relationships/image" Target="../media/image104.svg"/></Relationships>
</file>

<file path=ppt/slideLayouts/_rels/slideLayout4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22.jp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4.svg"/><Relationship Id="rId6" Type="http://schemas.openxmlformats.org/officeDocument/2006/relationships/image" Target="../media/image15.png"/><Relationship Id="rId7" Type="http://schemas.openxmlformats.org/officeDocument/2006/relationships/image" Target="../media/image16.svg"/><Relationship Id="rId8" Type="http://schemas.openxmlformats.org/officeDocument/2006/relationships/image" Target="../media/image17.png"/><Relationship Id="rId9" Type="http://schemas.openxmlformats.org/officeDocument/2006/relationships/image" Target="../media/image18.svg"/></Relationships>
</file>

<file path=ppt/slideLayouts/_rels/slideLayout4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8.png"/><Relationship Id="rId3" Type="http://schemas.openxmlformats.org/officeDocument/2006/relationships/image" Target="../media/image13.png"/><Relationship Id="rId4" Type="http://schemas.openxmlformats.org/officeDocument/2006/relationships/image" Target="../media/image14.svg"/><Relationship Id="rId5" Type="http://schemas.openxmlformats.org/officeDocument/2006/relationships/image" Target="../media/image15.png"/><Relationship Id="rId6" Type="http://schemas.openxmlformats.org/officeDocument/2006/relationships/image" Target="../media/image16.svg"/><Relationship Id="rId7" Type="http://schemas.openxmlformats.org/officeDocument/2006/relationships/image" Target="../media/image17.png"/><Relationship Id="rId8" Type="http://schemas.openxmlformats.org/officeDocument/2006/relationships/image" Target="../media/image18.svg"/></Relationships>
</file>

<file path=ppt/slideLayouts/_rels/slideLayout4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4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4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4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4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4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4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4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4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4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4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4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23.jp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28.png"/><Relationship Id="rId6" Type="http://schemas.openxmlformats.org/officeDocument/2006/relationships/image" Target="../media/image29.svg"/><Relationship Id="rId7" Type="http://schemas.openxmlformats.org/officeDocument/2006/relationships/image" Target="../media/image30.png"/><Relationship Id="rId8" Type="http://schemas.openxmlformats.org/officeDocument/2006/relationships/image" Target="../media/image31.svg"/><Relationship Id="rId9" Type="http://schemas.openxmlformats.org/officeDocument/2006/relationships/image" Target="../media/image32.png"/><Relationship Id="rId10" Type="http://schemas.openxmlformats.org/officeDocument/2006/relationships/image" Target="../media/image33.svg"/><Relationship Id="rId11" Type="http://schemas.openxmlformats.org/officeDocument/2006/relationships/image" Target="../media/image34.svg"/><Relationship Id="rId12" Type="http://schemas.openxmlformats.org/officeDocument/2006/relationships/image" Target="../media/image35.svg"/><Relationship Id="rId13" Type="http://schemas.openxmlformats.org/officeDocument/2006/relationships/image" Target="../media/image36.png"/><Relationship Id="rId14" Type="http://schemas.openxmlformats.org/officeDocument/2006/relationships/image" Target="../media/image37.svg"/></Relationships>
</file>

<file path=ppt/slideLayouts/_rels/slideLayout4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4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4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4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4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4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38.jpg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9.png"/><Relationship Id="rId6" Type="http://schemas.openxmlformats.org/officeDocument/2006/relationships/image" Target="../media/image40.png"/></Relationships>
</file>

<file path=ppt/slideLayouts/_rels/slideLayout4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svg"/><Relationship Id="rId7" Type="http://schemas.openxmlformats.org/officeDocument/2006/relationships/image" Target="../media/image44.png"/><Relationship Id="rId8" Type="http://schemas.openxmlformats.org/officeDocument/2006/relationships/image" Target="../media/image45.svg"/></Relationships>
</file>

<file path=ppt/slideLayouts/_rels/slideLayout4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4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4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4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4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4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4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4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4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50.png"/><Relationship Id="rId5" Type="http://schemas.openxmlformats.org/officeDocument/2006/relationships/image" Target="../media/image51.svg"/></Relationships>
</file>

<file path=ppt/slideLayouts/_rels/slideLayout4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4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4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4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4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4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86.png"/><Relationship Id="rId5" Type="http://schemas.openxmlformats.org/officeDocument/2006/relationships/image" Target="../media/image87.svg"/></Relationships>
</file>

<file path=ppt/slideLayouts/_rels/slideLayout4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52.png"/><Relationship Id="rId5" Type="http://schemas.openxmlformats.org/officeDocument/2006/relationships/image" Target="../media/image53.svg"/><Relationship Id="rId6" Type="http://schemas.openxmlformats.org/officeDocument/2006/relationships/image" Target="../media/image54.png"/><Relationship Id="rId7" Type="http://schemas.openxmlformats.org/officeDocument/2006/relationships/image" Target="../media/image55.svg"/><Relationship Id="rId8" Type="http://schemas.openxmlformats.org/officeDocument/2006/relationships/image" Target="../media/image56.svg"/></Relationships>
</file>

<file path=ppt/slideLayouts/_rels/slideLayout4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4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2">
            <a:extLst>
              <a:ext uri="{FF2B5EF4-FFF2-40B4-BE49-F238E27FC236}">
                <a16:creationId xmlns:a16="http://schemas.microsoft.com/office/drawing/2014/main" id="{BFD8E2D7-CFDA-48EB-BF92-2AF3821F945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5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Rectangle [Figma 9043:6349]" descr="Rectangle. отражение или наклон">
            <a:extLst>
              <a:ext uri="{FF2B5EF4-FFF2-40B4-BE49-F238E27FC236}">
                <a16:creationId xmlns:a16="http://schemas.microsoft.com/office/drawing/2014/main" id="{0FBBAB90-54DA-4763-9AAF-94217145FF3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588" y="1443038"/>
            <a:ext cx="6751637" cy="293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Line [Figma 9043:6346]" descr="Line. градиент в обводке">
            <a:extLst>
              <a:ext uri="{FF2B5EF4-FFF2-40B4-BE49-F238E27FC236}">
                <a16:creationId xmlns:a16="http://schemas.microsoft.com/office/drawing/2014/main" id="{D9A3C922-138F-4068-8686-44049B598C7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0"/>
            <a:ext cx="127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Line [Figma 9043:6352]" descr="Line. градиент в обводке">
            <a:extLst>
              <a:ext uri="{FF2B5EF4-FFF2-40B4-BE49-F238E27FC236}">
                <a16:creationId xmlns:a16="http://schemas.microsoft.com/office/drawing/2014/main" id="{2F42EBB4-5A52-45AA-9A2F-7E98BDDDEEB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78325"/>
            <a:ext cx="12192000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Line [Figma 9043:6353]" descr="Line. градиент в обводке">
            <a:extLst>
              <a:ext uri="{FF2B5EF4-FFF2-40B4-BE49-F238E27FC236}">
                <a16:creationId xmlns:a16="http://schemas.microsoft.com/office/drawing/2014/main" id="{9DB53208-2B32-44D6-949D-8A09B2C402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2406650"/>
            <a:ext cx="12188825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Line [Figma 9043:6357]" descr="Line. векторный контур">
            <a:extLst>
              <a:ext uri="{FF2B5EF4-FFF2-40B4-BE49-F238E27FC236}">
                <a16:creationId xmlns:a16="http://schemas.microsoft.com/office/drawing/2014/main" id="{45E28719-9A7A-4002-89B5-46B1DC6BA75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0" y="542925"/>
            <a:ext cx="7810500" cy="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" name="Объект 48"/>
          <p:cNvSpPr>
            <a:spLocks noGrp="1"/>
          </p:cNvSpPr>
          <p:nvPr>
            <p:ph sz="quarter" idx="11"/>
          </p:nvPr>
        </p:nvSpPr>
        <p:spPr>
          <a:xfrm>
            <a:off x="10331483" y="344279"/>
            <a:ext cx="1489042" cy="40996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ts val="1440"/>
              </a:lnSpc>
              <a:spcBef>
                <a:spcPts val="150"/>
              </a:spcBef>
              <a:buNone/>
              <a:defRPr sz="12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65" y="2423641"/>
            <a:ext cx="7162809" cy="1983627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5600"/>
              </a:lnSpc>
              <a:defRPr sz="5400" cap="all" spc="-150" baseline="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Образец заголовка в строчку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2"/>
          </p:nvPr>
        </p:nvSpPr>
        <p:spPr>
          <a:xfrm>
            <a:off x="384165" y="4856766"/>
            <a:ext cx="6632575" cy="330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640"/>
              </a:lnSpc>
              <a:buNone/>
              <a:defRPr sz="2200" b="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788B1FF-9149-4793-A36B-FDFA8D774589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4175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569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блож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991DDC19-2530-4A00-9CD0-A5004A82D0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Line [Figma 9043:6352]" descr="Line. градиент в обводке">
            <a:extLst>
              <a:ext uri="{FF2B5EF4-FFF2-40B4-BE49-F238E27FC236}">
                <a16:creationId xmlns:a16="http://schemas.microsoft.com/office/drawing/2014/main" id="{2F42EBB4-5A52-45AA-9A2F-7E98BDDDEEB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78325"/>
            <a:ext cx="12192000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Line [Figma 9043:6353]" descr="Line. градиент в обводке">
            <a:extLst>
              <a:ext uri="{FF2B5EF4-FFF2-40B4-BE49-F238E27FC236}">
                <a16:creationId xmlns:a16="http://schemas.microsoft.com/office/drawing/2014/main" id="{9DB53208-2B32-44D6-949D-8A09B2C402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2406650"/>
            <a:ext cx="12188825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66" y="2423641"/>
            <a:ext cx="5437198" cy="2402359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000"/>
              </a:lnSpc>
              <a:defRPr sz="4000" cap="all" spc="-150" baseline="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три строчки</a:t>
            </a:r>
            <a:br>
              <a:rPr lang="ru-RU" dirty="0"/>
            </a:br>
            <a:r>
              <a:rPr lang="ru-RU" dirty="0"/>
              <a:t>для образца</a:t>
            </a:r>
          </a:p>
        </p:txBody>
      </p:sp>
      <p:pic>
        <p:nvPicPr>
          <p:cNvPr id="24" name="Vector [Figma 9887:63687]" descr="Vector. векторный контур">
            <a:extLst>
              <a:ext uri="{FF2B5EF4-FFF2-40B4-BE49-F238E27FC236}">
                <a16:creationId xmlns:a16="http://schemas.microsoft.com/office/drawing/2014/main" id="{2661AED5-C05A-45FA-89B3-4EB497770F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26249" y="493410"/>
            <a:ext cx="100208" cy="99030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BB646A09-6137-43E0-9A8F-D483F1FF1AC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27157" y="368300"/>
            <a:ext cx="823585" cy="349200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9BC10B26-CA27-431F-8ED0-E501B650E448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1475" y="368300"/>
            <a:ext cx="879464" cy="319213"/>
          </a:xfrm>
          <a:prstGeom prst="rect">
            <a:avLst/>
          </a:prstGeom>
        </p:spPr>
      </p:pic>
      <p:sp>
        <p:nvSpPr>
          <p:cNvPr id="11" name="Rectangle 240662521 [Figma 9887:63708]">
            <a:extLst>
              <a:ext uri="{FF2B5EF4-FFF2-40B4-BE49-F238E27FC236}">
                <a16:creationId xmlns:a16="http://schemas.microsoft.com/office/drawing/2014/main" id="{A69E263A-BE3B-4333-8BE4-AF1D105F0707}"/>
              </a:ext>
            </a:extLst>
          </p:cNvPr>
          <p:cNvSpPr/>
          <p:nvPr userDrawn="1"/>
        </p:nvSpPr>
        <p:spPr>
          <a:xfrm>
            <a:off x="380990" y="5930752"/>
            <a:ext cx="25399" cy="546086"/>
          </a:xfrm>
          <a:prstGeom prst="roundRect">
            <a:avLst>
              <a:gd name="adj" fmla="val 50001"/>
            </a:avLst>
          </a:prstGeom>
          <a:solidFill>
            <a:srgbClr val="1E4B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Текст 3">
            <a:extLst>
              <a:ext uri="{FF2B5EF4-FFF2-40B4-BE49-F238E27FC236}">
                <a16:creationId xmlns:a16="http://schemas.microsoft.com/office/drawing/2014/main" id="{0C0B2ADB-8DDE-4BE4-A204-3A91FE6327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8673" y="6040283"/>
            <a:ext cx="4017085" cy="1635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3" name="Текст 3">
            <a:extLst>
              <a:ext uri="{FF2B5EF4-FFF2-40B4-BE49-F238E27FC236}">
                <a16:creationId xmlns:a16="http://schemas.microsoft.com/office/drawing/2014/main" id="{5F53FA86-0E43-49D0-BB48-8FE1D95862D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8674" y="6247288"/>
            <a:ext cx="4017085" cy="1635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ACB6C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Месяц 2000</a:t>
            </a:r>
          </a:p>
        </p:txBody>
      </p:sp>
    </p:spTree>
    <p:extLst>
      <p:ext uri="{BB962C8B-B14F-4D97-AF65-F5344CB8AC3E}">
        <p14:creationId xmlns:p14="http://schemas.microsoft.com/office/powerpoint/2010/main" val="186836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Облож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35A827E-29BE-463A-AC2E-F538B2B1DF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-13914"/>
            <a:ext cx="12192000" cy="6858000"/>
          </a:xfrm>
          <a:prstGeom prst="rect">
            <a:avLst/>
          </a:prstGeom>
        </p:spPr>
      </p:pic>
      <p:grpSp>
        <p:nvGrpSpPr>
          <p:cNvPr id="10" name="Группа 8">
            <a:extLst>
              <a:ext uri="{FF2B5EF4-FFF2-40B4-BE49-F238E27FC236}">
                <a16:creationId xmlns:a16="http://schemas.microsoft.com/office/drawing/2014/main" id="{69F32D47-B582-49A4-9562-F684B3DCDEA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381000" y="381000"/>
            <a:ext cx="1903413" cy="330200"/>
            <a:chOff x="380990" y="380990"/>
            <a:chExt cx="1903907" cy="330193"/>
          </a:xfrm>
        </p:grpSpPr>
        <p:pic>
          <p:nvPicPr>
            <p:cNvPr id="11" name="Vector [Figma I9043:6356;6148:374]" descr="Vector. векторный контур">
              <a:extLst>
                <a:ext uri="{FF2B5EF4-FFF2-40B4-BE49-F238E27FC236}">
                  <a16:creationId xmlns:a16="http://schemas.microsoft.com/office/drawing/2014/main" id="{5EDDBF01-E245-4987-8586-E991595C74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0990" y="380990"/>
              <a:ext cx="284237" cy="176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" name="Vector [Figma I9043:6356;6148:375]" descr="Vector. векторный контур">
              <a:extLst>
                <a:ext uri="{FF2B5EF4-FFF2-40B4-BE49-F238E27FC236}">
                  <a16:creationId xmlns:a16="http://schemas.microsoft.com/office/drawing/2014/main" id="{85A90AE1-9C6F-49AA-B068-1A4091717F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9688" y="447664"/>
              <a:ext cx="598642" cy="2635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" name="Vector [Figma I9043:6356;6159:12582]" descr="Vector. векторный контур">
              <a:extLst>
                <a:ext uri="{FF2B5EF4-FFF2-40B4-BE49-F238E27FC236}">
                  <a16:creationId xmlns:a16="http://schemas.microsoft.com/office/drawing/2014/main" id="{2432D2DE-0F2D-4B65-8E1A-3DC08D2702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95666" y="447664"/>
              <a:ext cx="889231" cy="888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4" name="Line [Figma 9043:6357]" descr="Line. векторный контур">
            <a:extLst>
              <a:ext uri="{FF2B5EF4-FFF2-40B4-BE49-F238E27FC236}">
                <a16:creationId xmlns:a16="http://schemas.microsoft.com/office/drawing/2014/main" id="{45E28719-9A7A-4002-89B5-46B1DC6BA75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0" y="542925"/>
            <a:ext cx="7810500" cy="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" name="Объект 48"/>
          <p:cNvSpPr>
            <a:spLocks noGrp="1"/>
          </p:cNvSpPr>
          <p:nvPr>
            <p:ph sz="quarter" idx="11"/>
          </p:nvPr>
        </p:nvSpPr>
        <p:spPr>
          <a:xfrm>
            <a:off x="10331483" y="344279"/>
            <a:ext cx="1489042" cy="40996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ts val="1440"/>
              </a:lnSpc>
              <a:spcBef>
                <a:spcPts val="150"/>
              </a:spcBef>
              <a:buNone/>
              <a:defRPr sz="12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781031" y="2683474"/>
            <a:ext cx="7410470" cy="1983627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5600"/>
              </a:lnSpc>
              <a:defRPr sz="5400" cap="all" spc="-150" baseline="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Образец</a:t>
            </a:r>
            <a:br>
              <a:rPr lang="ru-RU" dirty="0"/>
            </a:br>
            <a:r>
              <a:rPr lang="ru-RU" dirty="0"/>
              <a:t>заголовка</a:t>
            </a:r>
            <a:br>
              <a:rPr lang="ru-RU" dirty="0"/>
            </a:br>
            <a:r>
              <a:rPr lang="ru-RU" dirty="0"/>
              <a:t>в строчки</a:t>
            </a:r>
          </a:p>
        </p:txBody>
      </p:sp>
      <p:sp>
        <p:nvSpPr>
          <p:cNvPr id="25" name="Line 6 [Figma 9887:47854]">
            <a:extLst>
              <a:ext uri="{FF2B5EF4-FFF2-40B4-BE49-F238E27FC236}">
                <a16:creationId xmlns:a16="http://schemas.microsoft.com/office/drawing/2014/main" id="{E66A2A3A-DA0F-4E3E-93FA-733AD86D6CB5}"/>
              </a:ext>
            </a:extLst>
          </p:cNvPr>
          <p:cNvSpPr/>
          <p:nvPr userDrawn="1"/>
        </p:nvSpPr>
        <p:spPr>
          <a:xfrm rot="16200000">
            <a:off x="-6381590" y="4781399"/>
            <a:ext cx="14363341" cy="0"/>
          </a:xfrm>
          <a:prstGeom prst="line">
            <a:avLst/>
          </a:prstGeom>
          <a:noFill/>
          <a:ln w="15875">
            <a:solidFill>
              <a:srgbClr val="FFFFFF">
                <a:alpha val="47596"/>
              </a:srgbClr>
            </a:solidFill>
            <a:prstDash val="solid"/>
          </a:ln>
        </p:spPr>
      </p:sp>
      <p:sp>
        <p:nvSpPr>
          <p:cNvPr id="26" name="Line 7 [Figma 9887:47855]">
            <a:extLst>
              <a:ext uri="{FF2B5EF4-FFF2-40B4-BE49-F238E27FC236}">
                <a16:creationId xmlns:a16="http://schemas.microsoft.com/office/drawing/2014/main" id="{D8F1FE5F-901F-4259-A0D7-4187368A6313}"/>
              </a:ext>
            </a:extLst>
          </p:cNvPr>
          <p:cNvSpPr/>
          <p:nvPr userDrawn="1"/>
        </p:nvSpPr>
        <p:spPr>
          <a:xfrm rot="10800000">
            <a:off x="-977877" y="4679801"/>
            <a:ext cx="13258776" cy="0"/>
          </a:xfrm>
          <a:prstGeom prst="line">
            <a:avLst/>
          </a:prstGeom>
          <a:noFill/>
          <a:ln w="15875">
            <a:solidFill>
              <a:srgbClr val="FFFFFF">
                <a:alpha val="47596"/>
              </a:srgbClr>
            </a:solidFill>
            <a:prstDash val="solid"/>
          </a:ln>
        </p:spPr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A736215D-9386-4730-B49A-4B9D0CBAB9B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4175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72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Облож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2">
            <a:extLst>
              <a:ext uri="{FF2B5EF4-FFF2-40B4-BE49-F238E27FC236}">
                <a16:creationId xmlns:a16="http://schemas.microsoft.com/office/drawing/2014/main" id="{BFD8E2D7-CFDA-48EB-BF92-2AF3821F945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5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" name="Объект 48"/>
          <p:cNvSpPr>
            <a:spLocks noGrp="1"/>
          </p:cNvSpPr>
          <p:nvPr>
            <p:ph sz="quarter" idx="11"/>
          </p:nvPr>
        </p:nvSpPr>
        <p:spPr>
          <a:xfrm>
            <a:off x="10331483" y="344279"/>
            <a:ext cx="1489042" cy="40996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ts val="1440"/>
              </a:lnSpc>
              <a:spcBef>
                <a:spcPts val="150"/>
              </a:spcBef>
              <a:buNone/>
              <a:defRPr sz="12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37" name="Rectangle [Figma 9887:47869]" descr="Rectangle. градиент">
            <a:extLst>
              <a:ext uri="{FF2B5EF4-FFF2-40B4-BE49-F238E27FC236}">
                <a16:creationId xmlns:a16="http://schemas.microsoft.com/office/drawing/2014/main" id="{5A63E8BE-3B30-469D-ACAF-816AC2D02A1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16015" y="0"/>
            <a:ext cx="9283468" cy="4444889"/>
          </a:xfrm>
          <a:prstGeom prst="rect">
            <a:avLst/>
          </a:prstGeom>
        </p:spPr>
      </p:pic>
      <p:sp>
        <p:nvSpPr>
          <p:cNvPr id="39" name="Line 1 [Figma 9887:47872]">
            <a:extLst>
              <a:ext uri="{FF2B5EF4-FFF2-40B4-BE49-F238E27FC236}">
                <a16:creationId xmlns:a16="http://schemas.microsoft.com/office/drawing/2014/main" id="{E6F4050D-9CD0-4F1F-A64C-63A17D32B6FA}"/>
              </a:ext>
            </a:extLst>
          </p:cNvPr>
          <p:cNvSpPr/>
          <p:nvPr userDrawn="1"/>
        </p:nvSpPr>
        <p:spPr>
          <a:xfrm rot="5400000">
            <a:off x="-2000200" y="3428883"/>
            <a:ext cx="6857829" cy="0"/>
          </a:xfrm>
          <a:prstGeom prst="line">
            <a:avLst/>
          </a:prstGeom>
          <a:noFill/>
          <a:ln w="15875">
            <a:solidFill>
              <a:srgbClr val="FFFFFF">
                <a:alpha val="47596"/>
              </a:srgbClr>
            </a:solidFill>
            <a:prstDash val="solid"/>
          </a:ln>
        </p:spPr>
      </p:sp>
      <p:sp>
        <p:nvSpPr>
          <p:cNvPr id="40" name="Line 5 [Figma 9887:47873]">
            <a:extLst>
              <a:ext uri="{FF2B5EF4-FFF2-40B4-BE49-F238E27FC236}">
                <a16:creationId xmlns:a16="http://schemas.microsoft.com/office/drawing/2014/main" id="{968A8880-2F3D-4A27-BD91-1D433F930EEA}"/>
              </a:ext>
            </a:extLst>
          </p:cNvPr>
          <p:cNvSpPr/>
          <p:nvPr userDrawn="1"/>
        </p:nvSpPr>
        <p:spPr>
          <a:xfrm rot="5400000">
            <a:off x="7270568" y="3428883"/>
            <a:ext cx="6857829" cy="0"/>
          </a:xfrm>
          <a:prstGeom prst="line">
            <a:avLst/>
          </a:prstGeom>
          <a:noFill/>
          <a:ln w="15875">
            <a:solidFill>
              <a:srgbClr val="FFFFFF">
                <a:alpha val="47596"/>
              </a:srgbClr>
            </a:solidFill>
            <a:prstDash val="solid"/>
          </a:ln>
        </p:spPr>
      </p:sp>
      <p:sp>
        <p:nvSpPr>
          <p:cNvPr id="41" name="Line 2 [Figma 9887:47874]">
            <a:extLst>
              <a:ext uri="{FF2B5EF4-FFF2-40B4-BE49-F238E27FC236}">
                <a16:creationId xmlns:a16="http://schemas.microsoft.com/office/drawing/2014/main" id="{732B7E0A-B6C3-4620-8C95-0BBD2DF22057}"/>
              </a:ext>
            </a:extLst>
          </p:cNvPr>
          <p:cNvSpPr/>
          <p:nvPr userDrawn="1"/>
        </p:nvSpPr>
        <p:spPr>
          <a:xfrm rot="10800000">
            <a:off x="0" y="4444857"/>
            <a:ext cx="14045849" cy="0"/>
          </a:xfrm>
          <a:prstGeom prst="line">
            <a:avLst/>
          </a:prstGeom>
          <a:noFill/>
          <a:ln w="15875">
            <a:solidFill>
              <a:srgbClr val="FFFFFF">
                <a:alpha val="47596"/>
              </a:srgbClr>
            </a:solidFill>
            <a:prstDash val="solid"/>
          </a:ln>
        </p:spPr>
      </p:sp>
      <p:sp>
        <p:nvSpPr>
          <p:cNvPr id="42" name="Line 4 [Figma 9887:47875]">
            <a:extLst>
              <a:ext uri="{FF2B5EF4-FFF2-40B4-BE49-F238E27FC236}">
                <a16:creationId xmlns:a16="http://schemas.microsoft.com/office/drawing/2014/main" id="{FE69440B-DCB0-4961-B2FA-7A399660D2FA}"/>
              </a:ext>
            </a:extLst>
          </p:cNvPr>
          <p:cNvSpPr/>
          <p:nvPr userDrawn="1"/>
        </p:nvSpPr>
        <p:spPr>
          <a:xfrm rot="10800000">
            <a:off x="0" y="2387509"/>
            <a:ext cx="14045849" cy="0"/>
          </a:xfrm>
          <a:prstGeom prst="line">
            <a:avLst/>
          </a:prstGeom>
          <a:noFill/>
          <a:ln w="15875">
            <a:solidFill>
              <a:srgbClr val="FFFFFF">
                <a:alpha val="47596"/>
              </a:srgbClr>
            </a:solidFill>
            <a:prstDash val="solid"/>
          </a:ln>
        </p:spPr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428553" y="2413143"/>
            <a:ext cx="9270929" cy="2054478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5600"/>
              </a:lnSpc>
              <a:defRPr sz="5400" cap="all" spc="-150" baseline="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Образец</a:t>
            </a:r>
            <a:br>
              <a:rPr lang="ru-RU" dirty="0"/>
            </a:br>
            <a:r>
              <a:rPr lang="ru-RU" dirty="0"/>
              <a:t>заголовка</a:t>
            </a:r>
            <a:br>
              <a:rPr lang="ru-RU" dirty="0"/>
            </a:br>
            <a:r>
              <a:rPr lang="ru-RU" dirty="0"/>
              <a:t>в три строчки</a:t>
            </a:r>
          </a:p>
        </p:txBody>
      </p:sp>
      <p:pic>
        <p:nvPicPr>
          <p:cNvPr id="46" name="Line [Figma 9887:47878]" descr="Line. векторный контур">
            <a:extLst>
              <a:ext uri="{FF2B5EF4-FFF2-40B4-BE49-F238E27FC236}">
                <a16:creationId xmlns:a16="http://schemas.microsoft.com/office/drawing/2014/main" id="{DC801A1C-8260-4D0D-9FD3-E0DABCF0B62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39937" y="542911"/>
            <a:ext cx="7810305" cy="6350"/>
          </a:xfrm>
          <a:prstGeom prst="rect">
            <a:avLst/>
          </a:prstGeom>
        </p:spPr>
      </p:pic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64DCAC92-2D39-4094-BEF5-9A077D65397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4175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033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Облож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4205239-7293-44CC-A745-1A3C9A97AF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Line [Figma 9043:6352]" descr="Line. градиент в обводке">
            <a:extLst>
              <a:ext uri="{FF2B5EF4-FFF2-40B4-BE49-F238E27FC236}">
                <a16:creationId xmlns:a16="http://schemas.microsoft.com/office/drawing/2014/main" id="{2F42EBB4-5A52-45AA-9A2F-7E98BDDDEEB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78325"/>
            <a:ext cx="12192000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Line [Figma 9043:6353]" descr="Line. градиент в обводке">
            <a:extLst>
              <a:ext uri="{FF2B5EF4-FFF2-40B4-BE49-F238E27FC236}">
                <a16:creationId xmlns:a16="http://schemas.microsoft.com/office/drawing/2014/main" id="{9DB53208-2B32-44D6-949D-8A09B2C402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2406650"/>
            <a:ext cx="12188825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66" y="2423641"/>
            <a:ext cx="5437198" cy="2402359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000"/>
              </a:lnSpc>
              <a:defRPr sz="4000" cap="all" spc="-150" baseline="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три строчки</a:t>
            </a:r>
            <a:br>
              <a:rPr lang="ru-RU" dirty="0"/>
            </a:br>
            <a:r>
              <a:rPr lang="ru-RU" dirty="0"/>
              <a:t>для образца</a:t>
            </a:r>
          </a:p>
        </p:txBody>
      </p:sp>
      <p:pic>
        <p:nvPicPr>
          <p:cNvPr id="31" name="Vector [Figma 9887:63687]" descr="Vector. векторный контур">
            <a:extLst>
              <a:ext uri="{FF2B5EF4-FFF2-40B4-BE49-F238E27FC236}">
                <a16:creationId xmlns:a16="http://schemas.microsoft.com/office/drawing/2014/main" id="{134CF360-0F39-4435-BD95-4A629699A07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26249" y="493410"/>
            <a:ext cx="100208" cy="99030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F28CD005-6DC3-4013-90DE-A46B546D7F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27157" y="368300"/>
            <a:ext cx="823585" cy="349200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9A16CF99-F442-4A44-B3EF-6F103B54E17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1475" y="368300"/>
            <a:ext cx="879464" cy="319213"/>
          </a:xfrm>
          <a:prstGeom prst="rect">
            <a:avLst/>
          </a:prstGeom>
        </p:spPr>
      </p:pic>
      <p:sp>
        <p:nvSpPr>
          <p:cNvPr id="11" name="Rectangle 240662521 [Figma 9887:63708]">
            <a:extLst>
              <a:ext uri="{FF2B5EF4-FFF2-40B4-BE49-F238E27FC236}">
                <a16:creationId xmlns:a16="http://schemas.microsoft.com/office/drawing/2014/main" id="{D17B948A-C879-4014-822C-489FE967D402}"/>
              </a:ext>
            </a:extLst>
          </p:cNvPr>
          <p:cNvSpPr/>
          <p:nvPr userDrawn="1"/>
        </p:nvSpPr>
        <p:spPr>
          <a:xfrm>
            <a:off x="380990" y="5930752"/>
            <a:ext cx="25399" cy="546086"/>
          </a:xfrm>
          <a:prstGeom prst="roundRect">
            <a:avLst>
              <a:gd name="adj" fmla="val 50001"/>
            </a:avLst>
          </a:prstGeom>
          <a:solidFill>
            <a:srgbClr val="1E4B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Текст 3">
            <a:extLst>
              <a:ext uri="{FF2B5EF4-FFF2-40B4-BE49-F238E27FC236}">
                <a16:creationId xmlns:a16="http://schemas.microsoft.com/office/drawing/2014/main" id="{500F2E23-8BF1-4208-8B85-553A5800A1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8673" y="6040283"/>
            <a:ext cx="4017085" cy="1635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3" name="Текст 3">
            <a:extLst>
              <a:ext uri="{FF2B5EF4-FFF2-40B4-BE49-F238E27FC236}">
                <a16:creationId xmlns:a16="http://schemas.microsoft.com/office/drawing/2014/main" id="{6807F705-F8F9-40EB-AF4D-B91B8C60D0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8674" y="6247288"/>
            <a:ext cx="4017085" cy="1635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ACB6C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Месяц 2000</a:t>
            </a:r>
          </a:p>
        </p:txBody>
      </p:sp>
    </p:spTree>
    <p:extLst>
      <p:ext uri="{BB962C8B-B14F-4D97-AF65-F5344CB8AC3E}">
        <p14:creationId xmlns:p14="http://schemas.microsoft.com/office/powerpoint/2010/main" val="4099897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Облож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ine [Figma 9043:6352]" descr="Line. градиент в обводке">
            <a:extLst>
              <a:ext uri="{FF2B5EF4-FFF2-40B4-BE49-F238E27FC236}">
                <a16:creationId xmlns:a16="http://schemas.microsoft.com/office/drawing/2014/main" id="{2F42EBB4-5A52-45AA-9A2F-7E98BDDDEEB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78325"/>
            <a:ext cx="12192000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Line [Figma 9043:6353]" descr="Line. градиент в обводке">
            <a:extLst>
              <a:ext uri="{FF2B5EF4-FFF2-40B4-BE49-F238E27FC236}">
                <a16:creationId xmlns:a16="http://schemas.microsoft.com/office/drawing/2014/main" id="{9DB53208-2B32-44D6-949D-8A09B2C402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2406650"/>
            <a:ext cx="12188825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66" y="2423641"/>
            <a:ext cx="5437198" cy="2402359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000"/>
              </a:lnSpc>
              <a:defRPr sz="4000" cap="all" spc="-150" baseline="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три строчки</a:t>
            </a:r>
            <a:br>
              <a:rPr lang="ru-RU" dirty="0"/>
            </a:br>
            <a:r>
              <a:rPr lang="ru-RU" dirty="0"/>
              <a:t>для образца</a:t>
            </a:r>
          </a:p>
        </p:txBody>
      </p:sp>
      <p:sp>
        <p:nvSpPr>
          <p:cNvPr id="18" name="Rectangle 240662521 [Figma 9887:63708]">
            <a:extLst>
              <a:ext uri="{FF2B5EF4-FFF2-40B4-BE49-F238E27FC236}">
                <a16:creationId xmlns:a16="http://schemas.microsoft.com/office/drawing/2014/main" id="{2628694C-5803-41AB-B185-87803EC49C98}"/>
              </a:ext>
            </a:extLst>
          </p:cNvPr>
          <p:cNvSpPr/>
          <p:nvPr userDrawn="1"/>
        </p:nvSpPr>
        <p:spPr>
          <a:xfrm>
            <a:off x="380990" y="5930752"/>
            <a:ext cx="25399" cy="546086"/>
          </a:xfrm>
          <a:prstGeom prst="roundRect">
            <a:avLst>
              <a:gd name="adj" fmla="val 50001"/>
            </a:avLst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1" name="Vector [Figma 9887:63687]" descr="Vector. векторный контур">
            <a:extLst>
              <a:ext uri="{FF2B5EF4-FFF2-40B4-BE49-F238E27FC236}">
                <a16:creationId xmlns:a16="http://schemas.microsoft.com/office/drawing/2014/main" id="{134CF360-0F39-4435-BD95-4A629699A07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26249" y="493410"/>
            <a:ext cx="100208" cy="99030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F28CD005-6DC3-4013-90DE-A46B546D7F9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27157" y="368300"/>
            <a:ext cx="823585" cy="349200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9A16CF99-F442-4A44-B3EF-6F103B54E170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1475" y="368300"/>
            <a:ext cx="879464" cy="319213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D7D6D98B-8B33-4F5E-94FD-8CE49E9758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8673" y="6040283"/>
            <a:ext cx="4017085" cy="1635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3" name="Текст 3">
            <a:extLst>
              <a:ext uri="{FF2B5EF4-FFF2-40B4-BE49-F238E27FC236}">
                <a16:creationId xmlns:a16="http://schemas.microsoft.com/office/drawing/2014/main" id="{7DE74441-5EC9-4BC7-B53A-DF50B7A9EA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8674" y="6247288"/>
            <a:ext cx="4017085" cy="1635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ACB6C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Месяц 2000</a:t>
            </a:r>
          </a:p>
        </p:txBody>
      </p:sp>
    </p:spTree>
    <p:extLst>
      <p:ext uri="{BB962C8B-B14F-4D97-AF65-F5344CB8AC3E}">
        <p14:creationId xmlns:p14="http://schemas.microsoft.com/office/powerpoint/2010/main" val="3093185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Содержание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9544F697-9F7C-4100-B82E-76597C13058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4519" y="2794152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solidFill>
                  <a:schemeClr val="accent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en-US" dirty="0"/>
              <a:t>1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4BCD6BF-C470-4F3A-A6A9-72D0CBF5A03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61160" y="2794153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Титульные слайды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C43D4F18-5A57-40C1-AA38-9EEF0B5BB9E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61160" y="3356013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09</a:t>
            </a:r>
          </a:p>
        </p:txBody>
      </p:sp>
      <p:sp>
        <p:nvSpPr>
          <p:cNvPr id="143" name="Текст 9">
            <a:extLst>
              <a:ext uri="{FF2B5EF4-FFF2-40B4-BE49-F238E27FC236}">
                <a16:creationId xmlns:a16="http://schemas.microsoft.com/office/drawing/2014/main" id="{1C1CEE07-3BB3-468D-9ECA-05DB27A574F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55795" y="2794152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solidFill>
                  <a:schemeClr val="accent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2</a:t>
            </a:r>
          </a:p>
        </p:txBody>
      </p:sp>
      <p:sp>
        <p:nvSpPr>
          <p:cNvPr id="144" name="Текст 4">
            <a:extLst>
              <a:ext uri="{FF2B5EF4-FFF2-40B4-BE49-F238E27FC236}">
                <a16:creationId xmlns:a16="http://schemas.microsoft.com/office/drawing/2014/main" id="{511B0CF8-1C4D-44DF-BDEB-36A7E34C3DC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12436" y="2794153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Раздельные слайды</a:t>
            </a:r>
          </a:p>
        </p:txBody>
      </p:sp>
      <p:sp>
        <p:nvSpPr>
          <p:cNvPr id="145" name="Текст 7">
            <a:extLst>
              <a:ext uri="{FF2B5EF4-FFF2-40B4-BE49-F238E27FC236}">
                <a16:creationId xmlns:a16="http://schemas.microsoft.com/office/drawing/2014/main" id="{6DEB178C-EBBD-44AB-A171-90B021CBF66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512436" y="3356013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13</a:t>
            </a:r>
          </a:p>
        </p:txBody>
      </p:sp>
      <p:sp>
        <p:nvSpPr>
          <p:cNvPr id="147" name="Текст 9">
            <a:extLst>
              <a:ext uri="{FF2B5EF4-FFF2-40B4-BE49-F238E27FC236}">
                <a16:creationId xmlns:a16="http://schemas.microsoft.com/office/drawing/2014/main" id="{879B0177-D0F3-4571-A571-8E6D449FBEA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07071" y="2785762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solidFill>
                  <a:schemeClr val="accent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3</a:t>
            </a:r>
          </a:p>
        </p:txBody>
      </p:sp>
      <p:sp>
        <p:nvSpPr>
          <p:cNvPr id="148" name="Текст 4">
            <a:extLst>
              <a:ext uri="{FF2B5EF4-FFF2-40B4-BE49-F238E27FC236}">
                <a16:creationId xmlns:a16="http://schemas.microsoft.com/office/drawing/2014/main" id="{381B60CC-166A-48D9-9F0E-31A7EDCCBF0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363712" y="2785763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Навигация</a:t>
            </a:r>
          </a:p>
        </p:txBody>
      </p:sp>
      <p:sp>
        <p:nvSpPr>
          <p:cNvPr id="149" name="Текст 7">
            <a:extLst>
              <a:ext uri="{FF2B5EF4-FFF2-40B4-BE49-F238E27FC236}">
                <a16:creationId xmlns:a16="http://schemas.microsoft.com/office/drawing/2014/main" id="{B91BC7B4-31F5-4319-948D-22D0382AE18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363712" y="3347623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15</a:t>
            </a:r>
          </a:p>
        </p:txBody>
      </p:sp>
      <p:sp>
        <p:nvSpPr>
          <p:cNvPr id="151" name="Текст 9">
            <a:extLst>
              <a:ext uri="{FF2B5EF4-FFF2-40B4-BE49-F238E27FC236}">
                <a16:creationId xmlns:a16="http://schemas.microsoft.com/office/drawing/2014/main" id="{ADB4BCD0-0D97-4C88-83D5-27A10DF574F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98836" y="4104416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solidFill>
                  <a:schemeClr val="accent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4</a:t>
            </a:r>
          </a:p>
        </p:txBody>
      </p:sp>
      <p:sp>
        <p:nvSpPr>
          <p:cNvPr id="152" name="Текст 4">
            <a:extLst>
              <a:ext uri="{FF2B5EF4-FFF2-40B4-BE49-F238E27FC236}">
                <a16:creationId xmlns:a16="http://schemas.microsoft.com/office/drawing/2014/main" id="{460A92A5-4C17-497A-97C8-53421EA28BC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677227" y="4104417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Контентные слайды</a:t>
            </a:r>
          </a:p>
        </p:txBody>
      </p:sp>
      <p:sp>
        <p:nvSpPr>
          <p:cNvPr id="153" name="Текст 7">
            <a:extLst>
              <a:ext uri="{FF2B5EF4-FFF2-40B4-BE49-F238E27FC236}">
                <a16:creationId xmlns:a16="http://schemas.microsoft.com/office/drawing/2014/main" id="{FAB8F0F1-780B-46F7-8C5E-7DC3C10E5BC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655477" y="4666277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16</a:t>
            </a:r>
          </a:p>
        </p:txBody>
      </p:sp>
      <p:sp>
        <p:nvSpPr>
          <p:cNvPr id="155" name="Текст 9">
            <a:extLst>
              <a:ext uri="{FF2B5EF4-FFF2-40B4-BE49-F238E27FC236}">
                <a16:creationId xmlns:a16="http://schemas.microsoft.com/office/drawing/2014/main" id="{07AFE387-0F4F-4E87-87BB-5B2C9D7631A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450112" y="4104416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solidFill>
                  <a:schemeClr val="accent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5</a:t>
            </a:r>
          </a:p>
        </p:txBody>
      </p:sp>
      <p:sp>
        <p:nvSpPr>
          <p:cNvPr id="156" name="Текст 4">
            <a:extLst>
              <a:ext uri="{FF2B5EF4-FFF2-40B4-BE49-F238E27FC236}">
                <a16:creationId xmlns:a16="http://schemas.microsoft.com/office/drawing/2014/main" id="{E53A190A-4919-414B-B6E1-B1608C7CCE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528503" y="4104417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Таблицы</a:t>
            </a:r>
          </a:p>
        </p:txBody>
      </p:sp>
      <p:sp>
        <p:nvSpPr>
          <p:cNvPr id="157" name="Текст 7">
            <a:extLst>
              <a:ext uri="{FF2B5EF4-FFF2-40B4-BE49-F238E27FC236}">
                <a16:creationId xmlns:a16="http://schemas.microsoft.com/office/drawing/2014/main" id="{F58AF3C2-4320-444B-9D46-7FABE832E60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506753" y="4666277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36</a:t>
            </a:r>
          </a:p>
        </p:txBody>
      </p:sp>
      <p:sp>
        <p:nvSpPr>
          <p:cNvPr id="159" name="Текст 9">
            <a:extLst>
              <a:ext uri="{FF2B5EF4-FFF2-40B4-BE49-F238E27FC236}">
                <a16:creationId xmlns:a16="http://schemas.microsoft.com/office/drawing/2014/main" id="{B1798F73-1F2A-4DE6-8862-F8CA4FFD860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01388" y="4096026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solidFill>
                  <a:schemeClr val="accent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6</a:t>
            </a:r>
          </a:p>
        </p:txBody>
      </p:sp>
      <p:sp>
        <p:nvSpPr>
          <p:cNvPr id="160" name="Текст 4">
            <a:extLst>
              <a:ext uri="{FF2B5EF4-FFF2-40B4-BE49-F238E27FC236}">
                <a16:creationId xmlns:a16="http://schemas.microsoft.com/office/drawing/2014/main" id="{57D222AD-8D23-4711-8885-8D8A06CC797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358029" y="4096027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Схемы и диаграммы</a:t>
            </a:r>
          </a:p>
        </p:txBody>
      </p:sp>
      <p:sp>
        <p:nvSpPr>
          <p:cNvPr id="161" name="Текст 7">
            <a:extLst>
              <a:ext uri="{FF2B5EF4-FFF2-40B4-BE49-F238E27FC236}">
                <a16:creationId xmlns:a16="http://schemas.microsoft.com/office/drawing/2014/main" id="{682FB1BA-8725-4891-8167-07B7E169A3E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358029" y="4657887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39</a:t>
            </a:r>
          </a:p>
        </p:txBody>
      </p:sp>
      <p:sp>
        <p:nvSpPr>
          <p:cNvPr id="163" name="Текст 9">
            <a:extLst>
              <a:ext uri="{FF2B5EF4-FFF2-40B4-BE49-F238E27FC236}">
                <a16:creationId xmlns:a16="http://schemas.microsoft.com/office/drawing/2014/main" id="{13EDD3DC-C617-44C7-9365-1CA061923D5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90277" y="5374885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solidFill>
                  <a:schemeClr val="accent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7</a:t>
            </a:r>
          </a:p>
        </p:txBody>
      </p:sp>
      <p:sp>
        <p:nvSpPr>
          <p:cNvPr id="164" name="Текст 4">
            <a:extLst>
              <a:ext uri="{FF2B5EF4-FFF2-40B4-BE49-F238E27FC236}">
                <a16:creationId xmlns:a16="http://schemas.microsoft.com/office/drawing/2014/main" id="{7A1E98E3-C2C1-4010-AB25-4AB104FC397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668668" y="5374886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sp>
        <p:nvSpPr>
          <p:cNvPr id="165" name="Текст 7">
            <a:extLst>
              <a:ext uri="{FF2B5EF4-FFF2-40B4-BE49-F238E27FC236}">
                <a16:creationId xmlns:a16="http://schemas.microsoft.com/office/drawing/2014/main" id="{1A4B8D07-FA18-4BA0-A707-9F88B634E34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646918" y="5936746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49</a:t>
            </a:r>
          </a:p>
        </p:txBody>
      </p:sp>
      <p:sp>
        <p:nvSpPr>
          <p:cNvPr id="167" name="Текст 9">
            <a:extLst>
              <a:ext uri="{FF2B5EF4-FFF2-40B4-BE49-F238E27FC236}">
                <a16:creationId xmlns:a16="http://schemas.microsoft.com/office/drawing/2014/main" id="{BCF1674D-2B2B-4E77-8D13-EAC3081B65F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441553" y="5374885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solidFill>
                  <a:schemeClr val="accent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8</a:t>
            </a:r>
          </a:p>
        </p:txBody>
      </p:sp>
      <p:sp>
        <p:nvSpPr>
          <p:cNvPr id="168" name="Текст 4">
            <a:extLst>
              <a:ext uri="{FF2B5EF4-FFF2-40B4-BE49-F238E27FC236}">
                <a16:creationId xmlns:a16="http://schemas.microsoft.com/office/drawing/2014/main" id="{C239EB68-AAD1-4014-BDA3-507D5AABB63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519944" y="5374886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Направления и паттерны</a:t>
            </a:r>
          </a:p>
        </p:txBody>
      </p:sp>
      <p:sp>
        <p:nvSpPr>
          <p:cNvPr id="169" name="Текст 7">
            <a:extLst>
              <a:ext uri="{FF2B5EF4-FFF2-40B4-BE49-F238E27FC236}">
                <a16:creationId xmlns:a16="http://schemas.microsoft.com/office/drawing/2014/main" id="{33A42EF0-A894-4C04-BA3D-82C3361A287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498194" y="5936746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50</a:t>
            </a:r>
          </a:p>
        </p:txBody>
      </p:sp>
      <p:sp>
        <p:nvSpPr>
          <p:cNvPr id="171" name="Текст 9">
            <a:extLst>
              <a:ext uri="{FF2B5EF4-FFF2-40B4-BE49-F238E27FC236}">
                <a16:creationId xmlns:a16="http://schemas.microsoft.com/office/drawing/2014/main" id="{6D583F18-AA6D-4DB7-A0D2-DE3A8D0A17C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292829" y="5366495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solidFill>
                  <a:schemeClr val="accent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9</a:t>
            </a:r>
          </a:p>
        </p:txBody>
      </p:sp>
      <p:sp>
        <p:nvSpPr>
          <p:cNvPr id="172" name="Текст 4">
            <a:extLst>
              <a:ext uri="{FF2B5EF4-FFF2-40B4-BE49-F238E27FC236}">
                <a16:creationId xmlns:a16="http://schemas.microsoft.com/office/drawing/2014/main" id="{E73E9EAE-6367-4B05-86DB-815BF0D0DE7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371220" y="5366496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Дополнительные элементы</a:t>
            </a:r>
          </a:p>
        </p:txBody>
      </p:sp>
      <p:sp>
        <p:nvSpPr>
          <p:cNvPr id="173" name="Текст 7">
            <a:extLst>
              <a:ext uri="{FF2B5EF4-FFF2-40B4-BE49-F238E27FC236}">
                <a16:creationId xmlns:a16="http://schemas.microsoft.com/office/drawing/2014/main" id="{67EEDA7B-59F1-4C6D-8986-CB8A474AFAED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349470" y="5928356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60</a:t>
            </a:r>
          </a:p>
        </p:txBody>
      </p:sp>
      <p:pic>
        <p:nvPicPr>
          <p:cNvPr id="174" name="Рисунок 173">
            <a:extLst>
              <a:ext uri="{FF2B5EF4-FFF2-40B4-BE49-F238E27FC236}">
                <a16:creationId xmlns:a16="http://schemas.microsoft.com/office/drawing/2014/main" id="{B006C905-A940-44A0-B9A7-78DA4F62DF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000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уллиты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буллиты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4" name="Рисунок 173">
            <a:extLst>
              <a:ext uri="{FF2B5EF4-FFF2-40B4-BE49-F238E27FC236}">
                <a16:creationId xmlns:a16="http://schemas.microsoft.com/office/drawing/2014/main" id="{B006C905-A940-44A0-B9A7-78DA4F62DF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E37772B0-CB9E-497D-AFF0-3DEE16D0138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320767" y="1584325"/>
            <a:ext cx="922023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73ED74C-5170-49D2-8C4A-37748C9F7AE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0667" y="1584325"/>
            <a:ext cx="800100" cy="76517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kern="200" spc="-200" baseline="0">
                <a:solidFill>
                  <a:schemeClr val="accent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76" name="Текст 2">
            <a:extLst>
              <a:ext uri="{FF2B5EF4-FFF2-40B4-BE49-F238E27FC236}">
                <a16:creationId xmlns:a16="http://schemas.microsoft.com/office/drawing/2014/main" id="{761ACA31-4C74-48A5-92D9-AAA100218A7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320767" y="2830085"/>
            <a:ext cx="922023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77" name="Текст 5">
            <a:extLst>
              <a:ext uri="{FF2B5EF4-FFF2-40B4-BE49-F238E27FC236}">
                <a16:creationId xmlns:a16="http://schemas.microsoft.com/office/drawing/2014/main" id="{F3FDE278-6D2D-41D7-8953-68AF70AA58A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0667" y="2830085"/>
            <a:ext cx="800100" cy="76517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kern="200" spc="-200" baseline="0">
                <a:solidFill>
                  <a:schemeClr val="accent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78" name="Текст 2">
            <a:extLst>
              <a:ext uri="{FF2B5EF4-FFF2-40B4-BE49-F238E27FC236}">
                <a16:creationId xmlns:a16="http://schemas.microsoft.com/office/drawing/2014/main" id="{552DD092-6782-4BDF-8F89-D748FE53F22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320767" y="4087385"/>
            <a:ext cx="922023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79" name="Текст 5">
            <a:extLst>
              <a:ext uri="{FF2B5EF4-FFF2-40B4-BE49-F238E27FC236}">
                <a16:creationId xmlns:a16="http://schemas.microsoft.com/office/drawing/2014/main" id="{216DB16B-9693-4283-A2B2-4EDC02F2AC3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0667" y="4087385"/>
            <a:ext cx="800100" cy="76517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kern="200" spc="-200" baseline="0">
                <a:solidFill>
                  <a:schemeClr val="accent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82" name="Текст 2">
            <a:extLst>
              <a:ext uri="{FF2B5EF4-FFF2-40B4-BE49-F238E27FC236}">
                <a16:creationId xmlns:a16="http://schemas.microsoft.com/office/drawing/2014/main" id="{AF352D55-F57E-4F38-AF4B-A4D559FD56A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320767" y="5382785"/>
            <a:ext cx="922023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83" name="Текст 5">
            <a:extLst>
              <a:ext uri="{FF2B5EF4-FFF2-40B4-BE49-F238E27FC236}">
                <a16:creationId xmlns:a16="http://schemas.microsoft.com/office/drawing/2014/main" id="{F2C85A90-B8A1-4749-BAE5-2205C6E0E07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0667" y="5382785"/>
            <a:ext cx="800100" cy="76517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kern="200" spc="-200" baseline="0">
                <a:solidFill>
                  <a:schemeClr val="accent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117700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уллиты с ико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Буллиты с иконками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4" name="Рисунок 173">
            <a:extLst>
              <a:ext uri="{FF2B5EF4-FFF2-40B4-BE49-F238E27FC236}">
                <a16:creationId xmlns:a16="http://schemas.microsoft.com/office/drawing/2014/main" id="{B006C905-A940-44A0-B9A7-78DA4F62DF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E37772B0-CB9E-497D-AFF0-3DEE16D0138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517807" y="1584325"/>
            <a:ext cx="902319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76" name="Текст 2">
            <a:extLst>
              <a:ext uri="{FF2B5EF4-FFF2-40B4-BE49-F238E27FC236}">
                <a16:creationId xmlns:a16="http://schemas.microsoft.com/office/drawing/2014/main" id="{761ACA31-4C74-48A5-92D9-AAA100218A7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517807" y="2830085"/>
            <a:ext cx="902319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78" name="Текст 2">
            <a:extLst>
              <a:ext uri="{FF2B5EF4-FFF2-40B4-BE49-F238E27FC236}">
                <a16:creationId xmlns:a16="http://schemas.microsoft.com/office/drawing/2014/main" id="{552DD092-6782-4BDF-8F89-D748FE53F22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7807" y="4087385"/>
            <a:ext cx="902319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82" name="Текст 2">
            <a:extLst>
              <a:ext uri="{FF2B5EF4-FFF2-40B4-BE49-F238E27FC236}">
                <a16:creationId xmlns:a16="http://schemas.microsoft.com/office/drawing/2014/main" id="{AF352D55-F57E-4F38-AF4B-A4D559FD56A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517807" y="5382785"/>
            <a:ext cx="902319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6842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уллиты с вывод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Буллиты с выводом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4" name="Рисунок 173">
            <a:extLst>
              <a:ext uri="{FF2B5EF4-FFF2-40B4-BE49-F238E27FC236}">
                <a16:creationId xmlns:a16="http://schemas.microsoft.com/office/drawing/2014/main" id="{B006C905-A940-44A0-B9A7-78DA4F62DF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E37772B0-CB9E-497D-AFF0-3DEE16D0138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517807" y="1584325"/>
            <a:ext cx="902319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76" name="Текст 2">
            <a:extLst>
              <a:ext uri="{FF2B5EF4-FFF2-40B4-BE49-F238E27FC236}">
                <a16:creationId xmlns:a16="http://schemas.microsoft.com/office/drawing/2014/main" id="{761ACA31-4C74-48A5-92D9-AAA100218A7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517807" y="2830085"/>
            <a:ext cx="902319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78" name="Текст 2">
            <a:extLst>
              <a:ext uri="{FF2B5EF4-FFF2-40B4-BE49-F238E27FC236}">
                <a16:creationId xmlns:a16="http://schemas.microsoft.com/office/drawing/2014/main" id="{552DD092-6782-4BDF-8F89-D748FE53F22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7807" y="4087385"/>
            <a:ext cx="902319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82" name="Текст 2">
            <a:extLst>
              <a:ext uri="{FF2B5EF4-FFF2-40B4-BE49-F238E27FC236}">
                <a16:creationId xmlns:a16="http://schemas.microsoft.com/office/drawing/2014/main" id="{AF352D55-F57E-4F38-AF4B-A4D559FD56A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47701" y="5382785"/>
            <a:ext cx="9893300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546300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ертикальные карточ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kern="200" cap="all" spc="-100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Вертикальные карточки</a:t>
            </a:r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26"/>
          </p:nvPr>
        </p:nvSpPr>
        <p:spPr>
          <a:xfrm>
            <a:off x="587375" y="2365946"/>
            <a:ext cx="5168771" cy="293613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lang="ru-RU" sz="1400" kern="0" spc="-10" dirty="0">
                <a:solidFill>
                  <a:srgbClr val="6B7683"/>
                </a:solidFill>
                <a:latin typeface="VTB Group Light" pitchFamily="34" charset="0"/>
                <a:ea typeface="VTB Group Light" pitchFamily="34" charset="-122"/>
                <a:cs typeface="VTB Group Light" pitchFamily="34" charset="-120"/>
              </a:rPr>
              <a:t>Образец текста</a:t>
            </a:r>
            <a:endParaRPr lang="en-US" sz="1400" dirty="0"/>
          </a:p>
        </p:txBody>
      </p:sp>
      <p:sp>
        <p:nvSpPr>
          <p:cNvPr id="28" name="Номер слайда 61">
            <a:extLst>
              <a:ext uri="{FF2B5EF4-FFF2-40B4-BE49-F238E27FC236}">
                <a16:creationId xmlns:a16="http://schemas.microsoft.com/office/drawing/2014/main" id="{4B3CCE28-E7E0-403A-B034-114643900A0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F891E-63B0-45CA-9A92-96A490F157E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E25524F-03A3-4C05-8759-4E2C8A2DD4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07D207F9-024E-43D3-88C4-A978615F851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913296" y="1535874"/>
            <a:ext cx="4707003" cy="50985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раздела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5B28C48-F733-4EE0-9BF2-6F141D80FFB1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407149" y="2365375"/>
            <a:ext cx="5213150" cy="2936703"/>
          </a:xfrm>
          <a:prstGeom prst="rect">
            <a:avLst/>
          </a:prstGeom>
        </p:spPr>
        <p:txBody>
          <a:bodyPr lIns="0" tIns="0" rIns="0" bIns="0"/>
          <a:lstStyle>
            <a:lvl1pPr marL="180975" indent="-180975">
              <a:buClr>
                <a:schemeClr val="accent1"/>
              </a:buClr>
              <a:buSzPct val="120000"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marL="180975" marR="0" lvl="0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Образец текста</a:t>
            </a:r>
          </a:p>
          <a:p>
            <a:pPr lvl="0"/>
            <a:endParaRPr lang="ru-RU" dirty="0"/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A88CC75A-F951-488C-B4F5-D3561E0A340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131749" y="1514601"/>
            <a:ext cx="4624397" cy="50985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раздела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803895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ертикальные карточки с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kern="200" cap="all" spc="-100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Вертикальные карточки с фото</a:t>
            </a:r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26"/>
          </p:nvPr>
        </p:nvSpPr>
        <p:spPr>
          <a:xfrm>
            <a:off x="587375" y="2365946"/>
            <a:ext cx="5168771" cy="17361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lang="ru-RU" sz="1400" kern="0" spc="-10" dirty="0">
                <a:solidFill>
                  <a:srgbClr val="6B7683"/>
                </a:solidFill>
                <a:latin typeface="VTB Group Light" pitchFamily="34" charset="0"/>
                <a:ea typeface="VTB Group Light" pitchFamily="34" charset="-122"/>
                <a:cs typeface="VTB Group Light" pitchFamily="34" charset="-120"/>
              </a:rPr>
              <a:t>Образец текста</a:t>
            </a:r>
            <a:endParaRPr lang="en-US" sz="1400" dirty="0"/>
          </a:p>
        </p:txBody>
      </p:sp>
      <p:sp>
        <p:nvSpPr>
          <p:cNvPr id="28" name="Номер слайда 61">
            <a:extLst>
              <a:ext uri="{FF2B5EF4-FFF2-40B4-BE49-F238E27FC236}">
                <a16:creationId xmlns:a16="http://schemas.microsoft.com/office/drawing/2014/main" id="{4B3CCE28-E7E0-403A-B034-114643900A0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F891E-63B0-45CA-9A92-96A490F157E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E25524F-03A3-4C05-8759-4E2C8A2DD4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07D207F9-024E-43D3-88C4-A978615F851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913296" y="1535874"/>
            <a:ext cx="4707003" cy="50985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раздела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CFD4DAE-EC25-475D-978A-9222B19796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350000" y="2365375"/>
            <a:ext cx="5254625" cy="1736725"/>
          </a:xfrm>
          <a:prstGeom prst="rect">
            <a:avLst/>
          </a:prstGeom>
        </p:spPr>
        <p:txBody>
          <a:bodyPr lIns="0" tIns="0" rIns="0" bIns="0"/>
          <a:lstStyle>
            <a:lvl1pPr marL="177800" indent="-177800">
              <a:buClr>
                <a:schemeClr val="accent1"/>
              </a:buClr>
              <a:buSzPct val="120000"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4C99A5C8-4F60-4412-AA31-B9831CCADDD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130227" y="1514601"/>
            <a:ext cx="4625919" cy="50985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раздела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003455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Вертикальные карточ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kern="200" cap="all" spc="-100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3 Вертикальные карточки</a:t>
            </a:r>
          </a:p>
        </p:txBody>
      </p:sp>
      <p:sp>
        <p:nvSpPr>
          <p:cNvPr id="28" name="Номер слайда 61">
            <a:extLst>
              <a:ext uri="{FF2B5EF4-FFF2-40B4-BE49-F238E27FC236}">
                <a16:creationId xmlns:a16="http://schemas.microsoft.com/office/drawing/2014/main" id="{4B3CCE28-E7E0-403A-B034-114643900A0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F891E-63B0-45CA-9A92-96A490F157E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E25524F-03A3-4C05-8759-4E2C8A2DD4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38" name="Текст 7">
            <a:extLst>
              <a:ext uri="{FF2B5EF4-FFF2-40B4-BE49-F238E27FC236}">
                <a16:creationId xmlns:a16="http://schemas.microsoft.com/office/drawing/2014/main" id="{F40AA270-8957-4F14-8503-2A0D8057F2E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87376" y="2365945"/>
            <a:ext cx="3274620" cy="360896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lang="ru-RU" sz="1400" kern="0" spc="-10" dirty="0">
                <a:solidFill>
                  <a:srgbClr val="6B7683"/>
                </a:solidFill>
                <a:latin typeface="VTB Group Light" pitchFamily="34" charset="0"/>
                <a:ea typeface="VTB Group Light" pitchFamily="34" charset="-122"/>
                <a:cs typeface="VTB Group Light" pitchFamily="34" charset="-120"/>
              </a:rPr>
              <a:t>Образец текста</a:t>
            </a:r>
            <a:endParaRPr lang="en-US" sz="14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C6EF8C7-3D96-4813-A2DC-D70244D4252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902559" y="1524185"/>
            <a:ext cx="2721684" cy="48755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раздела</a:t>
            </a:r>
            <a:endParaRPr lang="ru-RU" dirty="0"/>
          </a:p>
        </p:txBody>
      </p:sp>
      <p:sp>
        <p:nvSpPr>
          <p:cNvPr id="54" name="Текст 3">
            <a:extLst>
              <a:ext uri="{FF2B5EF4-FFF2-40B4-BE49-F238E27FC236}">
                <a16:creationId xmlns:a16="http://schemas.microsoft.com/office/drawing/2014/main" id="{CF08A062-F4E6-4849-95CC-ED36DE3BAD2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180191" y="1524185"/>
            <a:ext cx="2721684" cy="48755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раздела</a:t>
            </a:r>
            <a:endParaRPr lang="ru-RU" dirty="0"/>
          </a:p>
        </p:txBody>
      </p:sp>
      <p:sp>
        <p:nvSpPr>
          <p:cNvPr id="74" name="Текст 3">
            <a:extLst>
              <a:ext uri="{FF2B5EF4-FFF2-40B4-BE49-F238E27FC236}">
                <a16:creationId xmlns:a16="http://schemas.microsoft.com/office/drawing/2014/main" id="{B3D4F3EF-1458-437C-BE5F-A141CBE5FDB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051472" y="1525753"/>
            <a:ext cx="2721684" cy="48755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раздела</a:t>
            </a:r>
            <a:endParaRPr lang="ru-RU" dirty="0"/>
          </a:p>
        </p:txBody>
      </p:sp>
      <p:sp>
        <p:nvSpPr>
          <p:cNvPr id="26" name="Текст 4">
            <a:extLst>
              <a:ext uri="{FF2B5EF4-FFF2-40B4-BE49-F238E27FC236}">
                <a16:creationId xmlns:a16="http://schemas.microsoft.com/office/drawing/2014/main" id="{AF0923DF-DC38-4E85-A2A6-EA18DF245BF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293100" y="2365375"/>
            <a:ext cx="3311525" cy="3599880"/>
          </a:xfrm>
          <a:prstGeom prst="rect">
            <a:avLst/>
          </a:prstGeom>
        </p:spPr>
        <p:txBody>
          <a:bodyPr lIns="0" tIns="0" rIns="0" bIns="0"/>
          <a:lstStyle>
            <a:lvl1pPr marL="177800" indent="-177800">
              <a:buClr>
                <a:schemeClr val="accent1"/>
              </a:buClr>
              <a:buSzPct val="120000"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7" name="Текст 4">
            <a:extLst>
              <a:ext uri="{FF2B5EF4-FFF2-40B4-BE49-F238E27FC236}">
                <a16:creationId xmlns:a16="http://schemas.microsoft.com/office/drawing/2014/main" id="{222EDED0-AAF1-43EC-AA3D-AAFF6016A9B9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4445321" y="2375470"/>
            <a:ext cx="3311525" cy="3599880"/>
          </a:xfrm>
          <a:prstGeom prst="rect">
            <a:avLst/>
          </a:prstGeom>
        </p:spPr>
        <p:txBody>
          <a:bodyPr lIns="0" tIns="0" rIns="0" bIns="0"/>
          <a:lstStyle>
            <a:lvl1pPr marL="177800" indent="-177800">
              <a:buClr>
                <a:schemeClr val="accent2"/>
              </a:buClr>
              <a:buSzPct val="120000"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2923902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Вертикальные карточки с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8300"/>
            <a:ext cx="9155664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kern="200" cap="all" spc="-100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3 вертикальные карточки с фото</a:t>
            </a:r>
          </a:p>
        </p:txBody>
      </p:sp>
      <p:sp>
        <p:nvSpPr>
          <p:cNvPr id="28" name="Номер слайда 61">
            <a:extLst>
              <a:ext uri="{FF2B5EF4-FFF2-40B4-BE49-F238E27FC236}">
                <a16:creationId xmlns:a16="http://schemas.microsoft.com/office/drawing/2014/main" id="{4B3CCE28-E7E0-403A-B034-114643900A0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F891E-63B0-45CA-9A92-96A490F157E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E25524F-03A3-4C05-8759-4E2C8A2DD4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38" name="Текст 7">
            <a:extLst>
              <a:ext uri="{FF2B5EF4-FFF2-40B4-BE49-F238E27FC236}">
                <a16:creationId xmlns:a16="http://schemas.microsoft.com/office/drawing/2014/main" id="{F40AA270-8957-4F14-8503-2A0D8057F2E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87376" y="2365945"/>
            <a:ext cx="3274620" cy="182505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>
                <a:effectLst/>
              </a:rPr>
              <a:t>Образец текста</a:t>
            </a:r>
          </a:p>
          <a:p>
            <a:pPr marL="0" marR="0" lvl="0" indent="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>
                <a:effectLst/>
              </a:rPr>
              <a:t>Образец текста</a:t>
            </a:r>
          </a:p>
          <a:p>
            <a:pPr marL="0" marR="0" lvl="0" indent="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ru-RU" dirty="0">
              <a:effectLst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C6EF8C7-3D96-4813-A2DC-D70244D4252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902559" y="1524185"/>
            <a:ext cx="2721684" cy="48755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54" name="Текст 3">
            <a:extLst>
              <a:ext uri="{FF2B5EF4-FFF2-40B4-BE49-F238E27FC236}">
                <a16:creationId xmlns:a16="http://schemas.microsoft.com/office/drawing/2014/main" id="{CF08A062-F4E6-4849-95CC-ED36DE3BAD2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180191" y="1524185"/>
            <a:ext cx="2721684" cy="48755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74" name="Текст 3">
            <a:extLst>
              <a:ext uri="{FF2B5EF4-FFF2-40B4-BE49-F238E27FC236}">
                <a16:creationId xmlns:a16="http://schemas.microsoft.com/office/drawing/2014/main" id="{B3D4F3EF-1458-437C-BE5F-A141CBE5FDB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051472" y="1525753"/>
            <a:ext cx="2721684" cy="48755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30" name="Текст 4">
            <a:extLst>
              <a:ext uri="{FF2B5EF4-FFF2-40B4-BE49-F238E27FC236}">
                <a16:creationId xmlns:a16="http://schemas.microsoft.com/office/drawing/2014/main" id="{BC770120-677C-4DE8-B92C-D9781776F8D9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293100" y="2365375"/>
            <a:ext cx="3311525" cy="1815530"/>
          </a:xfrm>
          <a:prstGeom prst="rect">
            <a:avLst/>
          </a:prstGeom>
        </p:spPr>
        <p:txBody>
          <a:bodyPr lIns="0" tIns="0" rIns="0" bIns="0"/>
          <a:lstStyle>
            <a:lvl1pPr marL="177800" indent="-177800">
              <a:buClr>
                <a:schemeClr val="accent1"/>
              </a:buClr>
              <a:buSzPct val="120000"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2" name="Текст 4">
            <a:extLst>
              <a:ext uri="{FF2B5EF4-FFF2-40B4-BE49-F238E27FC236}">
                <a16:creationId xmlns:a16="http://schemas.microsoft.com/office/drawing/2014/main" id="{F7C8BF14-11C2-48D9-96D2-BDE05A40C967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4445321" y="2375470"/>
            <a:ext cx="3311525" cy="1815530"/>
          </a:xfrm>
          <a:prstGeom prst="rect">
            <a:avLst/>
          </a:prstGeom>
        </p:spPr>
        <p:txBody>
          <a:bodyPr lIns="0" tIns="0" rIns="0" bIns="0"/>
          <a:lstStyle>
            <a:lvl1pPr marL="177800" indent="-177800">
              <a:buClr>
                <a:schemeClr val="accent2"/>
              </a:buClr>
              <a:buSzPct val="120000"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7722769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Вертикальные карточ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sult Title [Figma 9043:6384]">
            <a:extLst>
              <a:ext uri="{FF2B5EF4-FFF2-40B4-BE49-F238E27FC236}">
                <a16:creationId xmlns:a16="http://schemas.microsoft.com/office/drawing/2014/main" id="{40C96AB4-6FCA-4126-A57C-E8E73E021FF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239250" y="1485900"/>
            <a:ext cx="1060450" cy="327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VTB Group"/>
              </a:defRPr>
            </a:lvl1pPr>
            <a:lvl2pPr marL="742950" indent="-285750">
              <a:defRPr>
                <a:solidFill>
                  <a:schemeClr val="tx1"/>
                </a:solidFill>
                <a:latin typeface="VTB Group"/>
              </a:defRPr>
            </a:lvl2pPr>
            <a:lvl3pPr marL="1143000" indent="-228600">
              <a:defRPr>
                <a:solidFill>
                  <a:schemeClr val="tx1"/>
                </a:solidFill>
                <a:latin typeface="VTB Group"/>
              </a:defRPr>
            </a:lvl3pPr>
            <a:lvl4pPr marL="1600200" indent="-228600">
              <a:defRPr>
                <a:solidFill>
                  <a:schemeClr val="tx1"/>
                </a:solidFill>
                <a:latin typeface="VTB Group"/>
              </a:defRPr>
            </a:lvl4pPr>
            <a:lvl5pPr marL="2057400" indent="-228600">
              <a:defRPr>
                <a:solidFill>
                  <a:schemeClr val="tx1"/>
                </a:solidFill>
                <a:latin typeface="VTB Group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9pPr>
          </a:lstStyle>
          <a:p>
            <a:pPr eaLnBrk="1" hangingPunct="1">
              <a:defRPr/>
            </a:pPr>
            <a:endParaRPr lang="en-US" altLang="ru-RU" sz="2000" dirty="0">
              <a:latin typeface="VTB Group Book" panose="020B0503040504020204" pitchFamily="34" charset="-52"/>
            </a:endParaRPr>
          </a:p>
        </p:txBody>
      </p:sp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4 вертикальные карточки</a:t>
            </a:r>
          </a:p>
        </p:txBody>
      </p:sp>
      <p:sp>
        <p:nvSpPr>
          <p:cNvPr id="39" name="Текст 2"/>
          <p:cNvSpPr>
            <a:spLocks noGrp="1"/>
          </p:cNvSpPr>
          <p:nvPr>
            <p:ph type="body" sz="quarter" idx="27"/>
          </p:nvPr>
        </p:nvSpPr>
        <p:spPr>
          <a:xfrm>
            <a:off x="571486" y="2322768"/>
            <a:ext cx="2368204" cy="38684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40"/>
              </a:lnSpc>
              <a:buNone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</a:p>
          <a:p>
            <a:pPr marL="0" marR="0" lvl="0" indent="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>
                <a:effectLst/>
              </a:rPr>
              <a:t>Образец текста</a:t>
            </a:r>
          </a:p>
          <a:p>
            <a:pPr lvl="0"/>
            <a:endParaRPr lang="ru-RU" dirty="0">
              <a:effectLst/>
            </a:endParaRPr>
          </a:p>
        </p:txBody>
      </p:sp>
      <p:sp>
        <p:nvSpPr>
          <p:cNvPr id="28" name="Номер слайда 61">
            <a:extLst>
              <a:ext uri="{FF2B5EF4-FFF2-40B4-BE49-F238E27FC236}">
                <a16:creationId xmlns:a16="http://schemas.microsoft.com/office/drawing/2014/main" id="{4B3CCE28-E7E0-403A-B034-114643900A0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F891E-63B0-45CA-9A92-96A490F157E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E25524F-03A3-4C05-8759-4E2C8A2DD4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4F340843-AA78-474D-8F7E-EE14AADD7A6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30273" y="1517115"/>
            <a:ext cx="1822494" cy="504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78" name="Текст 3">
            <a:extLst>
              <a:ext uri="{FF2B5EF4-FFF2-40B4-BE49-F238E27FC236}">
                <a16:creationId xmlns:a16="http://schemas.microsoft.com/office/drawing/2014/main" id="{14B370E1-7C12-492A-BD26-28FAB4C6D12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038217" y="1517116"/>
            <a:ext cx="1822494" cy="504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85" name="Текст 3">
            <a:extLst>
              <a:ext uri="{FF2B5EF4-FFF2-40B4-BE49-F238E27FC236}">
                <a16:creationId xmlns:a16="http://schemas.microsoft.com/office/drawing/2014/main" id="{29F2796F-7C20-46E7-893B-1A52B259BCB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07905" y="1526161"/>
            <a:ext cx="1822494" cy="504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92" name="Текст 3">
            <a:extLst>
              <a:ext uri="{FF2B5EF4-FFF2-40B4-BE49-F238E27FC236}">
                <a16:creationId xmlns:a16="http://schemas.microsoft.com/office/drawing/2014/main" id="{98BAC7AF-B6B5-4C80-9A10-C4C45F5075B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816893" y="1517117"/>
            <a:ext cx="1822494" cy="504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97" name="Текст 2">
            <a:extLst>
              <a:ext uri="{FF2B5EF4-FFF2-40B4-BE49-F238E27FC236}">
                <a16:creationId xmlns:a16="http://schemas.microsoft.com/office/drawing/2014/main" id="{D63239EA-5842-4CE2-A36B-F34246318033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3467415" y="2316467"/>
            <a:ext cx="2368204" cy="3874783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440"/>
              </a:lnSpc>
              <a:buClr>
                <a:schemeClr val="accent2"/>
              </a:buClr>
              <a:buSzPct val="120000"/>
              <a:buFont typeface="VTB Group Light" panose="020B0403040504020204" pitchFamily="34" charset="-52"/>
              <a:buChar char="•"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</a:p>
          <a:p>
            <a:pPr marL="171450" marR="0" lvl="0" indent="-17145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20000"/>
              <a:buFont typeface="VTB Group Light" panose="020B0403040504020204" pitchFamily="34" charset="-52"/>
              <a:buChar char="•"/>
              <a:tabLst/>
              <a:defRPr/>
            </a:pPr>
            <a:r>
              <a:rPr lang="ru-RU" dirty="0">
                <a:effectLst/>
              </a:rPr>
              <a:t>Образец текста</a:t>
            </a:r>
          </a:p>
          <a:p>
            <a:pPr marL="171450" marR="0" lvl="0" indent="-17145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20000"/>
              <a:buFont typeface="VTB Group Light" panose="020B0403040504020204" pitchFamily="34" charset="-52"/>
              <a:buChar char="•"/>
              <a:tabLst/>
              <a:defRPr/>
            </a:pPr>
            <a:endParaRPr lang="ru-RU" dirty="0">
              <a:effectLst/>
            </a:endParaRPr>
          </a:p>
          <a:p>
            <a:pPr lvl="0"/>
            <a:endParaRPr lang="ru-RU" dirty="0">
              <a:effectLst/>
            </a:endParaRPr>
          </a:p>
        </p:txBody>
      </p:sp>
      <p:sp>
        <p:nvSpPr>
          <p:cNvPr id="99" name="Текст 2">
            <a:extLst>
              <a:ext uri="{FF2B5EF4-FFF2-40B4-BE49-F238E27FC236}">
                <a16:creationId xmlns:a16="http://schemas.microsoft.com/office/drawing/2014/main" id="{69C42475-5A44-4C6D-A727-1ECA57C33406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346220" y="2314561"/>
            <a:ext cx="2368204" cy="3874783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440"/>
              </a:lnSpc>
              <a:buClr>
                <a:schemeClr val="accent1"/>
              </a:buClr>
              <a:buSzPct val="120000"/>
              <a:buFont typeface="VTB Group Light" panose="020B0403040504020204" pitchFamily="34" charset="-52"/>
              <a:buChar char="•"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</a:p>
          <a:p>
            <a:pPr marL="171450" marR="0" lvl="0" indent="-17145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20000"/>
              <a:buFont typeface="VTB Group Light" panose="020B0403040504020204" pitchFamily="34" charset="-52"/>
              <a:buChar char="•"/>
              <a:tabLst/>
              <a:defRPr/>
            </a:pPr>
            <a:r>
              <a:rPr lang="ru-RU" dirty="0">
                <a:effectLst/>
              </a:rPr>
              <a:t>Образец текста</a:t>
            </a:r>
          </a:p>
          <a:p>
            <a:pPr marL="171450" marR="0" lvl="0" indent="-17145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20000"/>
              <a:buFont typeface="VTB Group Light" panose="020B0403040504020204" pitchFamily="34" charset="-52"/>
              <a:buChar char="•"/>
              <a:tabLst/>
              <a:defRPr/>
            </a:pPr>
            <a:endParaRPr lang="ru-RU" dirty="0">
              <a:effectLst/>
            </a:endParaRPr>
          </a:p>
          <a:p>
            <a:pPr lvl="0"/>
            <a:endParaRPr lang="ru-RU" dirty="0">
              <a:effectLst/>
            </a:endParaRPr>
          </a:p>
        </p:txBody>
      </p:sp>
      <p:sp>
        <p:nvSpPr>
          <p:cNvPr id="100" name="Текст 2">
            <a:extLst>
              <a:ext uri="{FF2B5EF4-FFF2-40B4-BE49-F238E27FC236}">
                <a16:creationId xmlns:a16="http://schemas.microsoft.com/office/drawing/2014/main" id="{3DF87732-73DF-4509-A166-5CF822C5F476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9236857" y="2332373"/>
            <a:ext cx="2368204" cy="3856971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1440"/>
              </a:lnSpc>
              <a:buClr>
                <a:schemeClr val="accent1"/>
              </a:buClr>
              <a:buFont typeface="+mj-lt"/>
              <a:buAutoNum type="arabicPeriod"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</a:p>
          <a:p>
            <a:pPr lvl="0"/>
            <a:r>
              <a:rPr lang="ru-RU" dirty="0">
                <a:effectLst/>
              </a:rPr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8547697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Вертикальные карточки с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sult Title [Figma 9043:6384]">
            <a:extLst>
              <a:ext uri="{FF2B5EF4-FFF2-40B4-BE49-F238E27FC236}">
                <a16:creationId xmlns:a16="http://schemas.microsoft.com/office/drawing/2014/main" id="{40C96AB4-6FCA-4126-A57C-E8E73E021FF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239250" y="1485900"/>
            <a:ext cx="1060450" cy="327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VTB Group"/>
              </a:defRPr>
            </a:lvl1pPr>
            <a:lvl2pPr marL="742950" indent="-285750">
              <a:defRPr>
                <a:solidFill>
                  <a:schemeClr val="tx1"/>
                </a:solidFill>
                <a:latin typeface="VTB Group"/>
              </a:defRPr>
            </a:lvl2pPr>
            <a:lvl3pPr marL="1143000" indent="-228600">
              <a:defRPr>
                <a:solidFill>
                  <a:schemeClr val="tx1"/>
                </a:solidFill>
                <a:latin typeface="VTB Group"/>
              </a:defRPr>
            </a:lvl3pPr>
            <a:lvl4pPr marL="1600200" indent="-228600">
              <a:defRPr>
                <a:solidFill>
                  <a:schemeClr val="tx1"/>
                </a:solidFill>
                <a:latin typeface="VTB Group"/>
              </a:defRPr>
            </a:lvl4pPr>
            <a:lvl5pPr marL="2057400" indent="-228600">
              <a:defRPr>
                <a:solidFill>
                  <a:schemeClr val="tx1"/>
                </a:solidFill>
                <a:latin typeface="VTB Group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9pPr>
          </a:lstStyle>
          <a:p>
            <a:pPr eaLnBrk="1" hangingPunct="1">
              <a:defRPr/>
            </a:pPr>
            <a:endParaRPr lang="en-US" altLang="ru-RU" sz="2000" dirty="0">
              <a:latin typeface="VTB Group Book" panose="020B0503040504020204" pitchFamily="34" charset="-52"/>
            </a:endParaRPr>
          </a:p>
        </p:txBody>
      </p:sp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4 вертикальные карточки с фото</a:t>
            </a:r>
          </a:p>
        </p:txBody>
      </p:sp>
      <p:sp>
        <p:nvSpPr>
          <p:cNvPr id="39" name="Текст 2"/>
          <p:cNvSpPr>
            <a:spLocks noGrp="1"/>
          </p:cNvSpPr>
          <p:nvPr>
            <p:ph type="body" sz="quarter" idx="27"/>
          </p:nvPr>
        </p:nvSpPr>
        <p:spPr>
          <a:xfrm>
            <a:off x="571486" y="2322768"/>
            <a:ext cx="2368204" cy="19349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40"/>
              </a:lnSpc>
              <a:buNone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</a:p>
          <a:p>
            <a:pPr marL="0" marR="0" lvl="0" indent="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>
                <a:effectLst/>
              </a:rPr>
              <a:t>Образец текста</a:t>
            </a:r>
          </a:p>
          <a:p>
            <a:pPr lvl="0"/>
            <a:endParaRPr lang="ru-RU" dirty="0">
              <a:effectLst/>
            </a:endParaRPr>
          </a:p>
        </p:txBody>
      </p:sp>
      <p:sp>
        <p:nvSpPr>
          <p:cNvPr id="28" name="Номер слайда 61">
            <a:extLst>
              <a:ext uri="{FF2B5EF4-FFF2-40B4-BE49-F238E27FC236}">
                <a16:creationId xmlns:a16="http://schemas.microsoft.com/office/drawing/2014/main" id="{4B3CCE28-E7E0-403A-B034-114643900A0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F891E-63B0-45CA-9A92-96A490F157E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E25524F-03A3-4C05-8759-4E2C8A2DD4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4F340843-AA78-474D-8F7E-EE14AADD7A6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30273" y="1517115"/>
            <a:ext cx="1822494" cy="504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78" name="Текст 3">
            <a:extLst>
              <a:ext uri="{FF2B5EF4-FFF2-40B4-BE49-F238E27FC236}">
                <a16:creationId xmlns:a16="http://schemas.microsoft.com/office/drawing/2014/main" id="{14B370E1-7C12-492A-BD26-28FAB4C6D12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038217" y="1517116"/>
            <a:ext cx="1822494" cy="504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85" name="Текст 3">
            <a:extLst>
              <a:ext uri="{FF2B5EF4-FFF2-40B4-BE49-F238E27FC236}">
                <a16:creationId xmlns:a16="http://schemas.microsoft.com/office/drawing/2014/main" id="{29F2796F-7C20-46E7-893B-1A52B259BCB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07905" y="1526161"/>
            <a:ext cx="1822494" cy="504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92" name="Текст 3">
            <a:extLst>
              <a:ext uri="{FF2B5EF4-FFF2-40B4-BE49-F238E27FC236}">
                <a16:creationId xmlns:a16="http://schemas.microsoft.com/office/drawing/2014/main" id="{98BAC7AF-B6B5-4C80-9A10-C4C45F5075B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816893" y="1517117"/>
            <a:ext cx="1822494" cy="504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97" name="Текст 2">
            <a:extLst>
              <a:ext uri="{FF2B5EF4-FFF2-40B4-BE49-F238E27FC236}">
                <a16:creationId xmlns:a16="http://schemas.microsoft.com/office/drawing/2014/main" id="{D63239EA-5842-4CE2-A36B-F34246318033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3467415" y="2316468"/>
            <a:ext cx="2368204" cy="19412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440"/>
              </a:lnSpc>
              <a:buClr>
                <a:schemeClr val="accent2"/>
              </a:buClr>
              <a:buSzPct val="120000"/>
              <a:buFont typeface="VTB Group Light" panose="020B0403040504020204" pitchFamily="34" charset="-52"/>
              <a:buChar char="•"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</a:p>
          <a:p>
            <a:pPr marL="171450" marR="0" lvl="0" indent="-17145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20000"/>
              <a:buFont typeface="VTB Group Light" panose="020B0403040504020204" pitchFamily="34" charset="-52"/>
              <a:buChar char="•"/>
              <a:tabLst/>
              <a:defRPr/>
            </a:pPr>
            <a:r>
              <a:rPr lang="ru-RU" dirty="0">
                <a:effectLst/>
              </a:rPr>
              <a:t>Образец текста</a:t>
            </a:r>
          </a:p>
          <a:p>
            <a:pPr marL="171450" marR="0" lvl="0" indent="-17145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20000"/>
              <a:buFont typeface="VTB Group Light" panose="020B0403040504020204" pitchFamily="34" charset="-52"/>
              <a:buChar char="•"/>
              <a:tabLst/>
              <a:defRPr/>
            </a:pPr>
            <a:endParaRPr lang="ru-RU" dirty="0">
              <a:effectLst/>
            </a:endParaRPr>
          </a:p>
          <a:p>
            <a:pPr lvl="0"/>
            <a:endParaRPr lang="ru-RU" dirty="0">
              <a:effectLst/>
            </a:endParaRPr>
          </a:p>
        </p:txBody>
      </p:sp>
      <p:sp>
        <p:nvSpPr>
          <p:cNvPr id="99" name="Текст 2">
            <a:extLst>
              <a:ext uri="{FF2B5EF4-FFF2-40B4-BE49-F238E27FC236}">
                <a16:creationId xmlns:a16="http://schemas.microsoft.com/office/drawing/2014/main" id="{69C42475-5A44-4C6D-A727-1ECA57C33406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346220" y="2314561"/>
            <a:ext cx="2368204" cy="194311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440"/>
              </a:lnSpc>
              <a:buClr>
                <a:schemeClr val="accent1"/>
              </a:buClr>
              <a:buSzPct val="120000"/>
              <a:buFont typeface="VTB Group Light" panose="020B0403040504020204" pitchFamily="34" charset="-52"/>
              <a:buChar char="•"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</a:p>
          <a:p>
            <a:pPr marL="171450" marR="0" lvl="0" indent="-17145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20000"/>
              <a:buFont typeface="VTB Group Light" panose="020B0403040504020204" pitchFamily="34" charset="-52"/>
              <a:buChar char="•"/>
              <a:tabLst/>
              <a:defRPr/>
            </a:pPr>
            <a:r>
              <a:rPr lang="ru-RU" dirty="0">
                <a:effectLst/>
              </a:rPr>
              <a:t>Образец текста</a:t>
            </a:r>
          </a:p>
          <a:p>
            <a:pPr marL="171450" marR="0" lvl="0" indent="-17145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20000"/>
              <a:buFont typeface="VTB Group Light" panose="020B0403040504020204" pitchFamily="34" charset="-52"/>
              <a:buChar char="•"/>
              <a:tabLst/>
              <a:defRPr/>
            </a:pPr>
            <a:endParaRPr lang="ru-RU" dirty="0">
              <a:effectLst/>
            </a:endParaRPr>
          </a:p>
          <a:p>
            <a:pPr lvl="0"/>
            <a:endParaRPr lang="ru-RU" dirty="0">
              <a:effectLst/>
            </a:endParaRPr>
          </a:p>
        </p:txBody>
      </p:sp>
      <p:sp>
        <p:nvSpPr>
          <p:cNvPr id="100" name="Текст 2">
            <a:extLst>
              <a:ext uri="{FF2B5EF4-FFF2-40B4-BE49-F238E27FC236}">
                <a16:creationId xmlns:a16="http://schemas.microsoft.com/office/drawing/2014/main" id="{3DF87732-73DF-4509-A166-5CF822C5F476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9236857" y="2332373"/>
            <a:ext cx="2368204" cy="1925303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1440"/>
              </a:lnSpc>
              <a:buClr>
                <a:schemeClr val="accent1"/>
              </a:buClr>
              <a:buFont typeface="+mj-lt"/>
              <a:buAutoNum type="arabicPeriod"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</a:p>
          <a:p>
            <a:pPr lvl="0"/>
            <a:r>
              <a:rPr lang="ru-RU" dirty="0">
                <a:effectLst/>
              </a:rPr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70900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арточки с процес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sult Title [Figma 9043:6384]">
            <a:extLst>
              <a:ext uri="{FF2B5EF4-FFF2-40B4-BE49-F238E27FC236}">
                <a16:creationId xmlns:a16="http://schemas.microsoft.com/office/drawing/2014/main" id="{40C96AB4-6FCA-4126-A57C-E8E73E021FF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239250" y="1485900"/>
            <a:ext cx="1060450" cy="327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VTB Group"/>
              </a:defRPr>
            </a:lvl1pPr>
            <a:lvl2pPr marL="742950" indent="-285750">
              <a:defRPr>
                <a:solidFill>
                  <a:schemeClr val="tx1"/>
                </a:solidFill>
                <a:latin typeface="VTB Group"/>
              </a:defRPr>
            </a:lvl2pPr>
            <a:lvl3pPr marL="1143000" indent="-228600">
              <a:defRPr>
                <a:solidFill>
                  <a:schemeClr val="tx1"/>
                </a:solidFill>
                <a:latin typeface="VTB Group"/>
              </a:defRPr>
            </a:lvl3pPr>
            <a:lvl4pPr marL="1600200" indent="-228600">
              <a:defRPr>
                <a:solidFill>
                  <a:schemeClr val="tx1"/>
                </a:solidFill>
                <a:latin typeface="VTB Group"/>
              </a:defRPr>
            </a:lvl4pPr>
            <a:lvl5pPr marL="2057400" indent="-228600">
              <a:defRPr>
                <a:solidFill>
                  <a:schemeClr val="tx1"/>
                </a:solidFill>
                <a:latin typeface="VTB Group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9pPr>
          </a:lstStyle>
          <a:p>
            <a:pPr eaLnBrk="1" hangingPunct="1">
              <a:defRPr/>
            </a:pPr>
            <a:endParaRPr lang="en-US" altLang="ru-RU" sz="2000" dirty="0">
              <a:latin typeface="VTB Group Book" panose="020B0503040504020204" pitchFamily="34" charset="-52"/>
            </a:endParaRPr>
          </a:p>
        </p:txBody>
      </p:sp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Карточка с процессом</a:t>
            </a:r>
          </a:p>
        </p:txBody>
      </p:sp>
      <p:sp>
        <p:nvSpPr>
          <p:cNvPr id="34" name="Текст 3"/>
          <p:cNvSpPr>
            <a:spLocks noGrp="1"/>
          </p:cNvSpPr>
          <p:nvPr>
            <p:ph type="body" sz="quarter" idx="10" hasCustomPrompt="1"/>
          </p:nvPr>
        </p:nvSpPr>
        <p:spPr>
          <a:xfrm>
            <a:off x="586928" y="1485259"/>
            <a:ext cx="2368222" cy="2444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Шаг 1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25"/>
          </p:nvPr>
        </p:nvSpPr>
        <p:spPr>
          <a:xfrm>
            <a:off x="586928" y="2462557"/>
            <a:ext cx="2368204" cy="30552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40"/>
              </a:lnSpc>
              <a:buNone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26"/>
          </p:nvPr>
        </p:nvSpPr>
        <p:spPr>
          <a:xfrm>
            <a:off x="587375" y="2114173"/>
            <a:ext cx="2367775" cy="2428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200"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9" name="Текст 2"/>
          <p:cNvSpPr>
            <a:spLocks noGrp="1"/>
          </p:cNvSpPr>
          <p:nvPr>
            <p:ph type="body" sz="quarter" idx="27"/>
          </p:nvPr>
        </p:nvSpPr>
        <p:spPr>
          <a:xfrm>
            <a:off x="3466653" y="2461228"/>
            <a:ext cx="2368204" cy="30552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40"/>
              </a:lnSpc>
              <a:buNone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4" name="Текст 7"/>
          <p:cNvSpPr>
            <a:spLocks noGrp="1"/>
          </p:cNvSpPr>
          <p:nvPr>
            <p:ph type="body" sz="quarter" idx="28"/>
          </p:nvPr>
        </p:nvSpPr>
        <p:spPr>
          <a:xfrm>
            <a:off x="3467100" y="2112844"/>
            <a:ext cx="2367775" cy="2428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200"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3" name="Текст 2"/>
          <p:cNvSpPr>
            <a:spLocks noGrp="1"/>
          </p:cNvSpPr>
          <p:nvPr>
            <p:ph type="body" sz="quarter" idx="29"/>
          </p:nvPr>
        </p:nvSpPr>
        <p:spPr>
          <a:xfrm>
            <a:off x="6347966" y="2462557"/>
            <a:ext cx="2368204" cy="30552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40"/>
              </a:lnSpc>
              <a:buNone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5" name="Текст 7"/>
          <p:cNvSpPr>
            <a:spLocks noGrp="1"/>
          </p:cNvSpPr>
          <p:nvPr>
            <p:ph type="body" sz="quarter" idx="30"/>
          </p:nvPr>
        </p:nvSpPr>
        <p:spPr>
          <a:xfrm>
            <a:off x="6348413" y="2114173"/>
            <a:ext cx="2367775" cy="2428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200"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6" name="Текст 2"/>
          <p:cNvSpPr>
            <a:spLocks noGrp="1"/>
          </p:cNvSpPr>
          <p:nvPr>
            <p:ph type="body" sz="quarter" idx="31"/>
          </p:nvPr>
        </p:nvSpPr>
        <p:spPr>
          <a:xfrm>
            <a:off x="9227691" y="2465980"/>
            <a:ext cx="2368204" cy="30552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40"/>
              </a:lnSpc>
              <a:buNone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7" name="Текст 7"/>
          <p:cNvSpPr>
            <a:spLocks noGrp="1"/>
          </p:cNvSpPr>
          <p:nvPr>
            <p:ph type="body" sz="quarter" idx="32"/>
          </p:nvPr>
        </p:nvSpPr>
        <p:spPr>
          <a:xfrm>
            <a:off x="9228138" y="2117596"/>
            <a:ext cx="2367775" cy="2428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2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6" name="Текст 3"/>
          <p:cNvSpPr>
            <a:spLocks noGrp="1"/>
          </p:cNvSpPr>
          <p:nvPr>
            <p:ph type="body" sz="quarter" idx="33" hasCustomPrompt="1"/>
          </p:nvPr>
        </p:nvSpPr>
        <p:spPr>
          <a:xfrm>
            <a:off x="3467100" y="1485259"/>
            <a:ext cx="2368222" cy="2444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Шаг 2</a:t>
            </a:r>
          </a:p>
        </p:txBody>
      </p:sp>
      <p:sp>
        <p:nvSpPr>
          <p:cNvPr id="67" name="Текст 3"/>
          <p:cNvSpPr>
            <a:spLocks noGrp="1"/>
          </p:cNvSpPr>
          <p:nvPr>
            <p:ph type="body" sz="quarter" idx="34" hasCustomPrompt="1"/>
          </p:nvPr>
        </p:nvSpPr>
        <p:spPr>
          <a:xfrm>
            <a:off x="6356325" y="1485259"/>
            <a:ext cx="2368222" cy="2444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Шаг 3</a:t>
            </a:r>
          </a:p>
        </p:txBody>
      </p:sp>
      <p:sp>
        <p:nvSpPr>
          <p:cNvPr id="68" name="Текст 3"/>
          <p:cNvSpPr>
            <a:spLocks noGrp="1"/>
          </p:cNvSpPr>
          <p:nvPr>
            <p:ph type="body" sz="quarter" idx="35" hasCustomPrompt="1"/>
          </p:nvPr>
        </p:nvSpPr>
        <p:spPr>
          <a:xfrm>
            <a:off x="9239019" y="1485259"/>
            <a:ext cx="2368222" cy="2444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Шаг 4</a:t>
            </a:r>
          </a:p>
        </p:txBody>
      </p:sp>
      <p:sp>
        <p:nvSpPr>
          <p:cNvPr id="28" name="Номер слайда 61">
            <a:extLst>
              <a:ext uri="{FF2B5EF4-FFF2-40B4-BE49-F238E27FC236}">
                <a16:creationId xmlns:a16="http://schemas.microsoft.com/office/drawing/2014/main" id="{4B3CCE28-E7E0-403A-B034-114643900A0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F891E-63B0-45CA-9A92-96A490F157E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E25524F-03A3-4C05-8759-4E2C8A2DD4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2118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арточка + фото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54A704A-F1FF-4B1F-AFA1-DD244AA826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8" name="Номер слайда 61">
            <a:extLst>
              <a:ext uri="{FF2B5EF4-FFF2-40B4-BE49-F238E27FC236}">
                <a16:creationId xmlns:a16="http://schemas.microsoft.com/office/drawing/2014/main" id="{4B3CCE28-E7E0-403A-B034-114643900A0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F891E-63B0-45CA-9A92-96A490F157E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E25524F-03A3-4C05-8759-4E2C8A2DD4B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30" name="Paragraph [Figma 9914:16679]">
            <a:extLst>
              <a:ext uri="{FF2B5EF4-FFF2-40B4-BE49-F238E27FC236}">
                <a16:creationId xmlns:a16="http://schemas.microsoft.com/office/drawing/2014/main" id="{F9885F08-9AB6-4BF4-8F80-48174250E92C}"/>
              </a:ext>
            </a:extLst>
          </p:cNvPr>
          <p:cNvSpPr txBox="1"/>
          <p:nvPr userDrawn="1"/>
        </p:nvSpPr>
        <p:spPr>
          <a:xfrm>
            <a:off x="11759903" y="6440006"/>
            <a:ext cx="114297" cy="140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kern="0" spc="-15" dirty="0">
                <a:solidFill>
                  <a:srgbClr val="A3ABB4"/>
                </a:solidFill>
                <a:latin typeface="VTB Group Book" panose="020B0503040504020204" pitchFamily="34" charset="-52"/>
                <a:ea typeface="VTB Group" pitchFamily="34" charset="-122"/>
                <a:cs typeface="VTB Group" pitchFamily="34" charset="-120"/>
              </a:rPr>
              <a:t>01</a:t>
            </a:r>
            <a:endParaRPr lang="en-US" sz="800" dirty="0">
              <a:latin typeface="VTB Group Book" panose="020B0503040504020204" pitchFamily="34" charset="-52"/>
            </a:endParaRPr>
          </a:p>
        </p:txBody>
      </p:sp>
      <p:pic>
        <p:nvPicPr>
          <p:cNvPr id="82" name="Line [Figma 9914:16764]" descr="Line. градиент в обводке">
            <a:extLst>
              <a:ext uri="{FF2B5EF4-FFF2-40B4-BE49-F238E27FC236}">
                <a16:creationId xmlns:a16="http://schemas.microsoft.com/office/drawing/2014/main" id="{C4FE02D0-EE44-4F28-B2E7-EBD1042B30D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6865" y="0"/>
            <a:ext cx="6350" cy="6857829"/>
          </a:xfrm>
          <a:prstGeom prst="rect">
            <a:avLst/>
          </a:prstGeom>
        </p:spPr>
      </p:pic>
      <p:pic>
        <p:nvPicPr>
          <p:cNvPr id="83" name="Vector [Figma 9914:16765]" descr="Vector. градиент в обводке">
            <a:extLst>
              <a:ext uri="{FF2B5EF4-FFF2-40B4-BE49-F238E27FC236}">
                <a16:creationId xmlns:a16="http://schemas.microsoft.com/office/drawing/2014/main" id="{0516C773-3744-4EA5-8E96-16FC2FE68CCC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82233" y="1684943"/>
            <a:ext cx="11893246" cy="4432189"/>
          </a:xfrm>
          <a:prstGeom prst="rect">
            <a:avLst/>
          </a:prstGeom>
        </p:spPr>
      </p:pic>
      <p:pic>
        <p:nvPicPr>
          <p:cNvPr id="88" name="Vector 33 [Figma 9914:16773]" descr="Vector 33. градиент в обводке">
            <a:extLst>
              <a:ext uri="{FF2B5EF4-FFF2-40B4-BE49-F238E27FC236}">
                <a16:creationId xmlns:a16="http://schemas.microsoft.com/office/drawing/2014/main" id="{4B23F869-159B-46E1-AA4D-093619C24638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12740" y="3930552"/>
            <a:ext cx="4076598" cy="6350"/>
          </a:xfrm>
          <a:prstGeom prst="rect">
            <a:avLst/>
          </a:prstGeom>
        </p:spPr>
      </p:pic>
      <p:pic>
        <p:nvPicPr>
          <p:cNvPr id="94" name="Vector 34 [Figma 9914:16777]" descr="Vector 34. градиент в обводке">
            <a:extLst>
              <a:ext uri="{FF2B5EF4-FFF2-40B4-BE49-F238E27FC236}">
                <a16:creationId xmlns:a16="http://schemas.microsoft.com/office/drawing/2014/main" id="{B93B64BA-F822-43DD-AEED-5ACCCC039406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12740" y="4660783"/>
            <a:ext cx="4076598" cy="6350"/>
          </a:xfrm>
          <a:prstGeom prst="rect">
            <a:avLst/>
          </a:prstGeom>
        </p:spPr>
      </p:pic>
      <p:pic>
        <p:nvPicPr>
          <p:cNvPr id="98" name="Vector 35 [Figma 9914:16781]" descr="Vector 35. градиент в обводке">
            <a:extLst>
              <a:ext uri="{FF2B5EF4-FFF2-40B4-BE49-F238E27FC236}">
                <a16:creationId xmlns:a16="http://schemas.microsoft.com/office/drawing/2014/main" id="{0CEE9480-05A3-4121-908E-221F44541922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12740" y="5391015"/>
            <a:ext cx="4076598" cy="6350"/>
          </a:xfrm>
          <a:prstGeom prst="rect">
            <a:avLst/>
          </a:prstGeom>
        </p:spPr>
      </p:pic>
      <p:pic>
        <p:nvPicPr>
          <p:cNvPr id="102" name="Vector 183 [Figma 9914:16791]" descr="Vector 183. отражение или наклон">
            <a:extLst>
              <a:ext uri="{FF2B5EF4-FFF2-40B4-BE49-F238E27FC236}">
                <a16:creationId xmlns:a16="http://schemas.microsoft.com/office/drawing/2014/main" id="{B1E52D53-4702-47EC-B7F4-0D8375FDBEE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0987" y="1698583"/>
            <a:ext cx="38099" cy="4429014"/>
          </a:xfrm>
          <a:prstGeom prst="rect">
            <a:avLst/>
          </a:prstGeom>
        </p:spPr>
      </p:pic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8300"/>
            <a:ext cx="7797810" cy="102870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solidFill>
                  <a:schemeClr val="bg1"/>
                </a:solidFill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Карточка + фото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CF15E343-C6BA-4E22-8A61-391DF55096A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060424" y="3330063"/>
            <a:ext cx="4359305" cy="468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3" name="Текст 12">
            <a:extLst>
              <a:ext uri="{FF2B5EF4-FFF2-40B4-BE49-F238E27FC236}">
                <a16:creationId xmlns:a16="http://schemas.microsoft.com/office/drawing/2014/main" id="{AE93EA79-A89E-4703-AF26-01AFA548548E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060424" y="4072923"/>
            <a:ext cx="4359305" cy="468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4" name="Текст 12">
            <a:extLst>
              <a:ext uri="{FF2B5EF4-FFF2-40B4-BE49-F238E27FC236}">
                <a16:creationId xmlns:a16="http://schemas.microsoft.com/office/drawing/2014/main" id="{8FBFF8D3-43B4-4A6B-AE46-37069EAD23B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060424" y="4796804"/>
            <a:ext cx="4359305" cy="468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5" name="Текст 12">
            <a:extLst>
              <a:ext uri="{FF2B5EF4-FFF2-40B4-BE49-F238E27FC236}">
                <a16:creationId xmlns:a16="http://schemas.microsoft.com/office/drawing/2014/main" id="{A6F161CB-7A9F-4972-A85E-CC4405831874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064438" y="5519269"/>
            <a:ext cx="4359305" cy="468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2" name="Текст 21">
            <a:extLst>
              <a:ext uri="{FF2B5EF4-FFF2-40B4-BE49-F238E27FC236}">
                <a16:creationId xmlns:a16="http://schemas.microsoft.com/office/drawing/2014/main" id="{0A348889-2100-4835-88BB-9885FBCC4EEE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523549" y="1815270"/>
            <a:ext cx="4900194" cy="12089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000"/>
              </a:lnSpc>
              <a:buNone/>
              <a:defRPr sz="18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34263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арточка + фото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74" y="370687"/>
            <a:ext cx="9154800" cy="49594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Карточка + фото</a:t>
            </a:r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4233B6F-F0ED-4FDE-B00E-BB76299C06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94C1B-C881-42F5-9B4F-0D613082994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F3D2157-8889-45C3-9EEB-E6CE7315C1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10" name="Текст 9">
            <a:extLst>
              <a:ext uri="{FF2B5EF4-FFF2-40B4-BE49-F238E27FC236}">
                <a16:creationId xmlns:a16="http://schemas.microsoft.com/office/drawing/2014/main" id="{E6694DAF-00CB-464F-9EBC-EC1E1AB02AF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1487" y="1520825"/>
            <a:ext cx="4159144" cy="7225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0" name="Текст 9">
            <a:extLst>
              <a:ext uri="{FF2B5EF4-FFF2-40B4-BE49-F238E27FC236}">
                <a16:creationId xmlns:a16="http://schemas.microsoft.com/office/drawing/2014/main" id="{8A1F07A6-16AD-4835-BEB6-BDA0505C89A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35495" y="2677928"/>
            <a:ext cx="3695136" cy="67054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1" name="Текст 9">
            <a:extLst>
              <a:ext uri="{FF2B5EF4-FFF2-40B4-BE49-F238E27FC236}">
                <a16:creationId xmlns:a16="http://schemas.microsoft.com/office/drawing/2014/main" id="{EC3027CD-D9D6-4DA2-B769-B4B3F01E221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35495" y="4621344"/>
            <a:ext cx="3695136" cy="67054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2" name="Текст 9">
            <a:extLst>
              <a:ext uri="{FF2B5EF4-FFF2-40B4-BE49-F238E27FC236}">
                <a16:creationId xmlns:a16="http://schemas.microsoft.com/office/drawing/2014/main" id="{5CD51459-1C3D-4520-AEB4-AEFB3FA003B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035495" y="3637928"/>
            <a:ext cx="3695136" cy="67054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3" name="Текст 9">
            <a:extLst>
              <a:ext uri="{FF2B5EF4-FFF2-40B4-BE49-F238E27FC236}">
                <a16:creationId xmlns:a16="http://schemas.microsoft.com/office/drawing/2014/main" id="{FCD68D12-BEF4-4CCE-8C01-222CCD85A23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034056" y="5553224"/>
            <a:ext cx="3695136" cy="67054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9821980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Карточки с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74" y="370687"/>
            <a:ext cx="9154800" cy="49594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4 карточки с фотографией</a:t>
            </a:r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4233B6F-F0ED-4FDE-B00E-BB76299C06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94C1B-C881-42F5-9B4F-0D613082994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6"/>
          </p:nvPr>
        </p:nvSpPr>
        <p:spPr>
          <a:xfrm>
            <a:off x="1266539" y="5808840"/>
            <a:ext cx="3294031" cy="28619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80"/>
              </a:lnSpc>
              <a:buNone/>
              <a:defRPr sz="16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CA3DCF73-AF25-41C4-A36C-2F358E67AEC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66539" y="5469095"/>
            <a:ext cx="3294031" cy="33974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600"/>
              </a:lnSpc>
              <a:buNone/>
              <a:defRPr sz="22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9" name="Текст 2">
            <a:extLst>
              <a:ext uri="{FF2B5EF4-FFF2-40B4-BE49-F238E27FC236}">
                <a16:creationId xmlns:a16="http://schemas.microsoft.com/office/drawing/2014/main" id="{6E23A549-E498-499C-8C7F-E5A487D9DAF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02749" y="4566596"/>
            <a:ext cx="3294031" cy="28619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80"/>
              </a:lnSpc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0" name="Текст 9">
            <a:extLst>
              <a:ext uri="{FF2B5EF4-FFF2-40B4-BE49-F238E27FC236}">
                <a16:creationId xmlns:a16="http://schemas.microsoft.com/office/drawing/2014/main" id="{25561C5F-BF2C-4A56-B886-09CC1F7FD93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302749" y="4226851"/>
            <a:ext cx="3294031" cy="33974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600"/>
              </a:lnSpc>
              <a:buNone/>
              <a:defRPr sz="22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1" name="Текст 2">
            <a:extLst>
              <a:ext uri="{FF2B5EF4-FFF2-40B4-BE49-F238E27FC236}">
                <a16:creationId xmlns:a16="http://schemas.microsoft.com/office/drawing/2014/main" id="{19014ABF-9A06-4C13-9D8D-DCD5FD6D680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302749" y="3250665"/>
            <a:ext cx="3294031" cy="28619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80"/>
              </a:lnSpc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2" name="Текст 9">
            <a:extLst>
              <a:ext uri="{FF2B5EF4-FFF2-40B4-BE49-F238E27FC236}">
                <a16:creationId xmlns:a16="http://schemas.microsoft.com/office/drawing/2014/main" id="{9F3084B5-5E9F-48FF-9D39-3D5FA8E4DF3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302749" y="2910920"/>
            <a:ext cx="3294031" cy="33974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600"/>
              </a:lnSpc>
              <a:buNone/>
              <a:defRPr sz="22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3" name="Текст 2">
            <a:extLst>
              <a:ext uri="{FF2B5EF4-FFF2-40B4-BE49-F238E27FC236}">
                <a16:creationId xmlns:a16="http://schemas.microsoft.com/office/drawing/2014/main" id="{590EECC2-0E1E-43F6-9AA0-652156753E9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302749" y="2000830"/>
            <a:ext cx="3294031" cy="28619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80"/>
              </a:lnSpc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4" name="Текст 9">
            <a:extLst>
              <a:ext uri="{FF2B5EF4-FFF2-40B4-BE49-F238E27FC236}">
                <a16:creationId xmlns:a16="http://schemas.microsoft.com/office/drawing/2014/main" id="{1BAEB2DD-C1D4-4FDA-BA92-10B8FEAC9DD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302749" y="1661085"/>
            <a:ext cx="3294031" cy="33974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600"/>
              </a:lnSpc>
              <a:buNone/>
              <a:defRPr sz="22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95" name="Рисунок 94">
            <a:extLst>
              <a:ext uri="{FF2B5EF4-FFF2-40B4-BE49-F238E27FC236}">
                <a16:creationId xmlns:a16="http://schemas.microsoft.com/office/drawing/2014/main" id="{A9656323-3AFF-4509-9FDF-EBCB968AF1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8739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Хайлайто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74" y="370687"/>
            <a:ext cx="9154800" cy="49594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6 </a:t>
            </a:r>
            <a:r>
              <a:rPr lang="ru-RU" dirty="0" err="1"/>
              <a:t>хайлайтов</a:t>
            </a:r>
            <a:endParaRPr lang="ru-RU" dirty="0"/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4233B6F-F0ED-4FDE-B00E-BB76299C06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94C1B-C881-42F5-9B4F-0D613082994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95" name="Рисунок 94">
            <a:extLst>
              <a:ext uri="{FF2B5EF4-FFF2-40B4-BE49-F238E27FC236}">
                <a16:creationId xmlns:a16="http://schemas.microsoft.com/office/drawing/2014/main" id="{A9656323-3AFF-4509-9FDF-EBCB968AF1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CD807739-A64F-4424-AD49-FD1013C8B51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4984" y="2852738"/>
            <a:ext cx="3217253" cy="75460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B7A6274A-585B-4415-AE09-65E0A87E658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4984" y="1594431"/>
            <a:ext cx="3217253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9" name="Текст 7">
            <a:extLst>
              <a:ext uri="{FF2B5EF4-FFF2-40B4-BE49-F238E27FC236}">
                <a16:creationId xmlns:a16="http://schemas.microsoft.com/office/drawing/2014/main" id="{4EB7F2D8-4C7D-4BD0-B78F-58D33746B7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339456" y="2870923"/>
            <a:ext cx="3217253" cy="75460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0" name="Текст 10">
            <a:extLst>
              <a:ext uri="{FF2B5EF4-FFF2-40B4-BE49-F238E27FC236}">
                <a16:creationId xmlns:a16="http://schemas.microsoft.com/office/drawing/2014/main" id="{A82AD2AC-6E49-4A16-B707-9459544DFCA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39456" y="1612616"/>
            <a:ext cx="3217253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31" name="Текст 7">
            <a:extLst>
              <a:ext uri="{FF2B5EF4-FFF2-40B4-BE49-F238E27FC236}">
                <a16:creationId xmlns:a16="http://schemas.microsoft.com/office/drawing/2014/main" id="{8FC0E4F3-942C-4FAD-BC61-021FE6A89E9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487219" y="2878017"/>
            <a:ext cx="3217253" cy="75460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5" name="Текст 7">
            <a:extLst>
              <a:ext uri="{FF2B5EF4-FFF2-40B4-BE49-F238E27FC236}">
                <a16:creationId xmlns:a16="http://schemas.microsoft.com/office/drawing/2014/main" id="{EA92D4CF-D500-4DA3-AD3E-3E9F123B093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34984" y="5389021"/>
            <a:ext cx="3217253" cy="75460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6" name="Текст 10">
            <a:extLst>
              <a:ext uri="{FF2B5EF4-FFF2-40B4-BE49-F238E27FC236}">
                <a16:creationId xmlns:a16="http://schemas.microsoft.com/office/drawing/2014/main" id="{550C9514-4E99-4CB3-A382-8A370A3A54F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4984" y="4168818"/>
            <a:ext cx="3217253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7" name="Текст 7">
            <a:extLst>
              <a:ext uri="{FF2B5EF4-FFF2-40B4-BE49-F238E27FC236}">
                <a16:creationId xmlns:a16="http://schemas.microsoft.com/office/drawing/2014/main" id="{E8198F06-D331-426C-9AB4-3D10685682F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487219" y="5414300"/>
            <a:ext cx="3217253" cy="75460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3" name="Текст 10">
            <a:extLst>
              <a:ext uri="{FF2B5EF4-FFF2-40B4-BE49-F238E27FC236}">
                <a16:creationId xmlns:a16="http://schemas.microsoft.com/office/drawing/2014/main" id="{71AA2D4D-11C8-4161-B64E-CC53FF921FF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39455" y="4166944"/>
            <a:ext cx="3217253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34" name="Текст 7">
            <a:extLst>
              <a:ext uri="{FF2B5EF4-FFF2-40B4-BE49-F238E27FC236}">
                <a16:creationId xmlns:a16="http://schemas.microsoft.com/office/drawing/2014/main" id="{49F209A8-C1B9-4E9D-9CB8-174DD984FAE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339454" y="5414300"/>
            <a:ext cx="3217253" cy="75460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0316585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Хайлайто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74" y="370687"/>
            <a:ext cx="9154800" cy="49594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8 </a:t>
            </a:r>
            <a:r>
              <a:rPr lang="ru-RU" dirty="0" err="1"/>
              <a:t>хайлайтов</a:t>
            </a:r>
            <a:endParaRPr lang="ru-RU" dirty="0"/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4233B6F-F0ED-4FDE-B00E-BB76299C06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94C1B-C881-42F5-9B4F-0D613082994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95" name="Рисунок 94">
            <a:extLst>
              <a:ext uri="{FF2B5EF4-FFF2-40B4-BE49-F238E27FC236}">
                <a16:creationId xmlns:a16="http://schemas.microsoft.com/office/drawing/2014/main" id="{A9656323-3AFF-4509-9FDF-EBCB968AF1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CD807739-A64F-4424-AD49-FD1013C8B51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0913" y="2883694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B7A6274A-585B-4415-AE09-65E0A87E658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0914" y="1594431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0" name="Текст 7">
            <a:extLst>
              <a:ext uri="{FF2B5EF4-FFF2-40B4-BE49-F238E27FC236}">
                <a16:creationId xmlns:a16="http://schemas.microsoft.com/office/drawing/2014/main" id="{F0DC95EC-5517-467C-AE67-7E83BE90717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70321" y="2876894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1" name="Текст 10">
            <a:extLst>
              <a:ext uri="{FF2B5EF4-FFF2-40B4-BE49-F238E27FC236}">
                <a16:creationId xmlns:a16="http://schemas.microsoft.com/office/drawing/2014/main" id="{37A466F8-71C9-4A91-BA3D-B9E3BD286B9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70322" y="1587631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4" name="Текст 7">
            <a:extLst>
              <a:ext uri="{FF2B5EF4-FFF2-40B4-BE49-F238E27FC236}">
                <a16:creationId xmlns:a16="http://schemas.microsoft.com/office/drawing/2014/main" id="{A2DA16A6-FDEA-4429-ACAF-53E78C18C19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253537" y="2879332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5" name="Текст 10">
            <a:extLst>
              <a:ext uri="{FF2B5EF4-FFF2-40B4-BE49-F238E27FC236}">
                <a16:creationId xmlns:a16="http://schemas.microsoft.com/office/drawing/2014/main" id="{D327448E-F295-4028-8E1F-2C44634BA90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53538" y="1590069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6" name="Текст 7">
            <a:extLst>
              <a:ext uri="{FF2B5EF4-FFF2-40B4-BE49-F238E27FC236}">
                <a16:creationId xmlns:a16="http://schemas.microsoft.com/office/drawing/2014/main" id="{423885F1-3974-46C9-A2CA-FCD1C92FCAB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72483" y="2890089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8" name="Текст 7">
            <a:extLst>
              <a:ext uri="{FF2B5EF4-FFF2-40B4-BE49-F238E27FC236}">
                <a16:creationId xmlns:a16="http://schemas.microsoft.com/office/drawing/2014/main" id="{47EBB76D-A6DF-47A2-8DCA-E6098A1A170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80912" y="5448259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9" name="Текст 10">
            <a:extLst>
              <a:ext uri="{FF2B5EF4-FFF2-40B4-BE49-F238E27FC236}">
                <a16:creationId xmlns:a16="http://schemas.microsoft.com/office/drawing/2014/main" id="{A44B0261-AE2F-4624-AC82-A11684FA57F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80913" y="4158996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70" name="Текст 7">
            <a:extLst>
              <a:ext uri="{FF2B5EF4-FFF2-40B4-BE49-F238E27FC236}">
                <a16:creationId xmlns:a16="http://schemas.microsoft.com/office/drawing/2014/main" id="{2ABAC517-C841-4A72-B9AA-3842E5B01E2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370320" y="5441459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1" name="Текст 10">
            <a:extLst>
              <a:ext uri="{FF2B5EF4-FFF2-40B4-BE49-F238E27FC236}">
                <a16:creationId xmlns:a16="http://schemas.microsoft.com/office/drawing/2014/main" id="{7415B901-7FE0-4392-905F-6B54291427C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370321" y="4152196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73" name="Текст 7">
            <a:extLst>
              <a:ext uri="{FF2B5EF4-FFF2-40B4-BE49-F238E27FC236}">
                <a16:creationId xmlns:a16="http://schemas.microsoft.com/office/drawing/2014/main" id="{3F636F65-6BF2-4C06-8E5F-CF38242B3E5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253536" y="5443897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10">
            <a:extLst>
              <a:ext uri="{FF2B5EF4-FFF2-40B4-BE49-F238E27FC236}">
                <a16:creationId xmlns:a16="http://schemas.microsoft.com/office/drawing/2014/main" id="{CF1D5F14-A3C2-4697-8551-E571D4B0944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253537" y="4154634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76" name="Текст 7">
            <a:extLst>
              <a:ext uri="{FF2B5EF4-FFF2-40B4-BE49-F238E27FC236}">
                <a16:creationId xmlns:a16="http://schemas.microsoft.com/office/drawing/2014/main" id="{A70DF76E-5D5B-4ADF-8B4E-1B1C51D92B4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472482" y="5454654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1897213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арточка и 6 Хайлайто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74" y="370687"/>
            <a:ext cx="9154800" cy="49594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Карточка и 6 </a:t>
            </a:r>
            <a:r>
              <a:rPr lang="ru-RU" dirty="0" err="1"/>
              <a:t>хайлайтов</a:t>
            </a:r>
            <a:endParaRPr lang="ru-RU" dirty="0"/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4233B6F-F0ED-4FDE-B00E-BB76299C06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94C1B-C881-42F5-9B4F-0D613082994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95" name="Рисунок 94">
            <a:extLst>
              <a:ext uri="{FF2B5EF4-FFF2-40B4-BE49-F238E27FC236}">
                <a16:creationId xmlns:a16="http://schemas.microsoft.com/office/drawing/2014/main" id="{A9656323-3AFF-4509-9FDF-EBCB968AF1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CD807739-A64F-4424-AD49-FD1013C8B51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0913" y="2384072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B7A6274A-585B-4415-AE09-65E0A87E658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0914" y="1594431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0" name="Текст 7">
            <a:extLst>
              <a:ext uri="{FF2B5EF4-FFF2-40B4-BE49-F238E27FC236}">
                <a16:creationId xmlns:a16="http://schemas.microsoft.com/office/drawing/2014/main" id="{F0DC95EC-5517-467C-AE67-7E83BE90717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70321" y="2876894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1" name="Текст 10">
            <a:extLst>
              <a:ext uri="{FF2B5EF4-FFF2-40B4-BE49-F238E27FC236}">
                <a16:creationId xmlns:a16="http://schemas.microsoft.com/office/drawing/2014/main" id="{37A466F8-71C9-4A91-BA3D-B9E3BD286B9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70322" y="1587631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4" name="Текст 7">
            <a:extLst>
              <a:ext uri="{FF2B5EF4-FFF2-40B4-BE49-F238E27FC236}">
                <a16:creationId xmlns:a16="http://schemas.microsoft.com/office/drawing/2014/main" id="{A2DA16A6-FDEA-4429-ACAF-53E78C18C19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253537" y="2879332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5" name="Текст 10">
            <a:extLst>
              <a:ext uri="{FF2B5EF4-FFF2-40B4-BE49-F238E27FC236}">
                <a16:creationId xmlns:a16="http://schemas.microsoft.com/office/drawing/2014/main" id="{D327448E-F295-4028-8E1F-2C44634BA90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53538" y="1590069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6" name="Текст 7">
            <a:extLst>
              <a:ext uri="{FF2B5EF4-FFF2-40B4-BE49-F238E27FC236}">
                <a16:creationId xmlns:a16="http://schemas.microsoft.com/office/drawing/2014/main" id="{423885F1-3974-46C9-A2CA-FCD1C92FCAB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72483" y="2890089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0" name="Текст 7">
            <a:extLst>
              <a:ext uri="{FF2B5EF4-FFF2-40B4-BE49-F238E27FC236}">
                <a16:creationId xmlns:a16="http://schemas.microsoft.com/office/drawing/2014/main" id="{2ABAC517-C841-4A72-B9AA-3842E5B01E2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370320" y="5441459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1" name="Текст 10">
            <a:extLst>
              <a:ext uri="{FF2B5EF4-FFF2-40B4-BE49-F238E27FC236}">
                <a16:creationId xmlns:a16="http://schemas.microsoft.com/office/drawing/2014/main" id="{7415B901-7FE0-4392-905F-6B54291427C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370321" y="4152196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73" name="Текст 7">
            <a:extLst>
              <a:ext uri="{FF2B5EF4-FFF2-40B4-BE49-F238E27FC236}">
                <a16:creationId xmlns:a16="http://schemas.microsoft.com/office/drawing/2014/main" id="{3F636F65-6BF2-4C06-8E5F-CF38242B3E5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253536" y="5443897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10">
            <a:extLst>
              <a:ext uri="{FF2B5EF4-FFF2-40B4-BE49-F238E27FC236}">
                <a16:creationId xmlns:a16="http://schemas.microsoft.com/office/drawing/2014/main" id="{CF1D5F14-A3C2-4697-8551-E571D4B0944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253537" y="4154634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76" name="Текст 7">
            <a:extLst>
              <a:ext uri="{FF2B5EF4-FFF2-40B4-BE49-F238E27FC236}">
                <a16:creationId xmlns:a16="http://schemas.microsoft.com/office/drawing/2014/main" id="{A70DF76E-5D5B-4ADF-8B4E-1B1C51D92B4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472482" y="5454654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4181210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Мокап ноутбу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3">
            <a:extLst>
              <a:ext uri="{FF2B5EF4-FFF2-40B4-BE49-F238E27FC236}">
                <a16:creationId xmlns:a16="http://schemas.microsoft.com/office/drawing/2014/main" id="{8A045B24-92F6-4E9D-B850-65F1620CB28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77501"/>
            <a:ext cx="9154800" cy="495624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2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 err="1"/>
              <a:t>Мокап</a:t>
            </a:r>
            <a:r>
              <a:rPr lang="ru-RU" dirty="0"/>
              <a:t> ноутбука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6"/>
          </p:nvPr>
        </p:nvSpPr>
        <p:spPr>
          <a:xfrm>
            <a:off x="571485" y="2472606"/>
            <a:ext cx="4076597" cy="53816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440"/>
              </a:lnSpc>
              <a:buClr>
                <a:srgbClr val="1E4BD2"/>
              </a:buClr>
              <a:buSzPct val="120000"/>
              <a:buFont typeface="Arial" panose="020B0604020202020204" pitchFamily="34" charset="0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5" name="Текст 2"/>
          <p:cNvSpPr>
            <a:spLocks noGrp="1"/>
          </p:cNvSpPr>
          <p:nvPr>
            <p:ph type="body" sz="quarter" idx="17"/>
          </p:nvPr>
        </p:nvSpPr>
        <p:spPr>
          <a:xfrm>
            <a:off x="571487" y="3115532"/>
            <a:ext cx="4076598" cy="53816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440"/>
              </a:lnSpc>
              <a:buClr>
                <a:srgbClr val="1E4BD2"/>
              </a:buClr>
              <a:buSzPct val="120000"/>
              <a:buFont typeface="Arial" panose="020B0604020202020204" pitchFamily="34" charset="0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20"/>
          </p:nvPr>
        </p:nvSpPr>
        <p:spPr>
          <a:xfrm>
            <a:off x="1073123" y="1547576"/>
            <a:ext cx="3574959" cy="46791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Номер слайда 4">
            <a:extLst>
              <a:ext uri="{FF2B5EF4-FFF2-40B4-BE49-F238E27FC236}">
                <a16:creationId xmlns:a16="http://schemas.microsoft.com/office/drawing/2014/main" id="{15898042-DD2A-4A1C-8E4F-A38FFDF3D34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4FA5F9-3777-43AA-8E5A-9BAC1BCBECEA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5FB2A88-F839-4508-B107-B1B544FE62C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FFFEFD52-8584-445E-A0FE-19D83C464DF9}"/>
              </a:ext>
            </a:extLst>
          </p:cNvPr>
          <p:cNvGrpSpPr/>
          <p:nvPr userDrawn="1"/>
        </p:nvGrpSpPr>
        <p:grpSpPr>
          <a:xfrm>
            <a:off x="572441" y="1569375"/>
            <a:ext cx="402080" cy="402083"/>
            <a:chOff x="572441" y="1569375"/>
            <a:chExt cx="402080" cy="402083"/>
          </a:xfrm>
          <a:solidFill>
            <a:schemeClr val="bg1"/>
          </a:solidFill>
        </p:grpSpPr>
        <p:pic>
          <p:nvPicPr>
            <p:cNvPr id="15" name="Star 3 (Stroke) [Figma I9043:6482;7965:11807]" descr="Star 3 (Stroke). векторный контур">
              <a:extLst>
                <a:ext uri="{FF2B5EF4-FFF2-40B4-BE49-F238E27FC236}">
                  <a16:creationId xmlns:a16="http://schemas.microsoft.com/office/drawing/2014/main" id="{44964070-59F1-4A77-A25E-0A5B18AAEF8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2441" y="1569375"/>
              <a:ext cx="402080" cy="402083"/>
            </a:xfrm>
            <a:prstGeom prst="rect">
              <a:avLst/>
            </a:prstGeom>
          </p:spPr>
        </p:pic>
        <p:pic>
          <p:nvPicPr>
            <p:cNvPr id="18" name="Vector 32 (Stroke) [Figma I9043:6482;7965:11808]" descr="Vector 32 (Stroke). векторный контур">
              <a:extLst>
                <a:ext uri="{FF2B5EF4-FFF2-40B4-BE49-F238E27FC236}">
                  <a16:creationId xmlns:a16="http://schemas.microsoft.com/office/drawing/2014/main" id="{DEB95949-E452-43BE-82EC-A71AF497B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96027" y="1714389"/>
              <a:ext cx="153252" cy="1128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1248745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телефон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77501"/>
            <a:ext cx="9154800" cy="495624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 err="1"/>
              <a:t>Мокап</a:t>
            </a:r>
            <a:r>
              <a:rPr lang="ru-RU" dirty="0"/>
              <a:t> телефона</a:t>
            </a:r>
          </a:p>
        </p:txBody>
      </p:sp>
      <p:sp>
        <p:nvSpPr>
          <p:cNvPr id="16" name="Номер слайда 4">
            <a:extLst>
              <a:ext uri="{FF2B5EF4-FFF2-40B4-BE49-F238E27FC236}">
                <a16:creationId xmlns:a16="http://schemas.microsoft.com/office/drawing/2014/main" id="{15898042-DD2A-4A1C-8E4F-A38FFDF3D34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4FA5F9-3777-43AA-8E5A-9BAC1BCBECEA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5FB2A88-F839-4508-B107-B1B544FE62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pic>
        <p:nvPicPr>
          <p:cNvPr id="25" name="Image [Figma 9931:17643]" descr="Image. картинка в заливке">
            <a:extLst>
              <a:ext uri="{FF2B5EF4-FFF2-40B4-BE49-F238E27FC236}">
                <a16:creationId xmlns:a16="http://schemas.microsoft.com/office/drawing/2014/main" id="{93629BEF-A849-4854-9633-9ECC0798B3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911902" y="1060423"/>
            <a:ext cx="3743554" cy="5797405"/>
          </a:xfrm>
          <a:prstGeom prst="rect">
            <a:avLst/>
          </a:prstGeom>
        </p:spPr>
      </p:pic>
      <p:pic>
        <p:nvPicPr>
          <p:cNvPr id="27" name="Vector [Figma I9887:52703;7965:11868]" descr="Vector. векторный контур">
            <a:extLst>
              <a:ext uri="{FF2B5EF4-FFF2-40B4-BE49-F238E27FC236}">
                <a16:creationId xmlns:a16="http://schemas.microsoft.com/office/drawing/2014/main" id="{2CD2F846-2E3E-4392-8528-F0AA49F1A76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2641" y="1569378"/>
            <a:ext cx="281787" cy="402074"/>
          </a:xfrm>
          <a:prstGeom prst="rect">
            <a:avLst/>
          </a:prstGeom>
        </p:spPr>
      </p:pic>
      <p:pic>
        <p:nvPicPr>
          <p:cNvPr id="28" name="Vector [Figma I9887:52703;7965:11869]" descr="Vector. векторный контур">
            <a:extLst>
              <a:ext uri="{FF2B5EF4-FFF2-40B4-BE49-F238E27FC236}">
                <a16:creationId xmlns:a16="http://schemas.microsoft.com/office/drawing/2014/main" id="{AE304174-9AD5-42E9-8644-B14BCE74A99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3500" y="1640219"/>
            <a:ext cx="140069" cy="141706"/>
          </a:xfrm>
          <a:prstGeom prst="rect">
            <a:avLst/>
          </a:prstGeom>
        </p:spPr>
      </p:pic>
      <p:sp>
        <p:nvSpPr>
          <p:cNvPr id="29" name="Lorem ipsum dolor  sit amet, consectetuer [Figma 9887:52704]">
            <a:extLst>
              <a:ext uri="{FF2B5EF4-FFF2-40B4-BE49-F238E27FC236}">
                <a16:creationId xmlns:a16="http://schemas.microsoft.com/office/drawing/2014/main" id="{DB5C7AFB-CE15-4660-BC1B-5FB1DFE69E13}"/>
              </a:ext>
            </a:extLst>
          </p:cNvPr>
          <p:cNvSpPr txBox="1"/>
          <p:nvPr userDrawn="1"/>
        </p:nvSpPr>
        <p:spPr>
          <a:xfrm>
            <a:off x="1009625" y="1559517"/>
            <a:ext cx="1974801" cy="45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0" spc="-50" dirty="0">
                <a:solidFill>
                  <a:srgbClr val="FFFFFF"/>
                </a:solidFill>
                <a:latin typeface="VTB Group Book" panose="020B0503040504020204" pitchFamily="34" charset="-52"/>
                <a:ea typeface="VTB Group" pitchFamily="34" charset="-122"/>
                <a:cs typeface="VTB Group" pitchFamily="34" charset="-120"/>
              </a:rPr>
              <a:t>Lorem ipsum dolor </a:t>
            </a:r>
            <a:br>
              <a:rPr dirty="0">
                <a:latin typeface="VTB Group Book" panose="020B0503040504020204" pitchFamily="34" charset="-52"/>
              </a:rPr>
            </a:br>
            <a:r>
              <a:rPr lang="en-US" sz="1400" kern="0" spc="-50" dirty="0">
                <a:solidFill>
                  <a:srgbClr val="FFFFFF"/>
                </a:solidFill>
                <a:latin typeface="VTB Group Book" panose="020B0503040504020204" pitchFamily="34" charset="-52"/>
                <a:ea typeface="VTB Group" pitchFamily="34" charset="-122"/>
                <a:cs typeface="VTB Group" pitchFamily="34" charset="-120"/>
              </a:rPr>
              <a:t>sit amet, consectetuer</a:t>
            </a:r>
            <a:endParaRPr lang="en-US" sz="1400" dirty="0">
              <a:latin typeface="VTB Group Book" panose="020B0503040504020204" pitchFamily="34" charset="-52"/>
            </a:endParaRPr>
          </a:p>
        </p:txBody>
      </p:sp>
      <p:sp>
        <p:nvSpPr>
          <p:cNvPr id="30" name="Lorem ipsum dolor sit dolor amet, consectetuer adipiscing elit sit. [Figma 9887:52705]">
            <a:extLst>
              <a:ext uri="{FF2B5EF4-FFF2-40B4-BE49-F238E27FC236}">
                <a16:creationId xmlns:a16="http://schemas.microsoft.com/office/drawing/2014/main" id="{3C1AAD46-5CEF-432D-BCCF-AED43C6779D0}"/>
              </a:ext>
            </a:extLst>
          </p:cNvPr>
          <p:cNvSpPr txBox="1"/>
          <p:nvPr userDrawn="1"/>
        </p:nvSpPr>
        <p:spPr>
          <a:xfrm>
            <a:off x="571486" y="2477273"/>
            <a:ext cx="2412940" cy="386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0" spc="-15" dirty="0">
                <a:solidFill>
                  <a:srgbClr val="FFFFFF"/>
                </a:solidFill>
                <a:latin typeface="VTB Group Light" pitchFamily="34" charset="0"/>
                <a:ea typeface="VTB Group Light" pitchFamily="34" charset="-122"/>
                <a:cs typeface="VTB Group Light" pitchFamily="34" charset="-120"/>
              </a:rPr>
              <a:t>Lorem ipsum dolor sit dolor amet, consectetuer adipiscing elit sit.</a:t>
            </a:r>
            <a:endParaRPr lang="en-US" sz="1200" dirty="0">
              <a:latin typeface="VTB Group Book" panose="020B0503040504020204" pitchFamily="34" charset="-52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6"/>
          </p:nvPr>
        </p:nvSpPr>
        <p:spPr>
          <a:xfrm>
            <a:off x="3354659" y="3362324"/>
            <a:ext cx="3757163" cy="115517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440"/>
              </a:lnSpc>
              <a:buClr>
                <a:srgbClr val="1E4BD2"/>
              </a:buClr>
              <a:buSzPct val="120000"/>
              <a:buFont typeface="Arial" panose="020B0604020202020204" pitchFamily="34" charset="0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8" name="Lorem ipsum dolor sit, consectetuer adipiscing. [Figma 9887:52717]">
            <a:extLst>
              <a:ext uri="{FF2B5EF4-FFF2-40B4-BE49-F238E27FC236}">
                <a16:creationId xmlns:a16="http://schemas.microsoft.com/office/drawing/2014/main" id="{41D12589-BDD1-4BA6-8A41-9D554DDA6F4C}"/>
              </a:ext>
            </a:extLst>
          </p:cNvPr>
          <p:cNvSpPr txBox="1"/>
          <p:nvPr userDrawn="1"/>
        </p:nvSpPr>
        <p:spPr>
          <a:xfrm>
            <a:off x="571486" y="3269733"/>
            <a:ext cx="2412940" cy="45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0" spc="-50" dirty="0">
                <a:solidFill>
                  <a:srgbClr val="FFFFFF"/>
                </a:solidFill>
                <a:latin typeface="VTB Group Book" panose="020B0503040504020204" pitchFamily="34" charset="-52"/>
                <a:ea typeface="VTB Group" pitchFamily="34" charset="-122"/>
                <a:cs typeface="VTB Group" pitchFamily="34" charset="-120"/>
              </a:rPr>
              <a:t>Lorem ipsum dolor sit, consectetuer adipiscing.</a:t>
            </a:r>
            <a:endParaRPr lang="en-US" sz="1400" dirty="0">
              <a:latin typeface="VTB Group Book" panose="020B0503040504020204" pitchFamily="34" charset="-52"/>
            </a:endParaRPr>
          </a:p>
        </p:txBody>
      </p:sp>
      <p:sp>
        <p:nvSpPr>
          <p:cNvPr id="39" name="Lorem ipsum dolor sit dolor amet, consectetuer adipiscing elit sit. [Figma 9887:52718]">
            <a:extLst>
              <a:ext uri="{FF2B5EF4-FFF2-40B4-BE49-F238E27FC236}">
                <a16:creationId xmlns:a16="http://schemas.microsoft.com/office/drawing/2014/main" id="{959FFAE5-E9C3-466C-A4C5-879E38309AB7}"/>
              </a:ext>
            </a:extLst>
          </p:cNvPr>
          <p:cNvSpPr txBox="1"/>
          <p:nvPr userDrawn="1"/>
        </p:nvSpPr>
        <p:spPr>
          <a:xfrm>
            <a:off x="571486" y="4219238"/>
            <a:ext cx="2412940" cy="386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0" spc="-15" dirty="0">
                <a:solidFill>
                  <a:srgbClr val="FFFFFF"/>
                </a:solidFill>
                <a:latin typeface="VTB Group Light" pitchFamily="34" charset="0"/>
                <a:ea typeface="VTB Group Light" pitchFamily="34" charset="-122"/>
                <a:cs typeface="VTB Group Light" pitchFamily="34" charset="-120"/>
              </a:rPr>
              <a:t>Lorem ipsum dolor sit dolor amet, consectetuer adipiscing elit sit.</a:t>
            </a:r>
            <a:endParaRPr lang="en-US" sz="1200" dirty="0">
              <a:latin typeface="VTB Group Book" panose="020B0503040504020204" pitchFamily="34" charset="-52"/>
            </a:endParaRPr>
          </a:p>
        </p:txBody>
      </p:sp>
      <p:sp>
        <p:nvSpPr>
          <p:cNvPr id="46" name="Lorem ipsum dolor sit, consectetuer adipiscing. [Figma 9887:52730]">
            <a:extLst>
              <a:ext uri="{FF2B5EF4-FFF2-40B4-BE49-F238E27FC236}">
                <a16:creationId xmlns:a16="http://schemas.microsoft.com/office/drawing/2014/main" id="{2E21D31F-D01B-43F3-B040-C75B36CE54E1}"/>
              </a:ext>
            </a:extLst>
          </p:cNvPr>
          <p:cNvSpPr txBox="1"/>
          <p:nvPr userDrawn="1"/>
        </p:nvSpPr>
        <p:spPr>
          <a:xfrm>
            <a:off x="571486" y="5011722"/>
            <a:ext cx="2412940" cy="45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0" spc="-50" dirty="0">
                <a:solidFill>
                  <a:srgbClr val="FFFFFF"/>
                </a:solidFill>
                <a:latin typeface="VTB Group Book" panose="020B0503040504020204" pitchFamily="34" charset="-52"/>
                <a:ea typeface="VTB Group" pitchFamily="34" charset="-122"/>
                <a:cs typeface="VTB Group" pitchFamily="34" charset="-120"/>
              </a:rPr>
              <a:t>Lorem ipsum dolor sit, consectetuer adipiscing.</a:t>
            </a:r>
            <a:endParaRPr lang="en-US" sz="1400" dirty="0">
              <a:latin typeface="VTB Group Book" panose="020B0503040504020204" pitchFamily="34" charset="-52"/>
            </a:endParaRPr>
          </a:p>
        </p:txBody>
      </p:sp>
      <p:sp>
        <p:nvSpPr>
          <p:cNvPr id="47" name="Lorem ipsum dolor sit dolor amet, consectetuer adipiscing elit sit. [Figma 9887:52731]">
            <a:extLst>
              <a:ext uri="{FF2B5EF4-FFF2-40B4-BE49-F238E27FC236}">
                <a16:creationId xmlns:a16="http://schemas.microsoft.com/office/drawing/2014/main" id="{12A569D8-5D40-4E62-A415-89E143BDAADB}"/>
              </a:ext>
            </a:extLst>
          </p:cNvPr>
          <p:cNvSpPr txBox="1"/>
          <p:nvPr userDrawn="1"/>
        </p:nvSpPr>
        <p:spPr>
          <a:xfrm>
            <a:off x="571486" y="5961227"/>
            <a:ext cx="2412940" cy="386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0" spc="-15" dirty="0">
                <a:solidFill>
                  <a:srgbClr val="FFFFFF"/>
                </a:solidFill>
                <a:latin typeface="VTB Group Light" pitchFamily="34" charset="0"/>
                <a:ea typeface="VTB Group Light" pitchFamily="34" charset="-122"/>
                <a:cs typeface="VTB Group Light" pitchFamily="34" charset="-120"/>
              </a:rPr>
              <a:t>Lorem ipsum dolor sit dolor amet, consectetuer adipiscing elit sit.</a:t>
            </a:r>
            <a:endParaRPr lang="en-US" sz="1200" dirty="0">
              <a:latin typeface="VTB Group Book" panose="020B0503040504020204" pitchFamily="34" charset="-52"/>
            </a:endParaRPr>
          </a:p>
        </p:txBody>
      </p:sp>
      <p:sp>
        <p:nvSpPr>
          <p:cNvPr id="56" name="Текст 2">
            <a:extLst>
              <a:ext uri="{FF2B5EF4-FFF2-40B4-BE49-F238E27FC236}">
                <a16:creationId xmlns:a16="http://schemas.microsoft.com/office/drawing/2014/main" id="{6B013C60-93D8-44DC-858E-8387466D836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54659" y="1618313"/>
            <a:ext cx="3757163" cy="115517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440"/>
              </a:lnSpc>
              <a:buClr>
                <a:srgbClr val="1E4BD2"/>
              </a:buClr>
              <a:buSzPct val="120000"/>
              <a:buFont typeface="Arial" panose="020B0604020202020204" pitchFamily="34" charset="0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8" name="Текст 57">
            <a:extLst>
              <a:ext uri="{FF2B5EF4-FFF2-40B4-BE49-F238E27FC236}">
                <a16:creationId xmlns:a16="http://schemas.microsoft.com/office/drawing/2014/main" id="{1F5ED31E-860B-4826-B915-E653D2F138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892453" y="5046827"/>
            <a:ext cx="3219369" cy="3280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1" name="Текст 60">
            <a:extLst>
              <a:ext uri="{FF2B5EF4-FFF2-40B4-BE49-F238E27FC236}">
                <a16:creationId xmlns:a16="http://schemas.microsoft.com/office/drawing/2014/main" id="{422F794A-FCF2-455B-B8FC-530D901EF6F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54659" y="5034894"/>
            <a:ext cx="537794" cy="340024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ts val="3200"/>
              </a:lnSpc>
              <a:buNone/>
              <a:defRPr kern="200" spc="-200" baseline="0">
                <a:solidFill>
                  <a:schemeClr val="accent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3" name="Текст 57">
            <a:extLst>
              <a:ext uri="{FF2B5EF4-FFF2-40B4-BE49-F238E27FC236}">
                <a16:creationId xmlns:a16="http://schemas.microsoft.com/office/drawing/2014/main" id="{7B65048F-4EB2-4548-9A06-112B5DD7A60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892453" y="5511138"/>
            <a:ext cx="3219369" cy="3280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4" name="Текст 60">
            <a:extLst>
              <a:ext uri="{FF2B5EF4-FFF2-40B4-BE49-F238E27FC236}">
                <a16:creationId xmlns:a16="http://schemas.microsoft.com/office/drawing/2014/main" id="{59697712-5A49-4B1A-AAB3-6A9C71C480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354659" y="5499205"/>
            <a:ext cx="537794" cy="340024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ts val="3200"/>
              </a:lnSpc>
              <a:buNone/>
              <a:defRPr kern="200" spc="-200" baseline="0">
                <a:solidFill>
                  <a:schemeClr val="accent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8" name="Текст 57">
            <a:extLst>
              <a:ext uri="{FF2B5EF4-FFF2-40B4-BE49-F238E27FC236}">
                <a16:creationId xmlns:a16="http://schemas.microsoft.com/office/drawing/2014/main" id="{4F3B7DC6-9CBE-45BB-AD41-70260203EC0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64805" y="2518961"/>
            <a:ext cx="2419621" cy="3280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57">
            <a:extLst>
              <a:ext uri="{FF2B5EF4-FFF2-40B4-BE49-F238E27FC236}">
                <a16:creationId xmlns:a16="http://schemas.microsoft.com/office/drawing/2014/main" id="{5EE92B83-90FE-4A4F-9A6F-76DCECCEE4C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110832" y="1704177"/>
            <a:ext cx="1879206" cy="4546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2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57">
            <a:extLst>
              <a:ext uri="{FF2B5EF4-FFF2-40B4-BE49-F238E27FC236}">
                <a16:creationId xmlns:a16="http://schemas.microsoft.com/office/drawing/2014/main" id="{0A2E724E-D062-4523-B125-8C6DFE0027A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64804" y="3273240"/>
            <a:ext cx="2425233" cy="4546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2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57">
            <a:extLst>
              <a:ext uri="{FF2B5EF4-FFF2-40B4-BE49-F238E27FC236}">
                <a16:creationId xmlns:a16="http://schemas.microsoft.com/office/drawing/2014/main" id="{5D7377E8-D22E-433B-82E2-FFE0FF2FBB1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4804" y="4259057"/>
            <a:ext cx="2419621" cy="3280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57">
            <a:extLst>
              <a:ext uri="{FF2B5EF4-FFF2-40B4-BE49-F238E27FC236}">
                <a16:creationId xmlns:a16="http://schemas.microsoft.com/office/drawing/2014/main" id="{7861D39B-BE95-41D3-B447-CAD71A76EB8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64804" y="4975410"/>
            <a:ext cx="2425233" cy="4546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2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57">
            <a:extLst>
              <a:ext uri="{FF2B5EF4-FFF2-40B4-BE49-F238E27FC236}">
                <a16:creationId xmlns:a16="http://schemas.microsoft.com/office/drawing/2014/main" id="{C401CE22-C242-4778-94AF-36C9A7E7EC0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64804" y="5961227"/>
            <a:ext cx="2419621" cy="3280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2889961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фото и текстом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Текст 3"/>
          <p:cNvSpPr>
            <a:spLocks noGrp="1"/>
          </p:cNvSpPr>
          <p:nvPr>
            <p:ph type="body" sz="quarter" idx="14"/>
          </p:nvPr>
        </p:nvSpPr>
        <p:spPr>
          <a:xfrm>
            <a:off x="545928" y="1537086"/>
            <a:ext cx="5295897" cy="198809"/>
          </a:xfrm>
          <a:prstGeom prst="rect">
            <a:avLst/>
          </a:prstGeom>
        </p:spPr>
        <p:txBody>
          <a:bodyPr lIns="0" tIns="0" rIns="0" bIns="0"/>
          <a:lstStyle>
            <a:lvl1pPr marL="0" indent="0" defTabSz="900000">
              <a:lnSpc>
                <a:spcPts val="1680"/>
              </a:lnSpc>
              <a:buNone/>
              <a:defRPr sz="1400" cap="all" baseline="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74" y="370687"/>
            <a:ext cx="9154800" cy="49594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Слайд с фото и текстом (1)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6"/>
          </p:nvPr>
        </p:nvSpPr>
        <p:spPr>
          <a:xfrm>
            <a:off x="1104900" y="2243341"/>
            <a:ext cx="4736954" cy="604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Текст 2"/>
          <p:cNvSpPr>
            <a:spLocks noGrp="1"/>
          </p:cNvSpPr>
          <p:nvPr>
            <p:ph type="body" sz="quarter" idx="17"/>
          </p:nvPr>
        </p:nvSpPr>
        <p:spPr>
          <a:xfrm>
            <a:off x="1104900" y="3057947"/>
            <a:ext cx="4736954" cy="604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5" name="Текст 2"/>
          <p:cNvSpPr>
            <a:spLocks noGrp="1"/>
          </p:cNvSpPr>
          <p:nvPr>
            <p:ph type="body" sz="quarter" idx="18"/>
          </p:nvPr>
        </p:nvSpPr>
        <p:spPr>
          <a:xfrm>
            <a:off x="1104872" y="3887209"/>
            <a:ext cx="4736954" cy="604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6" name="Текст 2"/>
          <p:cNvSpPr>
            <a:spLocks noGrp="1"/>
          </p:cNvSpPr>
          <p:nvPr>
            <p:ph type="body" sz="quarter" idx="19"/>
          </p:nvPr>
        </p:nvSpPr>
        <p:spPr>
          <a:xfrm>
            <a:off x="1104872" y="4723900"/>
            <a:ext cx="4736954" cy="604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4233B6F-F0ED-4FDE-B00E-BB76299C06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94C1B-C881-42F5-9B4F-0D613082994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F3D2157-8889-45C3-9EEB-E6CE7315C1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8071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фото и текстом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Текст 3"/>
          <p:cNvSpPr>
            <a:spLocks noGrp="1"/>
          </p:cNvSpPr>
          <p:nvPr>
            <p:ph type="body" sz="quarter" idx="14"/>
          </p:nvPr>
        </p:nvSpPr>
        <p:spPr>
          <a:xfrm>
            <a:off x="6341891" y="1537086"/>
            <a:ext cx="5295897" cy="198809"/>
          </a:xfrm>
          <a:prstGeom prst="rect">
            <a:avLst/>
          </a:prstGeom>
        </p:spPr>
        <p:txBody>
          <a:bodyPr lIns="0" tIns="0" rIns="0" bIns="0"/>
          <a:lstStyle>
            <a:lvl1pPr marL="0" indent="0" defTabSz="900000">
              <a:lnSpc>
                <a:spcPts val="1680"/>
              </a:lnSpc>
              <a:buNone/>
              <a:defRPr sz="1400" cap="all" baseline="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74" y="370687"/>
            <a:ext cx="9154800" cy="49594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Слайд с фото и текстом (2)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6"/>
          </p:nvPr>
        </p:nvSpPr>
        <p:spPr>
          <a:xfrm>
            <a:off x="6900863" y="2243341"/>
            <a:ext cx="4736954" cy="604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Текст 2"/>
          <p:cNvSpPr>
            <a:spLocks noGrp="1"/>
          </p:cNvSpPr>
          <p:nvPr>
            <p:ph type="body" sz="quarter" idx="17"/>
          </p:nvPr>
        </p:nvSpPr>
        <p:spPr>
          <a:xfrm>
            <a:off x="6900863" y="3057947"/>
            <a:ext cx="4736954" cy="604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5" name="Текст 2"/>
          <p:cNvSpPr>
            <a:spLocks noGrp="1"/>
          </p:cNvSpPr>
          <p:nvPr>
            <p:ph type="body" sz="quarter" idx="18"/>
          </p:nvPr>
        </p:nvSpPr>
        <p:spPr>
          <a:xfrm>
            <a:off x="6900835" y="3887209"/>
            <a:ext cx="4736954" cy="604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6" name="Текст 2"/>
          <p:cNvSpPr>
            <a:spLocks noGrp="1"/>
          </p:cNvSpPr>
          <p:nvPr>
            <p:ph type="body" sz="quarter" idx="19"/>
          </p:nvPr>
        </p:nvSpPr>
        <p:spPr>
          <a:xfrm>
            <a:off x="6900835" y="4723900"/>
            <a:ext cx="4736954" cy="604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4233B6F-F0ED-4FDE-B00E-BB76299C06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94C1B-C881-42F5-9B4F-0D613082994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F3D2157-8889-45C3-9EEB-E6CE7315C1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67311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74" y="370687"/>
            <a:ext cx="9154800" cy="49594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таблица</a:t>
            </a:r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4233B6F-F0ED-4FDE-B00E-BB76299C06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94C1B-C881-42F5-9B4F-0D613082994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F3D2157-8889-45C3-9EEB-E6CE7315C1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66052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 с текстом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3970"/>
            <a:ext cx="9154800" cy="501974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Таблица с текстом (1)</a:t>
            </a:r>
          </a:p>
        </p:txBody>
      </p:sp>
      <p:sp>
        <p:nvSpPr>
          <p:cNvPr id="78" name="Текст 2"/>
          <p:cNvSpPr>
            <a:spLocks noGrp="1"/>
          </p:cNvSpPr>
          <p:nvPr>
            <p:ph type="body" sz="quarter" idx="11"/>
          </p:nvPr>
        </p:nvSpPr>
        <p:spPr>
          <a:xfrm>
            <a:off x="888978" y="5508219"/>
            <a:ext cx="5902347" cy="2079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5"/>
          <p:cNvSpPr>
            <a:spLocks noGrp="1"/>
          </p:cNvSpPr>
          <p:nvPr>
            <p:ph type="body" sz="quarter" idx="12"/>
          </p:nvPr>
        </p:nvSpPr>
        <p:spPr>
          <a:xfrm>
            <a:off x="574465" y="5824874"/>
            <a:ext cx="6216860" cy="3619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endParaRPr lang="ru-RU" dirty="0"/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0579E37A-7661-4F26-BB2D-B8CBF9E12B0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8BFF49-1386-448F-814C-A895F3F8CA69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9A0124F-DA40-4B94-AAAA-E47280653E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01336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 с текстом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3970"/>
            <a:ext cx="9154800" cy="501974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Таблица с текстом (2)</a:t>
            </a:r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0579E37A-7661-4F26-BB2D-B8CBF9E12B0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8BFF49-1386-448F-814C-A895F3F8CA69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9A0124F-DA40-4B94-AAAA-E47280653E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09A0BC01-4933-4B1F-9948-F60ED78AF7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271000" y="2449830"/>
            <a:ext cx="2285711" cy="366522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00"/>
              </a:lnSpc>
              <a:buNone/>
              <a:defRPr sz="12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1E07E58-B2CE-44C2-BAE3-E988EDAE1AD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271000" y="1536925"/>
            <a:ext cx="2285711" cy="71325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200" spc="-2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88416484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руктурная схема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Структурная схема (1)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1829FBE-BA79-4C38-8507-4F3D32298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82" name="Текст 2"/>
          <p:cNvSpPr>
            <a:spLocks noGrp="1"/>
          </p:cNvSpPr>
          <p:nvPr>
            <p:ph type="body" sz="quarter" idx="16"/>
          </p:nvPr>
        </p:nvSpPr>
        <p:spPr>
          <a:xfrm>
            <a:off x="933427" y="3783684"/>
            <a:ext cx="1831473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3" name="Текст 5"/>
          <p:cNvSpPr>
            <a:spLocks noGrp="1"/>
          </p:cNvSpPr>
          <p:nvPr>
            <p:ph type="body" sz="quarter" idx="17"/>
          </p:nvPr>
        </p:nvSpPr>
        <p:spPr>
          <a:xfrm>
            <a:off x="560292" y="4174448"/>
            <a:ext cx="2260543" cy="7441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1"/>
          </p:nvPr>
        </p:nvSpPr>
        <p:spPr>
          <a:xfrm>
            <a:off x="571486" y="2392615"/>
            <a:ext cx="5200520" cy="5410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endParaRPr lang="ru-RU" dirty="0"/>
          </a:p>
        </p:txBody>
      </p:sp>
      <p:sp>
        <p:nvSpPr>
          <p:cNvPr id="34" name="Текст 2"/>
          <p:cNvSpPr>
            <a:spLocks noGrp="1"/>
          </p:cNvSpPr>
          <p:nvPr>
            <p:ph type="body" sz="quarter" idx="24"/>
          </p:nvPr>
        </p:nvSpPr>
        <p:spPr>
          <a:xfrm>
            <a:off x="571486" y="2041741"/>
            <a:ext cx="5200520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1" name="Текст 5">
            <a:extLst>
              <a:ext uri="{FF2B5EF4-FFF2-40B4-BE49-F238E27FC236}">
                <a16:creationId xmlns:a16="http://schemas.microsoft.com/office/drawing/2014/main" id="{4DF0A25E-588C-4635-BC04-9183459F797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419994" y="2392615"/>
            <a:ext cx="5200520" cy="5410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tx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endParaRPr lang="ru-RU" dirty="0"/>
          </a:p>
        </p:txBody>
      </p:sp>
      <p:sp>
        <p:nvSpPr>
          <p:cNvPr id="42" name="Текст 2">
            <a:extLst>
              <a:ext uri="{FF2B5EF4-FFF2-40B4-BE49-F238E27FC236}">
                <a16:creationId xmlns:a16="http://schemas.microsoft.com/office/drawing/2014/main" id="{43EEE1BC-4EA4-43F5-BEA9-3F9BE8263A1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19994" y="2041741"/>
            <a:ext cx="5200520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grpSp>
        <p:nvGrpSpPr>
          <p:cNvPr id="43" name="Группа 42">
            <a:extLst>
              <a:ext uri="{FF2B5EF4-FFF2-40B4-BE49-F238E27FC236}">
                <a16:creationId xmlns:a16="http://schemas.microsoft.com/office/drawing/2014/main" id="{A43565A9-9132-4DAC-B0E7-4F2965E3E8AB}"/>
              </a:ext>
            </a:extLst>
          </p:cNvPr>
          <p:cNvGrpSpPr/>
          <p:nvPr userDrawn="1"/>
        </p:nvGrpSpPr>
        <p:grpSpPr>
          <a:xfrm>
            <a:off x="585240" y="3791922"/>
            <a:ext cx="237651" cy="237648"/>
            <a:chOff x="585240" y="3791922"/>
            <a:chExt cx="237651" cy="237648"/>
          </a:xfrm>
        </p:grpSpPr>
        <p:pic>
          <p:nvPicPr>
            <p:cNvPr id="44" name="Star 3 (Stroke) [Figma I9887:64069;7965:11807]" descr="Star 3 (Stroke). векторный контур">
              <a:extLst>
                <a:ext uri="{FF2B5EF4-FFF2-40B4-BE49-F238E27FC236}">
                  <a16:creationId xmlns:a16="http://schemas.microsoft.com/office/drawing/2014/main" id="{21CEF5B3-E283-45A8-9D60-3BD291BD5F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5240" y="3791922"/>
              <a:ext cx="237651" cy="237648"/>
            </a:xfrm>
            <a:prstGeom prst="rect">
              <a:avLst/>
            </a:prstGeom>
          </p:spPr>
        </p:pic>
        <p:pic>
          <p:nvPicPr>
            <p:cNvPr id="45" name="Vector 32 (Stroke) [Figma I9887:64069;7965:11808]" descr="Vector 32 (Stroke). векторный контур">
              <a:extLst>
                <a:ext uri="{FF2B5EF4-FFF2-40B4-BE49-F238E27FC236}">
                  <a16:creationId xmlns:a16="http://schemas.microsoft.com/office/drawing/2014/main" id="{BE655AF3-0A1F-4266-AA5B-E905DBCBDD5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58288" y="3877620"/>
              <a:ext cx="90581" cy="66723"/>
            </a:xfrm>
            <a:prstGeom prst="rect">
              <a:avLst/>
            </a:prstGeom>
          </p:spPr>
        </p:pic>
      </p:grpSp>
      <p:sp>
        <p:nvSpPr>
          <p:cNvPr id="48" name="Текст 2">
            <a:extLst>
              <a:ext uri="{FF2B5EF4-FFF2-40B4-BE49-F238E27FC236}">
                <a16:creationId xmlns:a16="http://schemas.microsoft.com/office/drawing/2014/main" id="{811D7049-6400-48E1-87D8-698C59FB6FD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036219" y="3783684"/>
            <a:ext cx="1679852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9" name="Текст 5">
            <a:extLst>
              <a:ext uri="{FF2B5EF4-FFF2-40B4-BE49-F238E27FC236}">
                <a16:creationId xmlns:a16="http://schemas.microsoft.com/office/drawing/2014/main" id="{C2CBE8E8-07BC-4D3B-9451-3727631EBF5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511463" y="4174448"/>
            <a:ext cx="2260543" cy="7441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0" name="Текст 2">
            <a:extLst>
              <a:ext uri="{FF2B5EF4-FFF2-40B4-BE49-F238E27FC236}">
                <a16:creationId xmlns:a16="http://schemas.microsoft.com/office/drawing/2014/main" id="{21168D1B-800F-42CB-8367-9272DBB9881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511463" y="3666291"/>
            <a:ext cx="490954" cy="477084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1920"/>
              </a:lnSpc>
              <a:buNone/>
              <a:defRPr sz="3200" kern="200" spc="-200" baseline="0">
                <a:solidFill>
                  <a:srgbClr val="0A2896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51" name="Текст 2">
            <a:extLst>
              <a:ext uri="{FF2B5EF4-FFF2-40B4-BE49-F238E27FC236}">
                <a16:creationId xmlns:a16="http://schemas.microsoft.com/office/drawing/2014/main" id="{1B245B9A-2E3F-4BBC-B1BF-A70BABC0563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957151" y="3783684"/>
            <a:ext cx="1679852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2" name="Текст 5">
            <a:extLst>
              <a:ext uri="{FF2B5EF4-FFF2-40B4-BE49-F238E27FC236}">
                <a16:creationId xmlns:a16="http://schemas.microsoft.com/office/drawing/2014/main" id="{704EE517-5866-47B2-82F9-3674A704416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432395" y="4174448"/>
            <a:ext cx="2260543" cy="7441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00"/>
              </a:lnSpc>
              <a:buNone/>
              <a:defRPr sz="14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3" name="Текст 2">
            <a:extLst>
              <a:ext uri="{FF2B5EF4-FFF2-40B4-BE49-F238E27FC236}">
                <a16:creationId xmlns:a16="http://schemas.microsoft.com/office/drawing/2014/main" id="{67CBC79F-9224-48B5-90FF-F82006DF822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32395" y="3666291"/>
            <a:ext cx="490954" cy="477084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1920"/>
              </a:lnSpc>
              <a:buNone/>
              <a:defRPr sz="3200" kern="200" spc="-2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54" name="Текст 5">
            <a:extLst>
              <a:ext uri="{FF2B5EF4-FFF2-40B4-BE49-F238E27FC236}">
                <a16:creationId xmlns:a16="http://schemas.microsoft.com/office/drawing/2014/main" id="{BB159815-731B-46C6-ABB8-2EB1BE26BE2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9366106" y="3771304"/>
            <a:ext cx="2260543" cy="10991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5" name="Текст 5">
            <a:extLst>
              <a:ext uri="{FF2B5EF4-FFF2-40B4-BE49-F238E27FC236}">
                <a16:creationId xmlns:a16="http://schemas.microsoft.com/office/drawing/2014/main" id="{7420B96A-A18A-41BC-A348-AD471D4CFE6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85240" y="5681917"/>
            <a:ext cx="11039741" cy="5873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400"/>
              </a:lnSpc>
              <a:buNone/>
              <a:defRPr sz="12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7657530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руктурная схема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Структурная схема (2)</a:t>
            </a:r>
          </a:p>
        </p:txBody>
      </p:sp>
      <p:sp>
        <p:nvSpPr>
          <p:cNvPr id="79" name="Текст 5"/>
          <p:cNvSpPr>
            <a:spLocks noGrp="1"/>
          </p:cNvSpPr>
          <p:nvPr>
            <p:ph type="body" sz="quarter" idx="13"/>
          </p:nvPr>
        </p:nvSpPr>
        <p:spPr>
          <a:xfrm>
            <a:off x="8146817" y="2163279"/>
            <a:ext cx="3498819" cy="126572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Clr>
                <a:srgbClr val="1E4BD2"/>
              </a:buClr>
              <a:buSzPct val="120000"/>
              <a:buFont typeface="Arial" panose="020B0604020202020204" pitchFamily="34" charset="0"/>
              <a:buChar char="•"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  <a:endParaRPr lang="en-US" dirty="0"/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>
          <a:xfrm>
            <a:off x="577836" y="3342081"/>
            <a:ext cx="3009852" cy="27733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1"/>
          </p:nvPr>
        </p:nvSpPr>
        <p:spPr>
          <a:xfrm>
            <a:off x="571486" y="3720206"/>
            <a:ext cx="3016202" cy="7422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endParaRPr lang="ru-RU" dirty="0"/>
          </a:p>
        </p:txBody>
      </p:sp>
      <p:sp>
        <p:nvSpPr>
          <p:cNvPr id="82" name="Текст 2"/>
          <p:cNvSpPr>
            <a:spLocks noGrp="1"/>
          </p:cNvSpPr>
          <p:nvPr>
            <p:ph type="body" sz="quarter" idx="16"/>
          </p:nvPr>
        </p:nvSpPr>
        <p:spPr>
          <a:xfrm>
            <a:off x="5426395" y="4462484"/>
            <a:ext cx="1831473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3" name="Текст 5"/>
          <p:cNvSpPr>
            <a:spLocks noGrp="1"/>
          </p:cNvSpPr>
          <p:nvPr>
            <p:ph type="body" sz="quarter" idx="17"/>
          </p:nvPr>
        </p:nvSpPr>
        <p:spPr>
          <a:xfrm>
            <a:off x="4997325" y="4865380"/>
            <a:ext cx="2260543" cy="86866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4" name="Текст 2"/>
          <p:cNvSpPr>
            <a:spLocks noGrp="1"/>
          </p:cNvSpPr>
          <p:nvPr>
            <p:ph type="body" sz="quarter" idx="24"/>
          </p:nvPr>
        </p:nvSpPr>
        <p:spPr>
          <a:xfrm>
            <a:off x="5426395" y="2157435"/>
            <a:ext cx="1831473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5" name="Текст 5"/>
          <p:cNvSpPr>
            <a:spLocks noGrp="1"/>
          </p:cNvSpPr>
          <p:nvPr>
            <p:ph type="body" sz="quarter" idx="25"/>
          </p:nvPr>
        </p:nvSpPr>
        <p:spPr>
          <a:xfrm>
            <a:off x="4997325" y="2560331"/>
            <a:ext cx="2260543" cy="86866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0" name="Текст 5"/>
          <p:cNvSpPr>
            <a:spLocks noGrp="1"/>
          </p:cNvSpPr>
          <p:nvPr>
            <p:ph type="body" sz="quarter" idx="26"/>
          </p:nvPr>
        </p:nvSpPr>
        <p:spPr>
          <a:xfrm>
            <a:off x="8172247" y="4462484"/>
            <a:ext cx="3498819" cy="126572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Clr>
                <a:srgbClr val="1E4BD2"/>
              </a:buClr>
              <a:buSzPct val="120000"/>
              <a:buFont typeface="Arial" panose="020B0604020202020204" pitchFamily="34" charset="0"/>
              <a:buChar char="•"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  <a:endParaRPr lang="en-US" dirty="0"/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1829FBE-BA79-4C38-8507-4F3D32298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4964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руктурная схема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Диаграмма </a:t>
            </a:r>
            <a:r>
              <a:rPr lang="ru-RU" dirty="0" err="1"/>
              <a:t>венна</a:t>
            </a:r>
            <a:endParaRPr lang="ru-RU" dirty="0"/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1829FBE-BA79-4C38-8507-4F3D32298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85" name="Frame 2147204059 — фон [Figma 9887:64130:background]">
            <a:extLst>
              <a:ext uri="{FF2B5EF4-FFF2-40B4-BE49-F238E27FC236}">
                <a16:creationId xmlns:a16="http://schemas.microsoft.com/office/drawing/2014/main" id="{143DCE75-69D1-49C0-9655-3C3E96531109}"/>
              </a:ext>
            </a:extLst>
          </p:cNvPr>
          <p:cNvSpPr/>
          <p:nvPr userDrawn="1"/>
        </p:nvSpPr>
        <p:spPr>
          <a:xfrm>
            <a:off x="380990" y="1377916"/>
            <a:ext cx="11429714" cy="4971926"/>
          </a:xfrm>
          <a:prstGeom prst="roundRect">
            <a:avLst>
              <a:gd name="adj" fmla="val 1916"/>
            </a:avLst>
          </a:prstGeom>
          <a:solidFill>
            <a:srgbClr val="EAEDF5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Ellipse [Figma 9887:64163]">
            <a:extLst>
              <a:ext uri="{FF2B5EF4-FFF2-40B4-BE49-F238E27FC236}">
                <a16:creationId xmlns:a16="http://schemas.microsoft.com/office/drawing/2014/main" id="{8BAFF639-14A8-4182-B81B-B969761EFE6A}"/>
              </a:ext>
            </a:extLst>
          </p:cNvPr>
          <p:cNvSpPr/>
          <p:nvPr userDrawn="1"/>
        </p:nvSpPr>
        <p:spPr>
          <a:xfrm>
            <a:off x="5435464" y="3765456"/>
            <a:ext cx="88898" cy="8889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Полилиния: фигура 95">
            <a:extLst>
              <a:ext uri="{FF2B5EF4-FFF2-40B4-BE49-F238E27FC236}">
                <a16:creationId xmlns:a16="http://schemas.microsoft.com/office/drawing/2014/main" id="{93D0BD2F-3D4A-4F81-BD25-D54D50B8384D}"/>
              </a:ext>
            </a:extLst>
          </p:cNvPr>
          <p:cNvSpPr/>
          <p:nvPr/>
        </p:nvSpPr>
        <p:spPr>
          <a:xfrm rot="1" flipV="1">
            <a:off x="6057749" y="5092573"/>
            <a:ext cx="88897" cy="88766"/>
          </a:xfrm>
          <a:custGeom>
            <a:avLst/>
            <a:gdLst>
              <a:gd name="connsiteX0" fmla="*/ 89762 w 88897"/>
              <a:gd name="connsiteY0" fmla="*/ 44383 h 88766"/>
              <a:gd name="connsiteX1" fmla="*/ 45313 w 88897"/>
              <a:gd name="connsiteY1" fmla="*/ 88766 h 88766"/>
              <a:gd name="connsiteX2" fmla="*/ 864 w 88897"/>
              <a:gd name="connsiteY2" fmla="*/ 44383 h 88766"/>
              <a:gd name="connsiteX3" fmla="*/ 45313 w 88897"/>
              <a:gd name="connsiteY3" fmla="*/ 0 h 88766"/>
              <a:gd name="connsiteX4" fmla="*/ 89762 w 88897"/>
              <a:gd name="connsiteY4" fmla="*/ 44383 h 88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897" h="88766">
                <a:moveTo>
                  <a:pt x="89762" y="44383"/>
                </a:moveTo>
                <a:cubicBezTo>
                  <a:pt x="89762" y="68895"/>
                  <a:pt x="69861" y="88766"/>
                  <a:pt x="45313" y="88766"/>
                </a:cubicBezTo>
                <a:cubicBezTo>
                  <a:pt x="20764" y="88766"/>
                  <a:pt x="864" y="68895"/>
                  <a:pt x="864" y="44383"/>
                </a:cubicBezTo>
                <a:cubicBezTo>
                  <a:pt x="864" y="19871"/>
                  <a:pt x="20764" y="0"/>
                  <a:pt x="45313" y="0"/>
                </a:cubicBezTo>
                <a:cubicBezTo>
                  <a:pt x="69861" y="0"/>
                  <a:pt x="89762" y="19871"/>
                  <a:pt x="89762" y="44383"/>
                </a:cubicBezTo>
                <a:close/>
              </a:path>
            </a:pathLst>
          </a:custGeom>
          <a:solidFill>
            <a:srgbClr val="FFFFFF"/>
          </a:solidFill>
          <a:ln w="634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97" name="Ellipse [Figma 9887:64170]">
            <a:extLst>
              <a:ext uri="{FF2B5EF4-FFF2-40B4-BE49-F238E27FC236}">
                <a16:creationId xmlns:a16="http://schemas.microsoft.com/office/drawing/2014/main" id="{146E4B24-0F4D-43DA-A95F-0B7988E70471}"/>
              </a:ext>
            </a:extLst>
          </p:cNvPr>
          <p:cNvSpPr/>
          <p:nvPr userDrawn="1"/>
        </p:nvSpPr>
        <p:spPr>
          <a:xfrm>
            <a:off x="2597085" y="3867053"/>
            <a:ext cx="50799" cy="5079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Текст 2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761982" y="1719897"/>
            <a:ext cx="2630668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</a:t>
            </a:r>
          </a:p>
        </p:txBody>
      </p:sp>
      <p:sp>
        <p:nvSpPr>
          <p:cNvPr id="83" name="Текст 5"/>
          <p:cNvSpPr>
            <a:spLocks noGrp="1"/>
          </p:cNvSpPr>
          <p:nvPr userDrawn="1">
            <p:ph type="body" sz="quarter" idx="17"/>
          </p:nvPr>
        </p:nvSpPr>
        <p:spPr>
          <a:xfrm>
            <a:off x="747448" y="2047876"/>
            <a:ext cx="2630668" cy="54525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4" name="Текст 2">
            <a:extLst>
              <a:ext uri="{FF2B5EF4-FFF2-40B4-BE49-F238E27FC236}">
                <a16:creationId xmlns:a16="http://schemas.microsoft.com/office/drawing/2014/main" id="{03B73AE0-BB68-4609-A6C7-CB4B4660A45E}"/>
              </a:ext>
            </a:extLst>
          </p:cNvPr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5159962" y="2403281"/>
            <a:ext cx="1877396" cy="24618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ts val="192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</a:t>
            </a:r>
          </a:p>
        </p:txBody>
      </p:sp>
      <p:sp>
        <p:nvSpPr>
          <p:cNvPr id="105" name="Текст 5">
            <a:extLst>
              <a:ext uri="{FF2B5EF4-FFF2-40B4-BE49-F238E27FC236}">
                <a16:creationId xmlns:a16="http://schemas.microsoft.com/office/drawing/2014/main" id="{8DDEC0A7-16B8-481A-B5E5-924BB89A5DB7}"/>
              </a:ext>
            </a:extLst>
          </p:cNvPr>
          <p:cNvSpPr>
            <a:spLocks noGrp="1"/>
          </p:cNvSpPr>
          <p:nvPr userDrawn="1">
            <p:ph type="body" sz="quarter" idx="29"/>
          </p:nvPr>
        </p:nvSpPr>
        <p:spPr>
          <a:xfrm>
            <a:off x="5145428" y="2731260"/>
            <a:ext cx="1877396" cy="545252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6" name="Текст 2">
            <a:extLst>
              <a:ext uri="{FF2B5EF4-FFF2-40B4-BE49-F238E27FC236}">
                <a16:creationId xmlns:a16="http://schemas.microsoft.com/office/drawing/2014/main" id="{D78EA89E-087E-4492-B2BF-A350C015A0DE}"/>
              </a:ext>
            </a:extLst>
          </p:cNvPr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4029605" y="4409771"/>
            <a:ext cx="1877396" cy="24618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ts val="192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</a:t>
            </a:r>
          </a:p>
        </p:txBody>
      </p:sp>
      <p:sp>
        <p:nvSpPr>
          <p:cNvPr id="107" name="Текст 5">
            <a:extLst>
              <a:ext uri="{FF2B5EF4-FFF2-40B4-BE49-F238E27FC236}">
                <a16:creationId xmlns:a16="http://schemas.microsoft.com/office/drawing/2014/main" id="{E1666147-F70F-41A7-B7BE-97BABCBBC3EA}"/>
              </a:ext>
            </a:extLst>
          </p:cNvPr>
          <p:cNvSpPr>
            <a:spLocks noGrp="1"/>
          </p:cNvSpPr>
          <p:nvPr userDrawn="1">
            <p:ph type="body" sz="quarter" idx="31"/>
          </p:nvPr>
        </p:nvSpPr>
        <p:spPr>
          <a:xfrm>
            <a:off x="4015071" y="4737750"/>
            <a:ext cx="1877396" cy="545252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8" name="Текст 2">
            <a:extLst>
              <a:ext uri="{FF2B5EF4-FFF2-40B4-BE49-F238E27FC236}">
                <a16:creationId xmlns:a16="http://schemas.microsoft.com/office/drawing/2014/main" id="{CB7AC794-6B16-4835-98FC-2BB3388274C1}"/>
              </a:ext>
            </a:extLst>
          </p:cNvPr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6397204" y="4387618"/>
            <a:ext cx="1877396" cy="24618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ts val="192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</a:t>
            </a:r>
          </a:p>
        </p:txBody>
      </p:sp>
      <p:sp>
        <p:nvSpPr>
          <p:cNvPr id="109" name="Текст 5">
            <a:extLst>
              <a:ext uri="{FF2B5EF4-FFF2-40B4-BE49-F238E27FC236}">
                <a16:creationId xmlns:a16="http://schemas.microsoft.com/office/drawing/2014/main" id="{4F655215-8C2B-45EC-8E34-B7B22609727B}"/>
              </a:ext>
            </a:extLst>
          </p:cNvPr>
          <p:cNvSpPr>
            <a:spLocks noGrp="1"/>
          </p:cNvSpPr>
          <p:nvPr userDrawn="1">
            <p:ph type="body" sz="quarter" idx="33"/>
          </p:nvPr>
        </p:nvSpPr>
        <p:spPr>
          <a:xfrm>
            <a:off x="6382670" y="4715597"/>
            <a:ext cx="1877396" cy="545252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0" name="Текст 2">
            <a:extLst>
              <a:ext uri="{FF2B5EF4-FFF2-40B4-BE49-F238E27FC236}">
                <a16:creationId xmlns:a16="http://schemas.microsoft.com/office/drawing/2014/main" id="{8FEB028D-EA92-4653-8D7A-C0F8FD68507E}"/>
              </a:ext>
            </a:extLst>
          </p:cNvPr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748470" y="5086059"/>
            <a:ext cx="2644179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</a:t>
            </a:r>
          </a:p>
        </p:txBody>
      </p:sp>
      <p:sp>
        <p:nvSpPr>
          <p:cNvPr id="111" name="Текст 5">
            <a:extLst>
              <a:ext uri="{FF2B5EF4-FFF2-40B4-BE49-F238E27FC236}">
                <a16:creationId xmlns:a16="http://schemas.microsoft.com/office/drawing/2014/main" id="{BE1D1178-0E40-47F7-B374-13D7CCAE0495}"/>
              </a:ext>
            </a:extLst>
          </p:cNvPr>
          <p:cNvSpPr>
            <a:spLocks noGrp="1"/>
          </p:cNvSpPr>
          <p:nvPr userDrawn="1">
            <p:ph type="body" sz="quarter" idx="35"/>
          </p:nvPr>
        </p:nvSpPr>
        <p:spPr>
          <a:xfrm>
            <a:off x="733936" y="5414038"/>
            <a:ext cx="2644179" cy="54525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2" name="Текст 2">
            <a:extLst>
              <a:ext uri="{FF2B5EF4-FFF2-40B4-BE49-F238E27FC236}">
                <a16:creationId xmlns:a16="http://schemas.microsoft.com/office/drawing/2014/main" id="{5D31FD95-6142-4B01-A620-A1787AA00490}"/>
              </a:ext>
            </a:extLst>
          </p:cNvPr>
          <p:cNvSpPr>
            <a:spLocks noGrp="1"/>
          </p:cNvSpPr>
          <p:nvPr userDrawn="1">
            <p:ph type="body" sz="quarter" idx="36" hasCustomPrompt="1"/>
          </p:nvPr>
        </p:nvSpPr>
        <p:spPr>
          <a:xfrm>
            <a:off x="8894582" y="1728516"/>
            <a:ext cx="2630668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</a:t>
            </a:r>
          </a:p>
        </p:txBody>
      </p:sp>
      <p:sp>
        <p:nvSpPr>
          <p:cNvPr id="113" name="Текст 5">
            <a:extLst>
              <a:ext uri="{FF2B5EF4-FFF2-40B4-BE49-F238E27FC236}">
                <a16:creationId xmlns:a16="http://schemas.microsoft.com/office/drawing/2014/main" id="{9BE718C1-ECA5-4944-99B1-9FC9A53AB16C}"/>
              </a:ext>
            </a:extLst>
          </p:cNvPr>
          <p:cNvSpPr>
            <a:spLocks noGrp="1"/>
          </p:cNvSpPr>
          <p:nvPr userDrawn="1">
            <p:ph type="body" sz="quarter" idx="37"/>
          </p:nvPr>
        </p:nvSpPr>
        <p:spPr>
          <a:xfrm>
            <a:off x="8880048" y="2056495"/>
            <a:ext cx="2630668" cy="54525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4" name="Текст 2">
            <a:extLst>
              <a:ext uri="{FF2B5EF4-FFF2-40B4-BE49-F238E27FC236}">
                <a16:creationId xmlns:a16="http://schemas.microsoft.com/office/drawing/2014/main" id="{2D8FAA86-E294-4726-A8A0-71DB7A4E1A27}"/>
              </a:ext>
            </a:extLst>
          </p:cNvPr>
          <p:cNvSpPr>
            <a:spLocks noGrp="1"/>
          </p:cNvSpPr>
          <p:nvPr userDrawn="1">
            <p:ph type="body" sz="quarter" idx="38" hasCustomPrompt="1"/>
          </p:nvPr>
        </p:nvSpPr>
        <p:spPr>
          <a:xfrm>
            <a:off x="8905276" y="3268654"/>
            <a:ext cx="851751" cy="8556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200" spc="-6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115" name="Текст 5">
            <a:extLst>
              <a:ext uri="{FF2B5EF4-FFF2-40B4-BE49-F238E27FC236}">
                <a16:creationId xmlns:a16="http://schemas.microsoft.com/office/drawing/2014/main" id="{A66286F5-5C88-4E32-A361-9E3EB4961E2F}"/>
              </a:ext>
            </a:extLst>
          </p:cNvPr>
          <p:cNvSpPr>
            <a:spLocks noGrp="1"/>
          </p:cNvSpPr>
          <p:nvPr userDrawn="1">
            <p:ph type="body" sz="quarter" idx="39"/>
          </p:nvPr>
        </p:nvSpPr>
        <p:spPr>
          <a:xfrm>
            <a:off x="8901127" y="4208791"/>
            <a:ext cx="2554273" cy="7791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41758158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зырьковая 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Пузырьковая диаграмма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1829FBE-BA79-4C38-8507-4F3D32298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pic>
        <p:nvPicPr>
          <p:cNvPr id="59" name="Frame 2147204091 [Figma 9887:63783]" descr="Frame 2147204091. прозрачность группы">
            <a:extLst>
              <a:ext uri="{FF2B5EF4-FFF2-40B4-BE49-F238E27FC236}">
                <a16:creationId xmlns:a16="http://schemas.microsoft.com/office/drawing/2014/main" id="{0ADA4248-ACD7-4CD6-92F0-5C35EDA8A79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18106" y="2849987"/>
            <a:ext cx="3174921" cy="3174921"/>
          </a:xfrm>
          <a:prstGeom prst="rect">
            <a:avLst/>
          </a:prstGeom>
        </p:spPr>
      </p:pic>
      <p:sp>
        <p:nvSpPr>
          <p:cNvPr id="82" name="Текст 5">
            <a:extLst>
              <a:ext uri="{FF2B5EF4-FFF2-40B4-BE49-F238E27FC236}">
                <a16:creationId xmlns:a16="http://schemas.microsoft.com/office/drawing/2014/main" id="{6ACF8E65-60E6-4072-AC11-96224D1DF4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50055" y="2373566"/>
            <a:ext cx="5270154" cy="383502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Clr>
                <a:srgbClr val="1E4BD2"/>
              </a:buClr>
              <a:buSzPct val="120000"/>
              <a:buFont typeface="Arial" panose="020B0604020202020204" pitchFamily="34" charset="0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3" name="Текст 2">
            <a:extLst>
              <a:ext uri="{FF2B5EF4-FFF2-40B4-BE49-F238E27FC236}">
                <a16:creationId xmlns:a16="http://schemas.microsoft.com/office/drawing/2014/main" id="{B889F4C0-0613-4921-A3EE-6BAE39976B6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908627" y="1541657"/>
            <a:ext cx="4759498" cy="44673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</a:t>
            </a:r>
          </a:p>
        </p:txBody>
      </p:sp>
      <p:sp>
        <p:nvSpPr>
          <p:cNvPr id="84" name="Текст 2">
            <a:extLst>
              <a:ext uri="{FF2B5EF4-FFF2-40B4-BE49-F238E27FC236}">
                <a16:creationId xmlns:a16="http://schemas.microsoft.com/office/drawing/2014/main" id="{2B1640A0-36E4-4A57-8BA5-C3F775C9B4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97502" y="1528995"/>
            <a:ext cx="5115364" cy="44673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 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0C95A4DB-9C1C-4735-8353-D20AAD7EAE8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83864" y="2209251"/>
            <a:ext cx="631031" cy="1409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D9D2DBBC-C9C8-4C44-A052-7A4EAF2DB95B}"/>
              </a:ext>
            </a:extLst>
          </p:cNvPr>
          <p:cNvSpPr/>
          <p:nvPr userDrawn="1"/>
        </p:nvSpPr>
        <p:spPr>
          <a:xfrm>
            <a:off x="571486" y="2209251"/>
            <a:ext cx="144000" cy="144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85" name="Текст 8">
            <a:extLst>
              <a:ext uri="{FF2B5EF4-FFF2-40B4-BE49-F238E27FC236}">
                <a16:creationId xmlns:a16="http://schemas.microsoft.com/office/drawing/2014/main" id="{E6AB38F0-EF0B-401F-ABC9-F2F9C7E50A9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702294" y="2209251"/>
            <a:ext cx="631031" cy="1409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86" name="Овал 85">
            <a:extLst>
              <a:ext uri="{FF2B5EF4-FFF2-40B4-BE49-F238E27FC236}">
                <a16:creationId xmlns:a16="http://schemas.microsoft.com/office/drawing/2014/main" id="{51D16754-5BD9-4C0C-9F4A-62536C81273E}"/>
              </a:ext>
            </a:extLst>
          </p:cNvPr>
          <p:cNvSpPr/>
          <p:nvPr userDrawn="1"/>
        </p:nvSpPr>
        <p:spPr>
          <a:xfrm>
            <a:off x="1489916" y="2209251"/>
            <a:ext cx="144000" cy="14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89" name="Текст 8">
            <a:extLst>
              <a:ext uri="{FF2B5EF4-FFF2-40B4-BE49-F238E27FC236}">
                <a16:creationId xmlns:a16="http://schemas.microsoft.com/office/drawing/2014/main" id="{442564AD-16C4-452D-823E-6B93D7EE972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621401" y="2209251"/>
            <a:ext cx="631031" cy="1409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90" name="Овал 89">
            <a:extLst>
              <a:ext uri="{FF2B5EF4-FFF2-40B4-BE49-F238E27FC236}">
                <a16:creationId xmlns:a16="http://schemas.microsoft.com/office/drawing/2014/main" id="{CEC48FC3-74EA-4389-BDF3-45E492411916}"/>
              </a:ext>
            </a:extLst>
          </p:cNvPr>
          <p:cNvSpPr/>
          <p:nvPr userDrawn="1"/>
        </p:nvSpPr>
        <p:spPr>
          <a:xfrm>
            <a:off x="2409023" y="2209251"/>
            <a:ext cx="144000" cy="14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91" name="Текст 8">
            <a:extLst>
              <a:ext uri="{FF2B5EF4-FFF2-40B4-BE49-F238E27FC236}">
                <a16:creationId xmlns:a16="http://schemas.microsoft.com/office/drawing/2014/main" id="{72B0736C-1442-4FCD-AC17-463B3C0B703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543218" y="2209251"/>
            <a:ext cx="631031" cy="1409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92" name="Овал 91">
            <a:extLst>
              <a:ext uri="{FF2B5EF4-FFF2-40B4-BE49-F238E27FC236}">
                <a16:creationId xmlns:a16="http://schemas.microsoft.com/office/drawing/2014/main" id="{BCF6C106-3D9C-4508-8A11-5D2ED900ED1A}"/>
              </a:ext>
            </a:extLst>
          </p:cNvPr>
          <p:cNvSpPr/>
          <p:nvPr userDrawn="1"/>
        </p:nvSpPr>
        <p:spPr>
          <a:xfrm>
            <a:off x="3330840" y="2209251"/>
            <a:ext cx="144000" cy="144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93" name="Текст 8">
            <a:extLst>
              <a:ext uri="{FF2B5EF4-FFF2-40B4-BE49-F238E27FC236}">
                <a16:creationId xmlns:a16="http://schemas.microsoft.com/office/drawing/2014/main" id="{FC3E76E5-8845-485D-94D7-02094D49405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83864" y="2438728"/>
            <a:ext cx="631031" cy="1409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94" name="Овал 93">
            <a:extLst>
              <a:ext uri="{FF2B5EF4-FFF2-40B4-BE49-F238E27FC236}">
                <a16:creationId xmlns:a16="http://schemas.microsoft.com/office/drawing/2014/main" id="{F0F6FB23-943B-4232-A8E4-24A27654B752}"/>
              </a:ext>
            </a:extLst>
          </p:cNvPr>
          <p:cNvSpPr/>
          <p:nvPr userDrawn="1"/>
        </p:nvSpPr>
        <p:spPr>
          <a:xfrm>
            <a:off x="571486" y="2438728"/>
            <a:ext cx="144000" cy="144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95" name="Текст 8">
            <a:extLst>
              <a:ext uri="{FF2B5EF4-FFF2-40B4-BE49-F238E27FC236}">
                <a16:creationId xmlns:a16="http://schemas.microsoft.com/office/drawing/2014/main" id="{2AE5C641-8419-4610-8E55-9B193413F35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702294" y="2438728"/>
            <a:ext cx="631031" cy="1409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96" name="Овал 95">
            <a:extLst>
              <a:ext uri="{FF2B5EF4-FFF2-40B4-BE49-F238E27FC236}">
                <a16:creationId xmlns:a16="http://schemas.microsoft.com/office/drawing/2014/main" id="{0797E723-6244-483C-B1A2-06FE503C9B5E}"/>
              </a:ext>
            </a:extLst>
          </p:cNvPr>
          <p:cNvSpPr/>
          <p:nvPr userDrawn="1"/>
        </p:nvSpPr>
        <p:spPr>
          <a:xfrm>
            <a:off x="1489916" y="2438728"/>
            <a:ext cx="144000" cy="14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97" name="Текст 8">
            <a:extLst>
              <a:ext uri="{FF2B5EF4-FFF2-40B4-BE49-F238E27FC236}">
                <a16:creationId xmlns:a16="http://schemas.microsoft.com/office/drawing/2014/main" id="{F5BBB98B-B9A7-4357-A750-960A6C5D755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621401" y="2438728"/>
            <a:ext cx="631031" cy="1409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04" name="Овал 103">
            <a:extLst>
              <a:ext uri="{FF2B5EF4-FFF2-40B4-BE49-F238E27FC236}">
                <a16:creationId xmlns:a16="http://schemas.microsoft.com/office/drawing/2014/main" id="{77FC2925-B01A-4587-9F22-79BE6468D157}"/>
              </a:ext>
            </a:extLst>
          </p:cNvPr>
          <p:cNvSpPr/>
          <p:nvPr userDrawn="1"/>
        </p:nvSpPr>
        <p:spPr>
          <a:xfrm>
            <a:off x="2409023" y="2438728"/>
            <a:ext cx="144000" cy="14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105" name="Текст 8">
            <a:extLst>
              <a:ext uri="{FF2B5EF4-FFF2-40B4-BE49-F238E27FC236}">
                <a16:creationId xmlns:a16="http://schemas.microsoft.com/office/drawing/2014/main" id="{1B9FFA4A-F4A3-4C2F-9D13-6A85776473A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543218" y="2438728"/>
            <a:ext cx="631031" cy="1409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06" name="Овал 105">
            <a:extLst>
              <a:ext uri="{FF2B5EF4-FFF2-40B4-BE49-F238E27FC236}">
                <a16:creationId xmlns:a16="http://schemas.microsoft.com/office/drawing/2014/main" id="{D1269040-F0F2-46E2-9430-296934C558D7}"/>
              </a:ext>
            </a:extLst>
          </p:cNvPr>
          <p:cNvSpPr/>
          <p:nvPr userDrawn="1"/>
        </p:nvSpPr>
        <p:spPr>
          <a:xfrm>
            <a:off x="3330840" y="2438728"/>
            <a:ext cx="144000" cy="144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107" name="Текст 8">
            <a:extLst>
              <a:ext uri="{FF2B5EF4-FFF2-40B4-BE49-F238E27FC236}">
                <a16:creationId xmlns:a16="http://schemas.microsoft.com/office/drawing/2014/main" id="{925EF63B-8D13-45B5-8B1D-F6647CAA5D3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920023" y="2838493"/>
            <a:ext cx="914744" cy="26095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строчки</a:t>
            </a:r>
          </a:p>
        </p:txBody>
      </p:sp>
      <p:sp>
        <p:nvSpPr>
          <p:cNvPr id="109" name="Текст 8">
            <a:extLst>
              <a:ext uri="{FF2B5EF4-FFF2-40B4-BE49-F238E27FC236}">
                <a16:creationId xmlns:a16="http://schemas.microsoft.com/office/drawing/2014/main" id="{0766D8B1-AFF9-4237-98B2-2485AEDF008B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938333" y="3353338"/>
            <a:ext cx="914744" cy="13924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10" name="Текст 8">
            <a:extLst>
              <a:ext uri="{FF2B5EF4-FFF2-40B4-BE49-F238E27FC236}">
                <a16:creationId xmlns:a16="http://schemas.microsoft.com/office/drawing/2014/main" id="{0B11F69F-3029-4579-942A-AAF5B28D8CA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938333" y="4378997"/>
            <a:ext cx="914744" cy="13924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11" name="Текст 8">
            <a:extLst>
              <a:ext uri="{FF2B5EF4-FFF2-40B4-BE49-F238E27FC236}">
                <a16:creationId xmlns:a16="http://schemas.microsoft.com/office/drawing/2014/main" id="{801E9BAE-07B9-4799-B15C-5CEB5C44B2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938333" y="5425012"/>
            <a:ext cx="914744" cy="13924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12" name="Текст 8">
            <a:extLst>
              <a:ext uri="{FF2B5EF4-FFF2-40B4-BE49-F238E27FC236}">
                <a16:creationId xmlns:a16="http://schemas.microsoft.com/office/drawing/2014/main" id="{19D5D318-45BD-4ADA-9F42-EE3891D6293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60180" y="6094234"/>
            <a:ext cx="792843" cy="13924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960"/>
              </a:lnSpc>
              <a:buNone/>
              <a:defRPr sz="8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13" name="Текст 8">
            <a:extLst>
              <a:ext uri="{FF2B5EF4-FFF2-40B4-BE49-F238E27FC236}">
                <a16:creationId xmlns:a16="http://schemas.microsoft.com/office/drawing/2014/main" id="{2C7B6D5E-E98F-4077-9C51-728DC45BE47E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809144" y="6117944"/>
            <a:ext cx="792843" cy="13924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960"/>
              </a:lnSpc>
              <a:buNone/>
              <a:defRPr sz="8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14" name="Текст 8">
            <a:extLst>
              <a:ext uri="{FF2B5EF4-FFF2-40B4-BE49-F238E27FC236}">
                <a16:creationId xmlns:a16="http://schemas.microsoft.com/office/drawing/2014/main" id="{58AF2E7C-6B83-4176-BFFB-2F9836687AD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858108" y="6117944"/>
            <a:ext cx="792843" cy="13924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960"/>
              </a:lnSpc>
              <a:buNone/>
              <a:defRPr sz="8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15" name="Текст 8">
            <a:extLst>
              <a:ext uri="{FF2B5EF4-FFF2-40B4-BE49-F238E27FC236}">
                <a16:creationId xmlns:a16="http://schemas.microsoft.com/office/drawing/2014/main" id="{7A2681FD-8DB0-4854-B312-D1916D616FDE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71485" y="5947633"/>
            <a:ext cx="932574" cy="26095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строчки</a:t>
            </a:r>
          </a:p>
        </p:txBody>
      </p:sp>
      <p:sp>
        <p:nvSpPr>
          <p:cNvPr id="118" name="Текст 8">
            <a:extLst>
              <a:ext uri="{FF2B5EF4-FFF2-40B4-BE49-F238E27FC236}">
                <a16:creationId xmlns:a16="http://schemas.microsoft.com/office/drawing/2014/main" id="{21C6D5A7-A41F-4965-B92F-63E66B2E322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391754" y="3048001"/>
            <a:ext cx="345390" cy="30533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buNone/>
              <a:defRPr sz="1400" kern="400" spc="-1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121" name="Текст 8">
            <a:extLst>
              <a:ext uri="{FF2B5EF4-FFF2-40B4-BE49-F238E27FC236}">
                <a16:creationId xmlns:a16="http://schemas.microsoft.com/office/drawing/2014/main" id="{2157C86C-AE77-4D15-AEA1-5C2652060B31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784796" y="4024398"/>
            <a:ext cx="345390" cy="30533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buNone/>
              <a:defRPr sz="1400" kern="400" spc="-1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122" name="Текст 8">
            <a:extLst>
              <a:ext uri="{FF2B5EF4-FFF2-40B4-BE49-F238E27FC236}">
                <a16:creationId xmlns:a16="http://schemas.microsoft.com/office/drawing/2014/main" id="{2B468D17-1AC4-40BE-9EB1-B326D9385B2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629065" y="3621221"/>
            <a:ext cx="345390" cy="30533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buNone/>
              <a:defRPr sz="1400" kern="400" spc="-1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123" name="Текст 8">
            <a:extLst>
              <a:ext uri="{FF2B5EF4-FFF2-40B4-BE49-F238E27FC236}">
                <a16:creationId xmlns:a16="http://schemas.microsoft.com/office/drawing/2014/main" id="{45E5E3DC-BFFF-4BB0-8AF5-42F7C809745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4274703" y="3806509"/>
            <a:ext cx="345390" cy="30533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buNone/>
              <a:defRPr sz="1400" kern="400" spc="-1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124" name="Текст 8">
            <a:extLst>
              <a:ext uri="{FF2B5EF4-FFF2-40B4-BE49-F238E27FC236}">
                <a16:creationId xmlns:a16="http://schemas.microsoft.com/office/drawing/2014/main" id="{1839F083-B673-4BF4-B8A5-6B6CA933972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205565" y="5411592"/>
            <a:ext cx="345390" cy="30533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buNone/>
              <a:defRPr sz="1400" kern="400" spc="-1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125" name="Текст 8">
            <a:extLst>
              <a:ext uri="{FF2B5EF4-FFF2-40B4-BE49-F238E27FC236}">
                <a16:creationId xmlns:a16="http://schemas.microsoft.com/office/drawing/2014/main" id="{C388E098-50DA-41C3-9D6C-EEBD4B139CA5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566871" y="4995658"/>
            <a:ext cx="248641" cy="2008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buNone/>
              <a:defRPr sz="1400" kern="400" spc="-1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126" name="Текст 8">
            <a:extLst>
              <a:ext uri="{FF2B5EF4-FFF2-40B4-BE49-F238E27FC236}">
                <a16:creationId xmlns:a16="http://schemas.microsoft.com/office/drawing/2014/main" id="{A8D43105-6F24-458D-BA40-4304BC86DFF4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208199" y="4392849"/>
            <a:ext cx="218112" cy="20758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buNone/>
              <a:defRPr sz="1400" kern="400" spc="-1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78478746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Диаграммы и карточ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2 Диаграммы и карточка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1829FBE-BA79-4C38-8507-4F3D32298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5" name="Текст 4">
            <a:extLst>
              <a:ext uri="{FF2B5EF4-FFF2-40B4-BE49-F238E27FC236}">
                <a16:creationId xmlns:a16="http://schemas.microsoft.com/office/drawing/2014/main" id="{29A9E8E6-08ED-4159-872F-C655C7080CD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86762" y="1578497"/>
            <a:ext cx="4748888" cy="37412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раздела</a:t>
            </a:r>
          </a:p>
        </p:txBody>
      </p:sp>
      <p:sp>
        <p:nvSpPr>
          <p:cNvPr id="63" name="Текст 4">
            <a:extLst>
              <a:ext uri="{FF2B5EF4-FFF2-40B4-BE49-F238E27FC236}">
                <a16:creationId xmlns:a16="http://schemas.microsoft.com/office/drawing/2014/main" id="{6F184D21-8E1D-47E9-8716-D2D68C1C692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861943" y="1578497"/>
            <a:ext cx="4748888" cy="37412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</a:t>
            </a:r>
            <a:r>
              <a:rPr lang="ru-RU" dirty="0" err="1"/>
              <a:t>разздела</a:t>
            </a:r>
            <a:endParaRPr lang="ru-RU" dirty="0"/>
          </a:p>
        </p:txBody>
      </p:sp>
      <p:sp>
        <p:nvSpPr>
          <p:cNvPr id="65" name="Текст 4">
            <a:extLst>
              <a:ext uri="{FF2B5EF4-FFF2-40B4-BE49-F238E27FC236}">
                <a16:creationId xmlns:a16="http://schemas.microsoft.com/office/drawing/2014/main" id="{B4FF79CC-6C81-4E3D-9CBB-B4FD5652107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95328" y="5212012"/>
            <a:ext cx="2484142" cy="37412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800"/>
              </a:lnSpc>
              <a:buNone/>
              <a:defRPr sz="18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раздела</a:t>
            </a:r>
          </a:p>
        </p:txBody>
      </p:sp>
      <p:sp>
        <p:nvSpPr>
          <p:cNvPr id="70" name="Текст 4">
            <a:extLst>
              <a:ext uri="{FF2B5EF4-FFF2-40B4-BE49-F238E27FC236}">
                <a16:creationId xmlns:a16="http://schemas.microsoft.com/office/drawing/2014/main" id="{9AE42752-DC29-479D-A8FD-DB669126503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71485" y="5669292"/>
            <a:ext cx="7591439" cy="49249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ts val="16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37056456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Кольцевая 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77501"/>
            <a:ext cx="9154800" cy="495624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>
                <a:effectLst/>
              </a:rPr>
              <a:t>пузырьковая диаграмма</a:t>
            </a:r>
            <a:endParaRPr lang="ru-RU" dirty="0"/>
          </a:p>
        </p:txBody>
      </p:sp>
      <p:sp>
        <p:nvSpPr>
          <p:cNvPr id="16" name="Номер слайда 4">
            <a:extLst>
              <a:ext uri="{FF2B5EF4-FFF2-40B4-BE49-F238E27FC236}">
                <a16:creationId xmlns:a16="http://schemas.microsoft.com/office/drawing/2014/main" id="{15898042-DD2A-4A1C-8E4F-A38FFDF3D34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4FA5F9-3777-43AA-8E5A-9BAC1BCBECEA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5FB2A88-F839-4508-B107-B1B544FE62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70" name="Текст 69">
            <a:extLst>
              <a:ext uri="{FF2B5EF4-FFF2-40B4-BE49-F238E27FC236}">
                <a16:creationId xmlns:a16="http://schemas.microsoft.com/office/drawing/2014/main" id="{4D912E6B-7E22-4ECD-9C47-79265761794C}"/>
              </a:ext>
            </a:extLst>
          </p:cNvPr>
          <p:cNvSpPr>
            <a:spLocks noGrp="1"/>
          </p:cNvSpPr>
          <p:nvPr userDrawn="1">
            <p:ph type="body" sz="quarter" idx="22"/>
          </p:nvPr>
        </p:nvSpPr>
        <p:spPr>
          <a:xfrm>
            <a:off x="6908800" y="1532847"/>
            <a:ext cx="4677410" cy="51053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69">
            <a:extLst>
              <a:ext uri="{FF2B5EF4-FFF2-40B4-BE49-F238E27FC236}">
                <a16:creationId xmlns:a16="http://schemas.microsoft.com/office/drawing/2014/main" id="{0FC53DB5-60B5-4385-92AF-A6DC80E3134A}"/>
              </a:ext>
            </a:extLst>
          </p:cNvPr>
          <p:cNvSpPr>
            <a:spLocks noGrp="1"/>
          </p:cNvSpPr>
          <p:nvPr userDrawn="1">
            <p:ph type="body" sz="quarter" idx="23"/>
          </p:nvPr>
        </p:nvSpPr>
        <p:spPr>
          <a:xfrm>
            <a:off x="6908800" y="2416885"/>
            <a:ext cx="4677410" cy="3358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69">
            <a:extLst>
              <a:ext uri="{FF2B5EF4-FFF2-40B4-BE49-F238E27FC236}">
                <a16:creationId xmlns:a16="http://schemas.microsoft.com/office/drawing/2014/main" id="{96436BF2-CDF4-4603-A5EC-AB171A47DB1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7841" y="5586587"/>
            <a:ext cx="3726213" cy="594849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ts val="14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69">
            <a:extLst>
              <a:ext uri="{FF2B5EF4-FFF2-40B4-BE49-F238E27FC236}">
                <a16:creationId xmlns:a16="http://schemas.microsoft.com/office/drawing/2014/main" id="{66CF7010-0B08-467F-954C-FFD2044995F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413340" y="5102097"/>
            <a:ext cx="5172870" cy="1054709"/>
          </a:xfrm>
          <a:prstGeom prst="rect">
            <a:avLst/>
          </a:prstGeom>
        </p:spPr>
        <p:txBody>
          <a:bodyPr lIns="0" tIns="0" rIns="0" bIns="0" anchor="t" anchorCtr="0"/>
          <a:lstStyle>
            <a:lvl1pPr marL="179388" indent="-179388">
              <a:lnSpc>
                <a:spcPts val="1400"/>
              </a:lnSpc>
              <a:buClr>
                <a:srgbClr val="1E4BD2"/>
              </a:buClr>
              <a:buSzPct val="120000"/>
              <a:buFont typeface="VTB Group Light" panose="020B0403040504020204" pitchFamily="34" charset="-52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  <a:endParaRPr lang="en-US" dirty="0"/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69">
            <a:extLst>
              <a:ext uri="{FF2B5EF4-FFF2-40B4-BE49-F238E27FC236}">
                <a16:creationId xmlns:a16="http://schemas.microsoft.com/office/drawing/2014/main" id="{5E4C52A8-B90A-4B1E-A457-C3C6E098170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168372" y="1532847"/>
            <a:ext cx="4677410" cy="51053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69">
            <a:extLst>
              <a:ext uri="{FF2B5EF4-FFF2-40B4-BE49-F238E27FC236}">
                <a16:creationId xmlns:a16="http://schemas.microsoft.com/office/drawing/2014/main" id="{294D9EAF-D4F1-418B-A9CF-6858DB3CB6D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908800" y="3409396"/>
            <a:ext cx="4677410" cy="3358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66838260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Лепестковая 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Текст 69">
            <a:extLst>
              <a:ext uri="{FF2B5EF4-FFF2-40B4-BE49-F238E27FC236}">
                <a16:creationId xmlns:a16="http://schemas.microsoft.com/office/drawing/2014/main" id="{D49FA5EF-39E6-42FD-A94A-CADD778324B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71486" y="5014253"/>
            <a:ext cx="4082948" cy="38607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0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7" name="Текст 69">
            <a:extLst>
              <a:ext uri="{FF2B5EF4-FFF2-40B4-BE49-F238E27FC236}">
                <a16:creationId xmlns:a16="http://schemas.microsoft.com/office/drawing/2014/main" id="{1AF8A0D3-09D2-4F66-954C-A53CBF804B4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71486" y="5527315"/>
            <a:ext cx="4082948" cy="813175"/>
          </a:xfrm>
          <a:prstGeom prst="rect">
            <a:avLst/>
          </a:prstGeom>
        </p:spPr>
        <p:txBody>
          <a:bodyPr lIns="0" tIns="0" rIns="0" bIns="0" anchor="t" anchorCtr="0"/>
          <a:lstStyle>
            <a:lvl1pPr marL="179388" indent="-179388">
              <a:lnSpc>
                <a:spcPts val="1400"/>
              </a:lnSpc>
              <a:buClr>
                <a:srgbClr val="1E4BD2"/>
              </a:buClr>
              <a:buSzPct val="120000"/>
              <a:buFont typeface="VTB Group Light" panose="020B0403040504020204" pitchFamily="34" charset="-52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  <a:endParaRPr lang="en-US" dirty="0"/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77501"/>
            <a:ext cx="9154800" cy="495624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>
                <a:effectLst/>
              </a:rPr>
              <a:t>лепестковая диаграмма</a:t>
            </a:r>
            <a:endParaRPr lang="ru-RU" dirty="0"/>
          </a:p>
        </p:txBody>
      </p:sp>
      <p:sp>
        <p:nvSpPr>
          <p:cNvPr id="16" name="Номер слайда 4">
            <a:extLst>
              <a:ext uri="{FF2B5EF4-FFF2-40B4-BE49-F238E27FC236}">
                <a16:creationId xmlns:a16="http://schemas.microsoft.com/office/drawing/2014/main" id="{15898042-DD2A-4A1C-8E4F-A38FFDF3D34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4FA5F9-3777-43AA-8E5A-9BAC1BCBECEA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5FB2A88-F839-4508-B107-B1B544FE62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103" name="Текст 69">
            <a:extLst>
              <a:ext uri="{FF2B5EF4-FFF2-40B4-BE49-F238E27FC236}">
                <a16:creationId xmlns:a16="http://schemas.microsoft.com/office/drawing/2014/main" id="{22D29AAC-E8B1-4814-83C4-1D1AC4DBCA8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486" y="1530299"/>
            <a:ext cx="4082948" cy="38607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0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4" name="Текст 69">
            <a:extLst>
              <a:ext uri="{FF2B5EF4-FFF2-40B4-BE49-F238E27FC236}">
                <a16:creationId xmlns:a16="http://schemas.microsoft.com/office/drawing/2014/main" id="{73FA3067-9B19-442C-9CBC-F436E39E73A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1486" y="2043361"/>
            <a:ext cx="4082948" cy="813175"/>
          </a:xfrm>
          <a:prstGeom prst="rect">
            <a:avLst/>
          </a:prstGeom>
        </p:spPr>
        <p:txBody>
          <a:bodyPr lIns="0" tIns="0" rIns="0" bIns="0" anchor="t" anchorCtr="0"/>
          <a:lstStyle>
            <a:lvl1pPr marL="179388" indent="-179388">
              <a:lnSpc>
                <a:spcPts val="1400"/>
              </a:lnSpc>
              <a:buClr>
                <a:srgbClr val="1E4BD2"/>
              </a:buClr>
              <a:buSzPct val="120000"/>
              <a:buFont typeface="VTB Group Light" panose="020B0403040504020204" pitchFamily="34" charset="-52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  <a:endParaRPr lang="en-US" dirty="0"/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9" name="Текст 69">
            <a:extLst>
              <a:ext uri="{FF2B5EF4-FFF2-40B4-BE49-F238E27FC236}">
                <a16:creationId xmlns:a16="http://schemas.microsoft.com/office/drawing/2014/main" id="{DE2DCFCE-0D55-4ABA-9C37-4B7145E0DC10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71486" y="3262817"/>
            <a:ext cx="4082948" cy="38607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0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0" name="Текст 69">
            <a:extLst>
              <a:ext uri="{FF2B5EF4-FFF2-40B4-BE49-F238E27FC236}">
                <a16:creationId xmlns:a16="http://schemas.microsoft.com/office/drawing/2014/main" id="{179694DC-C04E-49FC-AF8B-CD18D1F3298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71486" y="3775879"/>
            <a:ext cx="4082948" cy="813175"/>
          </a:xfrm>
          <a:prstGeom prst="rect">
            <a:avLst/>
          </a:prstGeom>
        </p:spPr>
        <p:txBody>
          <a:bodyPr lIns="0" tIns="0" rIns="0" bIns="0" anchor="t" anchorCtr="0"/>
          <a:lstStyle>
            <a:lvl1pPr marL="179388" indent="-179388">
              <a:lnSpc>
                <a:spcPts val="1400"/>
              </a:lnSpc>
              <a:buClr>
                <a:srgbClr val="1E4BD2"/>
              </a:buClr>
              <a:buSzPct val="120000"/>
              <a:buFont typeface="VTB Group Light" panose="020B0403040504020204" pitchFamily="34" charset="-52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  <a:endParaRPr lang="en-US" dirty="0"/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3" name="Текст 69">
            <a:extLst>
              <a:ext uri="{FF2B5EF4-FFF2-40B4-BE49-F238E27FC236}">
                <a16:creationId xmlns:a16="http://schemas.microsoft.com/office/drawing/2014/main" id="{E7CBE3E2-D8ED-466F-A287-FF222B4FA1B8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1092889" y="3176548"/>
            <a:ext cx="857825" cy="17253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800"/>
              </a:lnSpc>
              <a:buNone/>
              <a:defRPr sz="8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4" name="Текст 69">
            <a:extLst>
              <a:ext uri="{FF2B5EF4-FFF2-40B4-BE49-F238E27FC236}">
                <a16:creationId xmlns:a16="http://schemas.microsoft.com/office/drawing/2014/main" id="{C66D2BC6-F0BE-4973-9B8B-BE44AF8430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0092869" y="3689506"/>
            <a:ext cx="1718141" cy="416464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ts val="14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6" name="Текст 69">
            <a:extLst>
              <a:ext uri="{FF2B5EF4-FFF2-40B4-BE49-F238E27FC236}">
                <a16:creationId xmlns:a16="http://schemas.microsoft.com/office/drawing/2014/main" id="{AFBDD3A6-A990-46EA-808D-4C8A13188D3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9468532" y="5572533"/>
            <a:ext cx="1848933" cy="416464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ts val="14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8" name="Текст 69">
            <a:extLst>
              <a:ext uri="{FF2B5EF4-FFF2-40B4-BE49-F238E27FC236}">
                <a16:creationId xmlns:a16="http://schemas.microsoft.com/office/drawing/2014/main" id="{7FA7E962-2AB6-4262-9D4F-25F03E0D94D2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05430" y="5572533"/>
            <a:ext cx="1848933" cy="416464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r">
              <a:lnSpc>
                <a:spcPts val="14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0" name="Текст 69">
            <a:extLst>
              <a:ext uri="{FF2B5EF4-FFF2-40B4-BE49-F238E27FC236}">
                <a16:creationId xmlns:a16="http://schemas.microsoft.com/office/drawing/2014/main" id="{C9D833C4-142D-4314-8AD0-FAA5551A8E7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0197" y="3689506"/>
            <a:ext cx="1309617" cy="416464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r">
              <a:lnSpc>
                <a:spcPts val="14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2" name="Текст 69">
            <a:extLst>
              <a:ext uri="{FF2B5EF4-FFF2-40B4-BE49-F238E27FC236}">
                <a16:creationId xmlns:a16="http://schemas.microsoft.com/office/drawing/2014/main" id="{48DE2511-ABD0-4A6F-8DB3-BF501E362DC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915754" y="1968500"/>
            <a:ext cx="1950445" cy="376293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ts val="14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6" name="Текст 69">
            <a:extLst>
              <a:ext uri="{FF2B5EF4-FFF2-40B4-BE49-F238E27FC236}">
                <a16:creationId xmlns:a16="http://schemas.microsoft.com/office/drawing/2014/main" id="{7CFBC5BE-C028-49EC-8EEB-13D7FB52B58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082644" y="3651820"/>
            <a:ext cx="524905" cy="17253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6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00%</a:t>
            </a:r>
          </a:p>
        </p:txBody>
      </p:sp>
      <p:sp>
        <p:nvSpPr>
          <p:cNvPr id="128" name="Текст 69">
            <a:extLst>
              <a:ext uri="{FF2B5EF4-FFF2-40B4-BE49-F238E27FC236}">
                <a16:creationId xmlns:a16="http://schemas.microsoft.com/office/drawing/2014/main" id="{12D1E27D-ED6B-4BFA-AF88-FE671D962EC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863569" y="4426939"/>
            <a:ext cx="524905" cy="17253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6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00%</a:t>
            </a:r>
          </a:p>
        </p:txBody>
      </p:sp>
      <p:sp>
        <p:nvSpPr>
          <p:cNvPr id="129" name="Текст 69">
            <a:extLst>
              <a:ext uri="{FF2B5EF4-FFF2-40B4-BE49-F238E27FC236}">
                <a16:creationId xmlns:a16="http://schemas.microsoft.com/office/drawing/2014/main" id="{E2F78813-2958-4589-BDDB-58D51E8D252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239681" y="3069627"/>
            <a:ext cx="524905" cy="17253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6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00%</a:t>
            </a:r>
          </a:p>
        </p:txBody>
      </p:sp>
      <p:sp>
        <p:nvSpPr>
          <p:cNvPr id="130" name="Текст 69">
            <a:extLst>
              <a:ext uri="{FF2B5EF4-FFF2-40B4-BE49-F238E27FC236}">
                <a16:creationId xmlns:a16="http://schemas.microsoft.com/office/drawing/2014/main" id="{9ACF6651-5639-4544-9734-6C4C1163F049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615794" y="4841716"/>
            <a:ext cx="524905" cy="17253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6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00%</a:t>
            </a:r>
          </a:p>
        </p:txBody>
      </p:sp>
    </p:spTree>
    <p:extLst>
      <p:ext uri="{BB962C8B-B14F-4D97-AF65-F5344CB8AC3E}">
        <p14:creationId xmlns:p14="http://schemas.microsoft.com/office/powerpoint/2010/main" val="92308180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иаграмма Ганн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77501"/>
            <a:ext cx="9154800" cy="495624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>
                <a:effectLst/>
              </a:rPr>
              <a:t>Диаграмма </a:t>
            </a:r>
            <a:r>
              <a:rPr lang="ru-RU" dirty="0" err="1">
                <a:effectLst/>
              </a:rPr>
              <a:t>ганна</a:t>
            </a:r>
            <a:endParaRPr lang="ru-RU" dirty="0"/>
          </a:p>
        </p:txBody>
      </p:sp>
      <p:sp>
        <p:nvSpPr>
          <p:cNvPr id="16" name="Номер слайда 4">
            <a:extLst>
              <a:ext uri="{FF2B5EF4-FFF2-40B4-BE49-F238E27FC236}">
                <a16:creationId xmlns:a16="http://schemas.microsoft.com/office/drawing/2014/main" id="{15898042-DD2A-4A1C-8E4F-A38FFDF3D34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4FA5F9-3777-43AA-8E5A-9BAC1BCBECEA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5FB2A88-F839-4508-B107-B1B544FE62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03715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тр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матрица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1829FBE-BA79-4C38-8507-4F3D32298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83" name="Текст 2">
            <a:extLst>
              <a:ext uri="{FF2B5EF4-FFF2-40B4-BE49-F238E27FC236}">
                <a16:creationId xmlns:a16="http://schemas.microsoft.com/office/drawing/2014/main" id="{B889F4C0-0613-4921-A3EE-6BAE39976B6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249714" y="1410681"/>
            <a:ext cx="7890982" cy="44673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92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</a:t>
            </a:r>
          </a:p>
        </p:txBody>
      </p:sp>
      <p:sp>
        <p:nvSpPr>
          <p:cNvPr id="84" name="Текст 2">
            <a:extLst>
              <a:ext uri="{FF2B5EF4-FFF2-40B4-BE49-F238E27FC236}">
                <a16:creationId xmlns:a16="http://schemas.microsoft.com/office/drawing/2014/main" id="{2B1640A0-36E4-4A57-8BA5-C3F775C9B4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80991" y="2225114"/>
            <a:ext cx="1393056" cy="44673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 </a:t>
            </a:r>
          </a:p>
        </p:txBody>
      </p:sp>
      <p:sp>
        <p:nvSpPr>
          <p:cNvPr id="110" name="Текст 8">
            <a:extLst>
              <a:ext uri="{FF2B5EF4-FFF2-40B4-BE49-F238E27FC236}">
                <a16:creationId xmlns:a16="http://schemas.microsoft.com/office/drawing/2014/main" id="{0B11F69F-3029-4579-942A-AAF5B28D8CA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1071" y="6132678"/>
            <a:ext cx="792843" cy="20757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>
              <a:lnSpc>
                <a:spcPct val="100000"/>
              </a:lnSpc>
              <a:buNone/>
              <a:defRPr sz="10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75" name="Текст 8">
            <a:extLst>
              <a:ext uri="{FF2B5EF4-FFF2-40B4-BE49-F238E27FC236}">
                <a16:creationId xmlns:a16="http://schemas.microsoft.com/office/drawing/2014/main" id="{B32A765B-9177-441C-86A8-1D227DA9050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981204" y="2000200"/>
            <a:ext cx="792843" cy="20757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>
              <a:lnSpc>
                <a:spcPct val="100000"/>
              </a:lnSpc>
              <a:buNone/>
              <a:defRPr sz="10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76" name="Текст 8">
            <a:extLst>
              <a:ext uri="{FF2B5EF4-FFF2-40B4-BE49-F238E27FC236}">
                <a16:creationId xmlns:a16="http://schemas.microsoft.com/office/drawing/2014/main" id="{618A559C-539F-4E32-B044-3D623A02F09D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0512282" y="6154862"/>
            <a:ext cx="792843" cy="20757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buNone/>
              <a:defRPr sz="10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79" name="Текст 2">
            <a:extLst>
              <a:ext uri="{FF2B5EF4-FFF2-40B4-BE49-F238E27FC236}">
                <a16:creationId xmlns:a16="http://schemas.microsoft.com/office/drawing/2014/main" id="{65E75AC2-7279-4458-8381-F86A3330B88B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512282" y="5609592"/>
            <a:ext cx="1393056" cy="44673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 </a:t>
            </a:r>
          </a:p>
        </p:txBody>
      </p:sp>
      <p:sp>
        <p:nvSpPr>
          <p:cNvPr id="80" name="Текст 2">
            <a:extLst>
              <a:ext uri="{FF2B5EF4-FFF2-40B4-BE49-F238E27FC236}">
                <a16:creationId xmlns:a16="http://schemas.microsoft.com/office/drawing/2014/main" id="{A387A644-5BE5-43A8-8EB2-0815282DCCAC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999959" y="3309671"/>
            <a:ext cx="3841895" cy="67359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920"/>
              </a:lnSpc>
              <a:buNone/>
              <a:defRPr sz="20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Название блока </a:t>
            </a:r>
          </a:p>
        </p:txBody>
      </p:sp>
      <p:sp>
        <p:nvSpPr>
          <p:cNvPr id="81" name="Текст 2">
            <a:extLst>
              <a:ext uri="{FF2B5EF4-FFF2-40B4-BE49-F238E27FC236}">
                <a16:creationId xmlns:a16="http://schemas.microsoft.com/office/drawing/2014/main" id="{470FFE1B-C8D7-4F68-9A9E-5A54E1585D2C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6350146" y="3307287"/>
            <a:ext cx="3841895" cy="67359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920"/>
              </a:lnSpc>
              <a:buNone/>
              <a:defRPr sz="20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Название блока </a:t>
            </a:r>
          </a:p>
        </p:txBody>
      </p:sp>
      <p:sp>
        <p:nvSpPr>
          <p:cNvPr id="87" name="Текст 2">
            <a:extLst>
              <a:ext uri="{FF2B5EF4-FFF2-40B4-BE49-F238E27FC236}">
                <a16:creationId xmlns:a16="http://schemas.microsoft.com/office/drawing/2014/main" id="{F79DA348-BC4B-40FD-8A95-FBC7F4D582CF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999807" y="5457985"/>
            <a:ext cx="3841895" cy="67359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920"/>
              </a:lnSpc>
              <a:buNone/>
              <a:defRPr sz="20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Название блока </a:t>
            </a:r>
          </a:p>
        </p:txBody>
      </p:sp>
      <p:sp>
        <p:nvSpPr>
          <p:cNvPr id="88" name="Текст 2">
            <a:extLst>
              <a:ext uri="{FF2B5EF4-FFF2-40B4-BE49-F238E27FC236}">
                <a16:creationId xmlns:a16="http://schemas.microsoft.com/office/drawing/2014/main" id="{05B00497-2400-4B85-BBD4-F7AA681B10CD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349994" y="5480840"/>
            <a:ext cx="3841895" cy="67359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920"/>
              </a:lnSpc>
              <a:buNone/>
              <a:defRPr sz="20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Название блока </a:t>
            </a:r>
          </a:p>
        </p:txBody>
      </p:sp>
    </p:spTree>
    <p:extLst>
      <p:ext uri="{BB962C8B-B14F-4D97-AF65-F5344CB8AC3E}">
        <p14:creationId xmlns:p14="http://schemas.microsoft.com/office/powerpoint/2010/main" val="192265450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ймлай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938B0499-33B9-45B9-BE09-E11E8A729958}"/>
              </a:ext>
            </a:extLst>
          </p:cNvPr>
          <p:cNvSpPr/>
          <p:nvPr userDrawn="1"/>
        </p:nvSpPr>
        <p:spPr>
          <a:xfrm>
            <a:off x="-1505" y="3913715"/>
            <a:ext cx="12193200" cy="21600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0"/>
                </a:schemeClr>
              </a:gs>
              <a:gs pos="50000">
                <a:schemeClr val="accent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 err="1"/>
              <a:t>Таймлайн</a:t>
            </a:r>
            <a:endParaRPr lang="ru-RU" dirty="0"/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1829FBE-BA79-4C38-8507-4F3D32298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554" name="Текст 9">
            <a:extLst>
              <a:ext uri="{FF2B5EF4-FFF2-40B4-BE49-F238E27FC236}">
                <a16:creationId xmlns:a16="http://schemas.microsoft.com/office/drawing/2014/main" id="{DEA490BF-A048-43B9-8298-7B7509BE22F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50919" y="1895525"/>
            <a:ext cx="70885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2020</a:t>
            </a:r>
            <a:endParaRPr lang="ru-RU" dirty="0"/>
          </a:p>
        </p:txBody>
      </p:sp>
      <p:sp>
        <p:nvSpPr>
          <p:cNvPr id="1113" name="Текст 9">
            <a:extLst>
              <a:ext uri="{FF2B5EF4-FFF2-40B4-BE49-F238E27FC236}">
                <a16:creationId xmlns:a16="http://schemas.microsoft.com/office/drawing/2014/main" id="{B9582C21-D990-4715-9AA2-C0B08F60FC1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242140" y="2624237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0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14" name="Текст 9">
            <a:extLst>
              <a:ext uri="{FF2B5EF4-FFF2-40B4-BE49-F238E27FC236}">
                <a16:creationId xmlns:a16="http://schemas.microsoft.com/office/drawing/2014/main" id="{DCC3052A-058C-4292-B88B-D9280453B61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527237" y="5496047"/>
            <a:ext cx="70885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2020</a:t>
            </a:r>
            <a:endParaRPr lang="ru-RU" dirty="0"/>
          </a:p>
        </p:txBody>
      </p:sp>
      <p:sp>
        <p:nvSpPr>
          <p:cNvPr id="1118" name="Текст 9">
            <a:extLst>
              <a:ext uri="{FF2B5EF4-FFF2-40B4-BE49-F238E27FC236}">
                <a16:creationId xmlns:a16="http://schemas.microsoft.com/office/drawing/2014/main" id="{8E276605-B9ED-4C68-A6A8-A25B7692D40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790855" y="1211168"/>
            <a:ext cx="70885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2020</a:t>
            </a:r>
            <a:endParaRPr lang="ru-RU" dirty="0"/>
          </a:p>
        </p:txBody>
      </p:sp>
      <p:sp>
        <p:nvSpPr>
          <p:cNvPr id="1122" name="Текст 9">
            <a:extLst>
              <a:ext uri="{FF2B5EF4-FFF2-40B4-BE49-F238E27FC236}">
                <a16:creationId xmlns:a16="http://schemas.microsoft.com/office/drawing/2014/main" id="{D188547B-4206-4197-BC2D-80BE747C57A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048124" y="4808662"/>
            <a:ext cx="70885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2020</a:t>
            </a:r>
            <a:endParaRPr lang="ru-RU" dirty="0"/>
          </a:p>
        </p:txBody>
      </p:sp>
      <p:sp>
        <p:nvSpPr>
          <p:cNvPr id="1126" name="Текст 9">
            <a:extLst>
              <a:ext uri="{FF2B5EF4-FFF2-40B4-BE49-F238E27FC236}">
                <a16:creationId xmlns:a16="http://schemas.microsoft.com/office/drawing/2014/main" id="{2BF3ECB9-3224-45D1-ACAC-304FDB345C9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15222" y="1730265"/>
            <a:ext cx="70885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2020</a:t>
            </a:r>
            <a:endParaRPr lang="ru-RU" dirty="0"/>
          </a:p>
        </p:txBody>
      </p:sp>
      <p:sp>
        <p:nvSpPr>
          <p:cNvPr id="1130" name="Текст 9">
            <a:extLst>
              <a:ext uri="{FF2B5EF4-FFF2-40B4-BE49-F238E27FC236}">
                <a16:creationId xmlns:a16="http://schemas.microsoft.com/office/drawing/2014/main" id="{746598E2-0F17-4CF9-BB99-B96F7A70619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880153" y="5496047"/>
            <a:ext cx="70885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2020</a:t>
            </a:r>
            <a:endParaRPr lang="ru-RU" dirty="0"/>
          </a:p>
        </p:txBody>
      </p:sp>
      <p:sp>
        <p:nvSpPr>
          <p:cNvPr id="1134" name="Текст 9">
            <a:extLst>
              <a:ext uri="{FF2B5EF4-FFF2-40B4-BE49-F238E27FC236}">
                <a16:creationId xmlns:a16="http://schemas.microsoft.com/office/drawing/2014/main" id="{7EF3551B-00BA-498B-BCD2-A4345265B8A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219970" y="1211168"/>
            <a:ext cx="70885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2020</a:t>
            </a:r>
            <a:endParaRPr lang="ru-RU" dirty="0"/>
          </a:p>
        </p:txBody>
      </p:sp>
      <p:sp>
        <p:nvSpPr>
          <p:cNvPr id="34" name="Текст 9">
            <a:extLst>
              <a:ext uri="{FF2B5EF4-FFF2-40B4-BE49-F238E27FC236}">
                <a16:creationId xmlns:a16="http://schemas.microsoft.com/office/drawing/2014/main" id="{52999795-826E-4F24-8FD3-BD1E074100D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242139" y="2361840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5" name="Текст 9">
            <a:extLst>
              <a:ext uri="{FF2B5EF4-FFF2-40B4-BE49-F238E27FC236}">
                <a16:creationId xmlns:a16="http://schemas.microsoft.com/office/drawing/2014/main" id="{E0721123-2E0D-4C0B-B2C0-6A5BCBA362BF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3790856" y="1943051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0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6" name="Текст 9">
            <a:extLst>
              <a:ext uri="{FF2B5EF4-FFF2-40B4-BE49-F238E27FC236}">
                <a16:creationId xmlns:a16="http://schemas.microsoft.com/office/drawing/2014/main" id="{19AF734D-BC7E-4B5D-B453-DF8514C8B59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3790855" y="1680654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7" name="Текст 9">
            <a:extLst>
              <a:ext uri="{FF2B5EF4-FFF2-40B4-BE49-F238E27FC236}">
                <a16:creationId xmlns:a16="http://schemas.microsoft.com/office/drawing/2014/main" id="{B468A81F-F97E-4795-86CD-8D66EA73DDAC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315223" y="2466329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0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8" name="Текст 9">
            <a:extLst>
              <a:ext uri="{FF2B5EF4-FFF2-40B4-BE49-F238E27FC236}">
                <a16:creationId xmlns:a16="http://schemas.microsoft.com/office/drawing/2014/main" id="{760D3191-7C58-40A4-8302-F60796C070C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6315222" y="2203932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9" name="Текст 9">
            <a:extLst>
              <a:ext uri="{FF2B5EF4-FFF2-40B4-BE49-F238E27FC236}">
                <a16:creationId xmlns:a16="http://schemas.microsoft.com/office/drawing/2014/main" id="{F08B95F6-63E4-4F0D-9099-4ECFDB269F5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9219971" y="1926186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0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0" name="Текст 9">
            <a:extLst>
              <a:ext uri="{FF2B5EF4-FFF2-40B4-BE49-F238E27FC236}">
                <a16:creationId xmlns:a16="http://schemas.microsoft.com/office/drawing/2014/main" id="{345B571A-40AF-4C4C-B44C-6A3AE1C8D0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9219970" y="1663789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1" name="Текст 9">
            <a:extLst>
              <a:ext uri="{FF2B5EF4-FFF2-40B4-BE49-F238E27FC236}">
                <a16:creationId xmlns:a16="http://schemas.microsoft.com/office/drawing/2014/main" id="{9B7C3458-6D16-437B-8FA1-99DE43CC0F43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7880154" y="6225996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0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2" name="Текст 9">
            <a:extLst>
              <a:ext uri="{FF2B5EF4-FFF2-40B4-BE49-F238E27FC236}">
                <a16:creationId xmlns:a16="http://schemas.microsoft.com/office/drawing/2014/main" id="{2EC9A564-A1DC-46BC-AE8A-4BF0F8FBDEE0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7880153" y="5963599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3" name="Текст 9">
            <a:extLst>
              <a:ext uri="{FF2B5EF4-FFF2-40B4-BE49-F238E27FC236}">
                <a16:creationId xmlns:a16="http://schemas.microsoft.com/office/drawing/2014/main" id="{77604964-C9E5-4236-BBDD-99E3301B5CEE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5048125" y="5523676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0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4" name="Текст 9">
            <a:extLst>
              <a:ext uri="{FF2B5EF4-FFF2-40B4-BE49-F238E27FC236}">
                <a16:creationId xmlns:a16="http://schemas.microsoft.com/office/drawing/2014/main" id="{3196D22A-C934-43C1-8C26-ECDB1008A475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048124" y="5261279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5" name="Текст 9">
            <a:extLst>
              <a:ext uri="{FF2B5EF4-FFF2-40B4-BE49-F238E27FC236}">
                <a16:creationId xmlns:a16="http://schemas.microsoft.com/office/drawing/2014/main" id="{28F6CB83-5E57-40A5-A1B6-A5D58F0DD95D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2532183" y="6221627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0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6" name="Текст 9">
            <a:extLst>
              <a:ext uri="{FF2B5EF4-FFF2-40B4-BE49-F238E27FC236}">
                <a16:creationId xmlns:a16="http://schemas.microsoft.com/office/drawing/2014/main" id="{E27530BF-94E8-42B9-BDD8-0E29D561BC77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2532182" y="5959230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42896951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а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 userDrawn="1"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2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Контакты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 userDrawn="1"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1829FBE-BA79-4C38-8507-4F3D32298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pic>
        <p:nvPicPr>
          <p:cNvPr id="26" name="Line [Figma 9887:67838]" descr="Line. градиент в обводке">
            <a:extLst>
              <a:ext uri="{FF2B5EF4-FFF2-40B4-BE49-F238E27FC236}">
                <a16:creationId xmlns:a16="http://schemas.microsoft.com/office/drawing/2014/main" id="{2B6EBC08-B468-469E-924D-42171CE086C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0212" y="1339816"/>
            <a:ext cx="6606" cy="2520000"/>
          </a:xfrm>
          <a:prstGeom prst="rect">
            <a:avLst/>
          </a:prstGeom>
        </p:spPr>
      </p:pic>
      <p:pic>
        <p:nvPicPr>
          <p:cNvPr id="27" name="Vector [Figma 9887:67839]" descr="Vector. градиент в обводке">
            <a:extLst>
              <a:ext uri="{FF2B5EF4-FFF2-40B4-BE49-F238E27FC236}">
                <a16:creationId xmlns:a16="http://schemas.microsoft.com/office/drawing/2014/main" id="{E56B74DE-0252-4864-8AD6-5E049F184DD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3387" y="2362141"/>
            <a:ext cx="8089698" cy="6350"/>
          </a:xfrm>
          <a:prstGeom prst="rect">
            <a:avLst/>
          </a:prstGeom>
        </p:spPr>
      </p:pic>
      <p:pic>
        <p:nvPicPr>
          <p:cNvPr id="28" name="Vector [Figma 9887:67840]" descr="Vector. градиент в обводке">
            <a:extLst>
              <a:ext uri="{FF2B5EF4-FFF2-40B4-BE49-F238E27FC236}">
                <a16:creationId xmlns:a16="http://schemas.microsoft.com/office/drawing/2014/main" id="{09DD1619-D895-47E6-AE03-3613D1EA1EB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5247" y="3210192"/>
            <a:ext cx="8089698" cy="6350"/>
          </a:xfrm>
          <a:prstGeom prst="rect">
            <a:avLst/>
          </a:prstGeom>
        </p:spPr>
      </p:pic>
      <p:sp>
        <p:nvSpPr>
          <p:cNvPr id="10" name="Текст 9">
            <a:extLst>
              <a:ext uri="{FF2B5EF4-FFF2-40B4-BE49-F238E27FC236}">
                <a16:creationId xmlns:a16="http://schemas.microsoft.com/office/drawing/2014/main" id="{F729E2AA-E15D-4755-9855-3A226B5260A3}"/>
              </a:ext>
            </a:extLst>
          </p:cNvPr>
          <p:cNvSpPr>
            <a:spLocks noGrp="1"/>
          </p:cNvSpPr>
          <p:nvPr userDrawn="1">
            <p:ph type="body" sz="quarter" idx="28"/>
          </p:nvPr>
        </p:nvSpPr>
        <p:spPr>
          <a:xfrm>
            <a:off x="666020" y="1981956"/>
            <a:ext cx="3255962" cy="2825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buNone/>
              <a:defRPr sz="2000">
                <a:solidFill>
                  <a:srgbClr val="DCE0EB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54" name="Текст 9">
            <a:extLst>
              <a:ext uri="{FF2B5EF4-FFF2-40B4-BE49-F238E27FC236}">
                <a16:creationId xmlns:a16="http://schemas.microsoft.com/office/drawing/2014/main" id="{DEA490BF-A048-43B9-8298-7B7509BE22F4}"/>
              </a:ext>
            </a:extLst>
          </p:cNvPr>
          <p:cNvSpPr>
            <a:spLocks noGrp="1"/>
          </p:cNvSpPr>
          <p:nvPr userDrawn="1">
            <p:ph type="body" sz="quarter" idx="29" hasCustomPrompt="1"/>
          </p:nvPr>
        </p:nvSpPr>
        <p:spPr>
          <a:xfrm>
            <a:off x="666020" y="1605189"/>
            <a:ext cx="447454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3200"/>
              </a:lnSpc>
              <a:buNone/>
              <a:defRPr sz="26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555" name="Текст 9">
            <a:extLst>
              <a:ext uri="{FF2B5EF4-FFF2-40B4-BE49-F238E27FC236}">
                <a16:creationId xmlns:a16="http://schemas.microsoft.com/office/drawing/2014/main" id="{9041DA87-DE44-4A52-B76A-221BB9E9D576}"/>
              </a:ext>
            </a:extLst>
          </p:cNvPr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1054074" y="3283420"/>
            <a:ext cx="1701348" cy="28258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8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8(900) 000-00-00</a:t>
            </a:r>
          </a:p>
        </p:txBody>
      </p:sp>
      <p:sp>
        <p:nvSpPr>
          <p:cNvPr id="556" name="Текст 9">
            <a:extLst>
              <a:ext uri="{FF2B5EF4-FFF2-40B4-BE49-F238E27FC236}">
                <a16:creationId xmlns:a16="http://schemas.microsoft.com/office/drawing/2014/main" id="{F594D22D-38EA-441B-8BA9-3BF11DA203A5}"/>
              </a:ext>
            </a:extLst>
          </p:cNvPr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4368691" y="3283420"/>
            <a:ext cx="1740168" cy="28258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8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name@vtb.ru</a:t>
            </a:r>
            <a:endParaRPr lang="ru-RU" dirty="0"/>
          </a:p>
        </p:txBody>
      </p:sp>
      <p:sp>
        <p:nvSpPr>
          <p:cNvPr id="557" name="Текст 9">
            <a:extLst>
              <a:ext uri="{FF2B5EF4-FFF2-40B4-BE49-F238E27FC236}">
                <a16:creationId xmlns:a16="http://schemas.microsoft.com/office/drawing/2014/main" id="{2DC6E15E-917B-44FC-BB80-CAD6EEC40338}"/>
              </a:ext>
            </a:extLst>
          </p:cNvPr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9816543" y="3314079"/>
            <a:ext cx="1740168" cy="28258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8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Описание </a:t>
            </a:r>
            <a:r>
              <a:rPr lang="en-US" dirty="0"/>
              <a:t>QR</a:t>
            </a:r>
            <a:endParaRPr lang="ru-RU" dirty="0"/>
          </a:p>
        </p:txBody>
      </p:sp>
      <p:sp>
        <p:nvSpPr>
          <p:cNvPr id="558" name="Текст 9">
            <a:extLst>
              <a:ext uri="{FF2B5EF4-FFF2-40B4-BE49-F238E27FC236}">
                <a16:creationId xmlns:a16="http://schemas.microsoft.com/office/drawing/2014/main" id="{6FECFB43-AF64-4CBB-801F-E9DC4EE554D5}"/>
              </a:ext>
            </a:extLst>
          </p:cNvPr>
          <p:cNvSpPr>
            <a:spLocks noGrp="1"/>
          </p:cNvSpPr>
          <p:nvPr userDrawn="1">
            <p:ph type="body" sz="quarter" idx="33"/>
          </p:nvPr>
        </p:nvSpPr>
        <p:spPr>
          <a:xfrm>
            <a:off x="666020" y="4518206"/>
            <a:ext cx="3255962" cy="2825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buNone/>
              <a:defRPr sz="20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59" name="Текст 9">
            <a:extLst>
              <a:ext uri="{FF2B5EF4-FFF2-40B4-BE49-F238E27FC236}">
                <a16:creationId xmlns:a16="http://schemas.microsoft.com/office/drawing/2014/main" id="{6CA01C6D-BAEC-4FCF-BBBD-2F29E121C2BB}"/>
              </a:ext>
            </a:extLst>
          </p:cNvPr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666020" y="4141439"/>
            <a:ext cx="447454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3200"/>
              </a:lnSpc>
              <a:buNone/>
              <a:defRPr sz="26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560" name="Текст 9">
            <a:extLst>
              <a:ext uri="{FF2B5EF4-FFF2-40B4-BE49-F238E27FC236}">
                <a16:creationId xmlns:a16="http://schemas.microsoft.com/office/drawing/2014/main" id="{8A9B6AB2-48C3-4B41-AB64-CA690B528CF2}"/>
              </a:ext>
            </a:extLst>
          </p:cNvPr>
          <p:cNvSpPr>
            <a:spLocks noGrp="1"/>
          </p:cNvSpPr>
          <p:nvPr userDrawn="1">
            <p:ph type="body" sz="quarter" idx="35" hasCustomPrompt="1"/>
          </p:nvPr>
        </p:nvSpPr>
        <p:spPr>
          <a:xfrm>
            <a:off x="1054074" y="5819670"/>
            <a:ext cx="1701348" cy="28258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800"/>
              </a:lnSpc>
              <a:buNone/>
              <a:defRPr sz="14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8(900) 000-00-00</a:t>
            </a:r>
          </a:p>
        </p:txBody>
      </p:sp>
      <p:sp>
        <p:nvSpPr>
          <p:cNvPr id="561" name="Текст 9">
            <a:extLst>
              <a:ext uri="{FF2B5EF4-FFF2-40B4-BE49-F238E27FC236}">
                <a16:creationId xmlns:a16="http://schemas.microsoft.com/office/drawing/2014/main" id="{6F10D35F-3F1E-44A9-95DD-59CF8D0971EE}"/>
              </a:ext>
            </a:extLst>
          </p:cNvPr>
          <p:cNvSpPr>
            <a:spLocks noGrp="1"/>
          </p:cNvSpPr>
          <p:nvPr userDrawn="1">
            <p:ph type="body" sz="quarter" idx="36" hasCustomPrompt="1"/>
          </p:nvPr>
        </p:nvSpPr>
        <p:spPr>
          <a:xfrm>
            <a:off x="4368691" y="5819670"/>
            <a:ext cx="1740168" cy="28258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800"/>
              </a:lnSpc>
              <a:buNone/>
              <a:defRPr sz="14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name@vtb.ru</a:t>
            </a:r>
            <a:endParaRPr lang="ru-RU" dirty="0"/>
          </a:p>
        </p:txBody>
      </p:sp>
      <p:sp>
        <p:nvSpPr>
          <p:cNvPr id="562" name="Текст 9">
            <a:extLst>
              <a:ext uri="{FF2B5EF4-FFF2-40B4-BE49-F238E27FC236}">
                <a16:creationId xmlns:a16="http://schemas.microsoft.com/office/drawing/2014/main" id="{39A3763A-8E3F-4593-A4E0-54B25CE50C0B}"/>
              </a:ext>
            </a:extLst>
          </p:cNvPr>
          <p:cNvSpPr>
            <a:spLocks noGrp="1"/>
          </p:cNvSpPr>
          <p:nvPr userDrawn="1">
            <p:ph type="body" sz="quarter" idx="37" hasCustomPrompt="1"/>
          </p:nvPr>
        </p:nvSpPr>
        <p:spPr>
          <a:xfrm>
            <a:off x="9816543" y="5850329"/>
            <a:ext cx="1740168" cy="28258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800"/>
              </a:lnSpc>
              <a:buNone/>
              <a:defRPr sz="14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Описание </a:t>
            </a:r>
            <a:r>
              <a:rPr lang="en-US" dirty="0"/>
              <a:t>QR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432444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устой слайд (Чёрный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Номер слайда 4">
            <a:extLst>
              <a:ext uri="{FF2B5EF4-FFF2-40B4-BE49-F238E27FC236}">
                <a16:creationId xmlns:a16="http://schemas.microsoft.com/office/drawing/2014/main" id="{15898042-DD2A-4A1C-8E4F-A38FFDF3D34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728450" y="6270625"/>
            <a:ext cx="463550" cy="587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800" kern="1200">
                <a:solidFill>
                  <a:srgbClr val="ACB6C3"/>
                </a:solidFill>
                <a:latin typeface="VTB Group Book" panose="020B0503040504020204" pitchFamily="34" charset="-52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9pPr>
          </a:lstStyle>
          <a:p>
            <a:pPr>
              <a:defRPr/>
            </a:pPr>
            <a:fld id="{FCD04C69-8FC8-4C03-8ACF-0472C4A98B9D}" type="slidenum">
              <a:rPr lang="ru-RU" smtClean="0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5FB2A88-F839-4508-B107-B1B544FE62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73CB44E0-99CC-45B9-8F40-352025978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0" y="457201"/>
            <a:ext cx="9154800" cy="91440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>
              <a:lnSpc>
                <a:spcPts val="4200"/>
              </a:lnSpc>
              <a:defRPr sz="4000" b="0" i="0" cap="all" baseline="0">
                <a:solidFill>
                  <a:schemeClr val="tx1"/>
                </a:solidFill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Пустой слайд</a:t>
            </a:r>
          </a:p>
        </p:txBody>
      </p:sp>
    </p:spTree>
    <p:extLst>
      <p:ext uri="{BB962C8B-B14F-4D97-AF65-F5344CB8AC3E}">
        <p14:creationId xmlns:p14="http://schemas.microsoft.com/office/powerpoint/2010/main" val="125863961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устой слайд (Белый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457201"/>
            <a:ext cx="9154800" cy="91440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>
              <a:lnSpc>
                <a:spcPts val="4200"/>
              </a:lnSpc>
              <a:defRPr sz="4000" b="0" i="0" cap="all" baseline="0">
                <a:solidFill>
                  <a:schemeClr val="bg1"/>
                </a:solidFill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Пустой слайд</a:t>
            </a:r>
          </a:p>
        </p:txBody>
      </p:sp>
      <p:sp>
        <p:nvSpPr>
          <p:cNvPr id="16" name="Номер слайда 4">
            <a:extLst>
              <a:ext uri="{FF2B5EF4-FFF2-40B4-BE49-F238E27FC236}">
                <a16:creationId xmlns:a16="http://schemas.microsoft.com/office/drawing/2014/main" id="{15898042-DD2A-4A1C-8E4F-A38FFDF3D34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728450" y="6270625"/>
            <a:ext cx="463550" cy="587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800" kern="1200">
                <a:solidFill>
                  <a:srgbClr val="ACB6C3"/>
                </a:solidFill>
                <a:latin typeface="VTB Group Book" panose="020B0503040504020204" pitchFamily="34" charset="-52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9pPr>
          </a:lstStyle>
          <a:p>
            <a:pPr>
              <a:defRPr/>
            </a:pPr>
            <a:fld id="{FCD04C69-8FC8-4C03-8ACF-0472C4A98B9D}" type="slidenum">
              <a:rPr lang="ru-RU" smtClean="0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B80958F-F964-4FB2-98AB-C385146611C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39330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2">
            <a:extLst>
              <a:ext uri="{FF2B5EF4-FFF2-40B4-BE49-F238E27FC236}">
                <a16:creationId xmlns:a16="http://schemas.microsoft.com/office/drawing/2014/main" id="{4E57FACD-605B-4062-9CB7-366C5EA6CE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Rectangle [Figma 9043:6349]" descr="Rectangle. отражение или наклон">
            <a:extLst>
              <a:ext uri="{FF2B5EF4-FFF2-40B4-BE49-F238E27FC236}">
                <a16:creationId xmlns:a16="http://schemas.microsoft.com/office/drawing/2014/main" id="{0FBBAB90-54DA-4763-9AAF-94217145FF3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588" y="1443038"/>
            <a:ext cx="6751637" cy="293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Line [Figma 9043:6346]" descr="Line. градиент в обводке">
            <a:extLst>
              <a:ext uri="{FF2B5EF4-FFF2-40B4-BE49-F238E27FC236}">
                <a16:creationId xmlns:a16="http://schemas.microsoft.com/office/drawing/2014/main" id="{D9A3C922-138F-4068-8686-44049B598C7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0"/>
            <a:ext cx="127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Line [Figma 9043:6352]" descr="Line. градиент в обводке">
            <a:extLst>
              <a:ext uri="{FF2B5EF4-FFF2-40B4-BE49-F238E27FC236}">
                <a16:creationId xmlns:a16="http://schemas.microsoft.com/office/drawing/2014/main" id="{2F42EBB4-5A52-45AA-9A2F-7E98BDDDEEB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78325"/>
            <a:ext cx="12192000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Line [Figma 9043:6353]" descr="Line. градиент в обводке">
            <a:extLst>
              <a:ext uri="{FF2B5EF4-FFF2-40B4-BE49-F238E27FC236}">
                <a16:creationId xmlns:a16="http://schemas.microsoft.com/office/drawing/2014/main" id="{9DB53208-2B32-44D6-949D-8A09B2C402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2406650"/>
            <a:ext cx="12188825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Line [Figma 9043:6357]" descr="Line. векторный контур">
            <a:extLst>
              <a:ext uri="{FF2B5EF4-FFF2-40B4-BE49-F238E27FC236}">
                <a16:creationId xmlns:a16="http://schemas.microsoft.com/office/drawing/2014/main" id="{45E28719-9A7A-4002-89B5-46B1DC6BA75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0" y="542925"/>
            <a:ext cx="7810500" cy="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" name="Объект 48"/>
          <p:cNvSpPr>
            <a:spLocks noGrp="1"/>
          </p:cNvSpPr>
          <p:nvPr>
            <p:ph sz="quarter" idx="11"/>
          </p:nvPr>
        </p:nvSpPr>
        <p:spPr>
          <a:xfrm>
            <a:off x="10331483" y="344279"/>
            <a:ext cx="1489042" cy="40996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ts val="1440"/>
              </a:lnSpc>
              <a:spcBef>
                <a:spcPts val="150"/>
              </a:spcBef>
              <a:buNone/>
              <a:defRPr sz="12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65" y="2423641"/>
            <a:ext cx="7162809" cy="1983627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5600"/>
              </a:lnSpc>
              <a:defRPr sz="5400" cap="all" spc="-150" baseline="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Образец заголовка в строчку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2"/>
          </p:nvPr>
        </p:nvSpPr>
        <p:spPr>
          <a:xfrm>
            <a:off x="384165" y="4856766"/>
            <a:ext cx="6632575" cy="330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640"/>
              </a:lnSpc>
              <a:buNone/>
              <a:defRPr sz="2200" b="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788B1FF-9149-4793-A36B-FDFA8D774589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4175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6735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блож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991DDC19-2530-4A00-9CD0-A5004A82D0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Line [Figma 9043:6352]" descr="Line. градиент в обводке">
            <a:extLst>
              <a:ext uri="{FF2B5EF4-FFF2-40B4-BE49-F238E27FC236}">
                <a16:creationId xmlns:a16="http://schemas.microsoft.com/office/drawing/2014/main" id="{2F42EBB4-5A52-45AA-9A2F-7E98BDDDEEB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78325"/>
            <a:ext cx="12192000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Line [Figma 9043:6353]" descr="Line. градиент в обводке">
            <a:extLst>
              <a:ext uri="{FF2B5EF4-FFF2-40B4-BE49-F238E27FC236}">
                <a16:creationId xmlns:a16="http://schemas.microsoft.com/office/drawing/2014/main" id="{9DB53208-2B32-44D6-949D-8A09B2C402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2406650"/>
            <a:ext cx="12188825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66" y="2423641"/>
            <a:ext cx="5437198" cy="2402359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000"/>
              </a:lnSpc>
              <a:defRPr sz="4000" cap="all" spc="-150" baseline="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три строчки</a:t>
            </a:r>
            <a:br>
              <a:rPr lang="ru-RU" dirty="0"/>
            </a:br>
            <a:r>
              <a:rPr lang="ru-RU" dirty="0"/>
              <a:t>для образца</a:t>
            </a:r>
          </a:p>
        </p:txBody>
      </p:sp>
      <p:pic>
        <p:nvPicPr>
          <p:cNvPr id="24" name="Vector [Figma 9887:63687]" descr="Vector. векторный контур">
            <a:extLst>
              <a:ext uri="{FF2B5EF4-FFF2-40B4-BE49-F238E27FC236}">
                <a16:creationId xmlns:a16="http://schemas.microsoft.com/office/drawing/2014/main" id="{2661AED5-C05A-45FA-89B3-4EB497770F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26249" y="493410"/>
            <a:ext cx="100208" cy="99030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BB646A09-6137-43E0-9A8F-D483F1FF1AC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27157" y="368300"/>
            <a:ext cx="823585" cy="349200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9BC10B26-CA27-431F-8ED0-E501B650E448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1475" y="368300"/>
            <a:ext cx="879464" cy="319213"/>
          </a:xfrm>
          <a:prstGeom prst="rect">
            <a:avLst/>
          </a:prstGeom>
        </p:spPr>
      </p:pic>
      <p:sp>
        <p:nvSpPr>
          <p:cNvPr id="11" name="Rectangle 240662521 [Figma 9887:63708]">
            <a:extLst>
              <a:ext uri="{FF2B5EF4-FFF2-40B4-BE49-F238E27FC236}">
                <a16:creationId xmlns:a16="http://schemas.microsoft.com/office/drawing/2014/main" id="{A69E263A-BE3B-4333-8BE4-AF1D105F0707}"/>
              </a:ext>
            </a:extLst>
          </p:cNvPr>
          <p:cNvSpPr/>
          <p:nvPr userDrawn="1"/>
        </p:nvSpPr>
        <p:spPr>
          <a:xfrm>
            <a:off x="380990" y="5930752"/>
            <a:ext cx="25399" cy="546086"/>
          </a:xfrm>
          <a:prstGeom prst="roundRect">
            <a:avLst>
              <a:gd name="adj" fmla="val 50001"/>
            </a:avLst>
          </a:prstGeom>
          <a:solidFill>
            <a:srgbClr val="1E4B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Текст 3">
            <a:extLst>
              <a:ext uri="{FF2B5EF4-FFF2-40B4-BE49-F238E27FC236}">
                <a16:creationId xmlns:a16="http://schemas.microsoft.com/office/drawing/2014/main" id="{0C0B2ADB-8DDE-4BE4-A204-3A91FE6327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8673" y="6040283"/>
            <a:ext cx="4017085" cy="1635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3" name="Текст 3">
            <a:extLst>
              <a:ext uri="{FF2B5EF4-FFF2-40B4-BE49-F238E27FC236}">
                <a16:creationId xmlns:a16="http://schemas.microsoft.com/office/drawing/2014/main" id="{5F53FA86-0E43-49D0-BB48-8FE1D95862D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8674" y="6247288"/>
            <a:ext cx="4017085" cy="1635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ACB6C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Месяц 2000</a:t>
            </a:r>
          </a:p>
        </p:txBody>
      </p:sp>
    </p:spTree>
    <p:extLst>
      <p:ext uri="{BB962C8B-B14F-4D97-AF65-F5344CB8AC3E}">
        <p14:creationId xmlns:p14="http://schemas.microsoft.com/office/powerpoint/2010/main" val="155465114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Облож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35A827E-29BE-463A-AC2E-F538B2B1DF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-13914"/>
            <a:ext cx="12192000" cy="6858000"/>
          </a:xfrm>
          <a:prstGeom prst="rect">
            <a:avLst/>
          </a:prstGeom>
        </p:spPr>
      </p:pic>
      <p:grpSp>
        <p:nvGrpSpPr>
          <p:cNvPr id="10" name="Группа 8">
            <a:extLst>
              <a:ext uri="{FF2B5EF4-FFF2-40B4-BE49-F238E27FC236}">
                <a16:creationId xmlns:a16="http://schemas.microsoft.com/office/drawing/2014/main" id="{69F32D47-B582-49A4-9562-F684B3DCDEA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381000" y="381000"/>
            <a:ext cx="1903413" cy="330200"/>
            <a:chOff x="380990" y="380990"/>
            <a:chExt cx="1903907" cy="330193"/>
          </a:xfrm>
        </p:grpSpPr>
        <p:pic>
          <p:nvPicPr>
            <p:cNvPr id="11" name="Vector [Figma I9043:6356;6148:374]" descr="Vector. векторный контур">
              <a:extLst>
                <a:ext uri="{FF2B5EF4-FFF2-40B4-BE49-F238E27FC236}">
                  <a16:creationId xmlns:a16="http://schemas.microsoft.com/office/drawing/2014/main" id="{5EDDBF01-E245-4987-8586-E991595C74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0990" y="380990"/>
              <a:ext cx="284237" cy="176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" name="Vector [Figma I9043:6356;6148:375]" descr="Vector. векторный контур">
              <a:extLst>
                <a:ext uri="{FF2B5EF4-FFF2-40B4-BE49-F238E27FC236}">
                  <a16:creationId xmlns:a16="http://schemas.microsoft.com/office/drawing/2014/main" id="{85A90AE1-9C6F-49AA-B068-1A4091717F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9688" y="447664"/>
              <a:ext cx="598642" cy="2635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" name="Vector [Figma I9043:6356;6159:12582]" descr="Vector. векторный контур">
              <a:extLst>
                <a:ext uri="{FF2B5EF4-FFF2-40B4-BE49-F238E27FC236}">
                  <a16:creationId xmlns:a16="http://schemas.microsoft.com/office/drawing/2014/main" id="{2432D2DE-0F2D-4B65-8E1A-3DC08D2702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95666" y="447664"/>
              <a:ext cx="889231" cy="888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4" name="Line [Figma 9043:6357]" descr="Line. векторный контур">
            <a:extLst>
              <a:ext uri="{FF2B5EF4-FFF2-40B4-BE49-F238E27FC236}">
                <a16:creationId xmlns:a16="http://schemas.microsoft.com/office/drawing/2014/main" id="{45E28719-9A7A-4002-89B5-46B1DC6BA75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0" y="542925"/>
            <a:ext cx="7810500" cy="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" name="Объект 48"/>
          <p:cNvSpPr>
            <a:spLocks noGrp="1"/>
          </p:cNvSpPr>
          <p:nvPr>
            <p:ph sz="quarter" idx="11"/>
          </p:nvPr>
        </p:nvSpPr>
        <p:spPr>
          <a:xfrm>
            <a:off x="10331483" y="344279"/>
            <a:ext cx="1489042" cy="40996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ts val="1440"/>
              </a:lnSpc>
              <a:spcBef>
                <a:spcPts val="150"/>
              </a:spcBef>
              <a:buNone/>
              <a:defRPr sz="12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781031" y="2683474"/>
            <a:ext cx="7410470" cy="1983627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5600"/>
              </a:lnSpc>
              <a:defRPr sz="5400" cap="all" spc="-150" baseline="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Образец</a:t>
            </a:r>
            <a:br>
              <a:rPr lang="ru-RU" dirty="0"/>
            </a:br>
            <a:r>
              <a:rPr lang="ru-RU" dirty="0"/>
              <a:t>заголовка</a:t>
            </a:r>
            <a:br>
              <a:rPr lang="ru-RU" dirty="0"/>
            </a:br>
            <a:r>
              <a:rPr lang="ru-RU" dirty="0"/>
              <a:t>в строчки</a:t>
            </a:r>
          </a:p>
        </p:txBody>
      </p:sp>
      <p:sp>
        <p:nvSpPr>
          <p:cNvPr id="25" name="Line 6 [Figma 9887:47854]">
            <a:extLst>
              <a:ext uri="{FF2B5EF4-FFF2-40B4-BE49-F238E27FC236}">
                <a16:creationId xmlns:a16="http://schemas.microsoft.com/office/drawing/2014/main" id="{E66A2A3A-DA0F-4E3E-93FA-733AD86D6CB5}"/>
              </a:ext>
            </a:extLst>
          </p:cNvPr>
          <p:cNvSpPr/>
          <p:nvPr userDrawn="1"/>
        </p:nvSpPr>
        <p:spPr>
          <a:xfrm rot="16200000">
            <a:off x="-1719920" y="3355790"/>
            <a:ext cx="5040000" cy="0"/>
          </a:xfrm>
          <a:prstGeom prst="line">
            <a:avLst/>
          </a:prstGeom>
          <a:noFill/>
          <a:ln w="15875">
            <a:solidFill>
              <a:srgbClr val="FFFFFF">
                <a:alpha val="47596"/>
              </a:srgbClr>
            </a:solidFill>
            <a:prstDash val="solid"/>
          </a:ln>
        </p:spPr>
      </p:sp>
      <p:sp>
        <p:nvSpPr>
          <p:cNvPr id="26" name="Line 7 [Figma 9887:47855]">
            <a:extLst>
              <a:ext uri="{FF2B5EF4-FFF2-40B4-BE49-F238E27FC236}">
                <a16:creationId xmlns:a16="http://schemas.microsoft.com/office/drawing/2014/main" id="{D8F1FE5F-901F-4259-A0D7-4187368A6313}"/>
              </a:ext>
            </a:extLst>
          </p:cNvPr>
          <p:cNvSpPr/>
          <p:nvPr userDrawn="1"/>
        </p:nvSpPr>
        <p:spPr>
          <a:xfrm rot="10800000">
            <a:off x="-38100" y="4679801"/>
            <a:ext cx="10440000" cy="0"/>
          </a:xfrm>
          <a:prstGeom prst="line">
            <a:avLst/>
          </a:prstGeom>
          <a:noFill/>
          <a:ln w="15875">
            <a:solidFill>
              <a:srgbClr val="FFFFFF">
                <a:alpha val="47596"/>
              </a:srgbClr>
            </a:solidFill>
            <a:prstDash val="solid"/>
          </a:ln>
        </p:spPr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A736215D-9386-4730-B49A-4B9D0CBAB9B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4175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99987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Облож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2">
            <a:extLst>
              <a:ext uri="{FF2B5EF4-FFF2-40B4-BE49-F238E27FC236}">
                <a16:creationId xmlns:a16="http://schemas.microsoft.com/office/drawing/2014/main" id="{A5DB11A2-C92F-44A4-B59A-1669D70D9E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" name="Объект 48"/>
          <p:cNvSpPr>
            <a:spLocks noGrp="1"/>
          </p:cNvSpPr>
          <p:nvPr>
            <p:ph sz="quarter" idx="11"/>
          </p:nvPr>
        </p:nvSpPr>
        <p:spPr>
          <a:xfrm>
            <a:off x="10331483" y="344279"/>
            <a:ext cx="1489042" cy="40996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ts val="1440"/>
              </a:lnSpc>
              <a:spcBef>
                <a:spcPts val="150"/>
              </a:spcBef>
              <a:buNone/>
              <a:defRPr sz="12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37" name="Rectangle [Figma 9887:47869]" descr="Rectangle. градиент">
            <a:extLst>
              <a:ext uri="{FF2B5EF4-FFF2-40B4-BE49-F238E27FC236}">
                <a16:creationId xmlns:a16="http://schemas.microsoft.com/office/drawing/2014/main" id="{5A63E8BE-3B30-469D-ACAF-816AC2D02A1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16015" y="0"/>
            <a:ext cx="9283468" cy="4444889"/>
          </a:xfrm>
          <a:prstGeom prst="rect">
            <a:avLst/>
          </a:prstGeom>
        </p:spPr>
      </p:pic>
      <p:sp>
        <p:nvSpPr>
          <p:cNvPr id="39" name="Line 1 [Figma 9887:47872]">
            <a:extLst>
              <a:ext uri="{FF2B5EF4-FFF2-40B4-BE49-F238E27FC236}">
                <a16:creationId xmlns:a16="http://schemas.microsoft.com/office/drawing/2014/main" id="{E6F4050D-9CD0-4F1F-A64C-63A17D32B6FA}"/>
              </a:ext>
            </a:extLst>
          </p:cNvPr>
          <p:cNvSpPr/>
          <p:nvPr userDrawn="1"/>
        </p:nvSpPr>
        <p:spPr>
          <a:xfrm rot="5400000">
            <a:off x="-2000200" y="3428883"/>
            <a:ext cx="6857829" cy="0"/>
          </a:xfrm>
          <a:prstGeom prst="line">
            <a:avLst/>
          </a:prstGeom>
          <a:noFill/>
          <a:ln w="15875">
            <a:solidFill>
              <a:srgbClr val="FFFFFF">
                <a:alpha val="47596"/>
              </a:srgbClr>
            </a:solidFill>
            <a:prstDash val="solid"/>
          </a:ln>
        </p:spPr>
      </p:sp>
      <p:sp>
        <p:nvSpPr>
          <p:cNvPr id="40" name="Line 5 [Figma 9887:47873]">
            <a:extLst>
              <a:ext uri="{FF2B5EF4-FFF2-40B4-BE49-F238E27FC236}">
                <a16:creationId xmlns:a16="http://schemas.microsoft.com/office/drawing/2014/main" id="{968A8880-2F3D-4A27-BD91-1D433F930EEA}"/>
              </a:ext>
            </a:extLst>
          </p:cNvPr>
          <p:cNvSpPr/>
          <p:nvPr userDrawn="1"/>
        </p:nvSpPr>
        <p:spPr>
          <a:xfrm rot="5400000">
            <a:off x="7270568" y="3428883"/>
            <a:ext cx="6857829" cy="0"/>
          </a:xfrm>
          <a:prstGeom prst="line">
            <a:avLst/>
          </a:prstGeom>
          <a:noFill/>
          <a:ln w="15875">
            <a:solidFill>
              <a:srgbClr val="FFFFFF">
                <a:alpha val="47596"/>
              </a:srgbClr>
            </a:solidFill>
            <a:prstDash val="solid"/>
          </a:ln>
        </p:spPr>
      </p:sp>
      <p:sp>
        <p:nvSpPr>
          <p:cNvPr id="41" name="Line 2 [Figma 9887:47874]">
            <a:extLst>
              <a:ext uri="{FF2B5EF4-FFF2-40B4-BE49-F238E27FC236}">
                <a16:creationId xmlns:a16="http://schemas.microsoft.com/office/drawing/2014/main" id="{732B7E0A-B6C3-4620-8C95-0BBD2DF22057}"/>
              </a:ext>
            </a:extLst>
          </p:cNvPr>
          <p:cNvSpPr/>
          <p:nvPr userDrawn="1"/>
        </p:nvSpPr>
        <p:spPr>
          <a:xfrm rot="10800000">
            <a:off x="-477300" y="4444857"/>
            <a:ext cx="12960000" cy="0"/>
          </a:xfrm>
          <a:prstGeom prst="line">
            <a:avLst/>
          </a:prstGeom>
          <a:noFill/>
          <a:ln w="15875">
            <a:solidFill>
              <a:srgbClr val="FFFFFF">
                <a:alpha val="47596"/>
              </a:srgbClr>
            </a:solidFill>
            <a:prstDash val="solid"/>
          </a:ln>
        </p:spPr>
      </p:sp>
      <p:sp>
        <p:nvSpPr>
          <p:cNvPr id="42" name="Line 4 [Figma 9887:47875]">
            <a:extLst>
              <a:ext uri="{FF2B5EF4-FFF2-40B4-BE49-F238E27FC236}">
                <a16:creationId xmlns:a16="http://schemas.microsoft.com/office/drawing/2014/main" id="{FE69440B-DCB0-4961-B2FA-7A399660D2FA}"/>
              </a:ext>
            </a:extLst>
          </p:cNvPr>
          <p:cNvSpPr/>
          <p:nvPr userDrawn="1"/>
        </p:nvSpPr>
        <p:spPr>
          <a:xfrm rot="10800000">
            <a:off x="-477300" y="2387509"/>
            <a:ext cx="12960000" cy="0"/>
          </a:xfrm>
          <a:prstGeom prst="line">
            <a:avLst/>
          </a:prstGeom>
          <a:noFill/>
          <a:ln w="15875">
            <a:solidFill>
              <a:srgbClr val="FFFFFF">
                <a:alpha val="47596"/>
              </a:srgbClr>
            </a:solidFill>
            <a:prstDash val="solid"/>
          </a:ln>
        </p:spPr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428553" y="2413143"/>
            <a:ext cx="9270929" cy="2054478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5600"/>
              </a:lnSpc>
              <a:defRPr sz="5400" cap="all" spc="-150" baseline="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Образец</a:t>
            </a:r>
            <a:br>
              <a:rPr lang="ru-RU" dirty="0"/>
            </a:br>
            <a:r>
              <a:rPr lang="ru-RU" dirty="0"/>
              <a:t>заголовка</a:t>
            </a:r>
            <a:br>
              <a:rPr lang="ru-RU" dirty="0"/>
            </a:br>
            <a:r>
              <a:rPr lang="ru-RU" dirty="0"/>
              <a:t>в три строчки</a:t>
            </a:r>
          </a:p>
        </p:txBody>
      </p:sp>
      <p:pic>
        <p:nvPicPr>
          <p:cNvPr id="46" name="Line [Figma 9887:47878]" descr="Line. векторный контур">
            <a:extLst>
              <a:ext uri="{FF2B5EF4-FFF2-40B4-BE49-F238E27FC236}">
                <a16:creationId xmlns:a16="http://schemas.microsoft.com/office/drawing/2014/main" id="{DC801A1C-8260-4D0D-9FD3-E0DABCF0B62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39937" y="542911"/>
            <a:ext cx="7810305" cy="6350"/>
          </a:xfrm>
          <a:prstGeom prst="rect">
            <a:avLst/>
          </a:prstGeom>
        </p:spPr>
      </p:pic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64DCAC92-2D39-4094-BEF5-9A077D65397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4175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15050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Облож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C6857E9-FE4E-4B7D-A03B-A8AE9451A1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Line [Figma 9043:6352]" descr="Line. градиент в обводке">
            <a:extLst>
              <a:ext uri="{FF2B5EF4-FFF2-40B4-BE49-F238E27FC236}">
                <a16:creationId xmlns:a16="http://schemas.microsoft.com/office/drawing/2014/main" id="{2F42EBB4-5A52-45AA-9A2F-7E98BDDDEEB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78325"/>
            <a:ext cx="12192000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Line [Figma 9043:6353]" descr="Line. градиент в обводке">
            <a:extLst>
              <a:ext uri="{FF2B5EF4-FFF2-40B4-BE49-F238E27FC236}">
                <a16:creationId xmlns:a16="http://schemas.microsoft.com/office/drawing/2014/main" id="{9DB53208-2B32-44D6-949D-8A09B2C402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2406650"/>
            <a:ext cx="12188825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66" y="2423641"/>
            <a:ext cx="5437198" cy="2402359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000"/>
              </a:lnSpc>
              <a:defRPr sz="4000" cap="all" spc="-150" baseline="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три строчки</a:t>
            </a:r>
            <a:br>
              <a:rPr lang="ru-RU" dirty="0"/>
            </a:br>
            <a:r>
              <a:rPr lang="ru-RU" dirty="0"/>
              <a:t>для образца</a:t>
            </a:r>
          </a:p>
        </p:txBody>
      </p:sp>
      <p:pic>
        <p:nvPicPr>
          <p:cNvPr id="31" name="Vector [Figma 9887:63687]" descr="Vector. векторный контур">
            <a:extLst>
              <a:ext uri="{FF2B5EF4-FFF2-40B4-BE49-F238E27FC236}">
                <a16:creationId xmlns:a16="http://schemas.microsoft.com/office/drawing/2014/main" id="{134CF360-0F39-4435-BD95-4A629699A07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26249" y="493410"/>
            <a:ext cx="100208" cy="99030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F28CD005-6DC3-4013-90DE-A46B546D7F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27157" y="368300"/>
            <a:ext cx="823585" cy="349200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9A16CF99-F442-4A44-B3EF-6F103B54E17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1475" y="368300"/>
            <a:ext cx="879464" cy="319213"/>
          </a:xfrm>
          <a:prstGeom prst="rect">
            <a:avLst/>
          </a:prstGeom>
        </p:spPr>
      </p:pic>
      <p:sp>
        <p:nvSpPr>
          <p:cNvPr id="11" name="Rectangle 240662521 [Figma 9887:63708]">
            <a:extLst>
              <a:ext uri="{FF2B5EF4-FFF2-40B4-BE49-F238E27FC236}">
                <a16:creationId xmlns:a16="http://schemas.microsoft.com/office/drawing/2014/main" id="{D17B948A-C879-4014-822C-489FE967D402}"/>
              </a:ext>
            </a:extLst>
          </p:cNvPr>
          <p:cNvSpPr/>
          <p:nvPr userDrawn="1"/>
        </p:nvSpPr>
        <p:spPr>
          <a:xfrm>
            <a:off x="380990" y="5930752"/>
            <a:ext cx="25399" cy="546086"/>
          </a:xfrm>
          <a:prstGeom prst="roundRect">
            <a:avLst>
              <a:gd name="adj" fmla="val 50001"/>
            </a:avLst>
          </a:prstGeom>
          <a:solidFill>
            <a:srgbClr val="1E4B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Текст 3">
            <a:extLst>
              <a:ext uri="{FF2B5EF4-FFF2-40B4-BE49-F238E27FC236}">
                <a16:creationId xmlns:a16="http://schemas.microsoft.com/office/drawing/2014/main" id="{500F2E23-8BF1-4208-8B85-553A5800A1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8673" y="6040283"/>
            <a:ext cx="4017085" cy="1635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3" name="Текст 3">
            <a:extLst>
              <a:ext uri="{FF2B5EF4-FFF2-40B4-BE49-F238E27FC236}">
                <a16:creationId xmlns:a16="http://schemas.microsoft.com/office/drawing/2014/main" id="{6807F705-F8F9-40EB-AF4D-B91B8C60D0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8674" y="6247288"/>
            <a:ext cx="4017085" cy="1635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ACB6C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Месяц 2000</a:t>
            </a:r>
          </a:p>
        </p:txBody>
      </p:sp>
    </p:spTree>
    <p:extLst>
      <p:ext uri="{BB962C8B-B14F-4D97-AF65-F5344CB8AC3E}">
        <p14:creationId xmlns:p14="http://schemas.microsoft.com/office/powerpoint/2010/main" val="294995947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Облож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ine [Figma 9043:6352]" descr="Line. градиент в обводке">
            <a:extLst>
              <a:ext uri="{FF2B5EF4-FFF2-40B4-BE49-F238E27FC236}">
                <a16:creationId xmlns:a16="http://schemas.microsoft.com/office/drawing/2014/main" id="{2F42EBB4-5A52-45AA-9A2F-7E98BDDDEEB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78325"/>
            <a:ext cx="12192000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Line [Figma 9043:6353]" descr="Line. градиент в обводке">
            <a:extLst>
              <a:ext uri="{FF2B5EF4-FFF2-40B4-BE49-F238E27FC236}">
                <a16:creationId xmlns:a16="http://schemas.microsoft.com/office/drawing/2014/main" id="{9DB53208-2B32-44D6-949D-8A09B2C402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2406650"/>
            <a:ext cx="12188825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66" y="2423641"/>
            <a:ext cx="5437198" cy="2402359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000"/>
              </a:lnSpc>
              <a:defRPr sz="4000" cap="all" spc="-150" baseline="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три строчки</a:t>
            </a:r>
            <a:br>
              <a:rPr lang="ru-RU" dirty="0"/>
            </a:br>
            <a:r>
              <a:rPr lang="ru-RU" dirty="0"/>
              <a:t>для образца</a:t>
            </a:r>
          </a:p>
        </p:txBody>
      </p:sp>
      <p:sp>
        <p:nvSpPr>
          <p:cNvPr id="18" name="Rectangle 240662521 [Figma 9887:63708]">
            <a:extLst>
              <a:ext uri="{FF2B5EF4-FFF2-40B4-BE49-F238E27FC236}">
                <a16:creationId xmlns:a16="http://schemas.microsoft.com/office/drawing/2014/main" id="{2628694C-5803-41AB-B185-87803EC49C98}"/>
              </a:ext>
            </a:extLst>
          </p:cNvPr>
          <p:cNvSpPr/>
          <p:nvPr userDrawn="1"/>
        </p:nvSpPr>
        <p:spPr>
          <a:xfrm>
            <a:off x="380990" y="5930752"/>
            <a:ext cx="25399" cy="546086"/>
          </a:xfrm>
          <a:prstGeom prst="roundRect">
            <a:avLst>
              <a:gd name="adj" fmla="val 50001"/>
            </a:avLst>
          </a:prstGeom>
          <a:solidFill>
            <a:srgbClr val="1E4B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1" name="Vector [Figma 9887:63687]" descr="Vector. векторный контур">
            <a:extLst>
              <a:ext uri="{FF2B5EF4-FFF2-40B4-BE49-F238E27FC236}">
                <a16:creationId xmlns:a16="http://schemas.microsoft.com/office/drawing/2014/main" id="{134CF360-0F39-4435-BD95-4A629699A07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26249" y="493410"/>
            <a:ext cx="100208" cy="99030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F28CD005-6DC3-4013-90DE-A46B546D7F9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27157" y="368300"/>
            <a:ext cx="823585" cy="349200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9A16CF99-F442-4A44-B3EF-6F103B54E170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1475" y="368300"/>
            <a:ext cx="879464" cy="319213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D7D6D98B-8B33-4F5E-94FD-8CE49E9758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8673" y="6040283"/>
            <a:ext cx="4017085" cy="1635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3" name="Текст 3">
            <a:extLst>
              <a:ext uri="{FF2B5EF4-FFF2-40B4-BE49-F238E27FC236}">
                <a16:creationId xmlns:a16="http://schemas.microsoft.com/office/drawing/2014/main" id="{7DE74441-5EC9-4BC7-B53A-DF50B7A9EA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8674" y="6247288"/>
            <a:ext cx="4017085" cy="1635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ACB6C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Месяц 2000</a:t>
            </a:r>
          </a:p>
        </p:txBody>
      </p:sp>
    </p:spTree>
    <p:extLst>
      <p:ext uri="{BB962C8B-B14F-4D97-AF65-F5344CB8AC3E}">
        <p14:creationId xmlns:p14="http://schemas.microsoft.com/office/powerpoint/2010/main" val="53782039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Содержание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9544F697-9F7C-4100-B82E-76597C13058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4519" y="2794152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solidFill>
                  <a:schemeClr val="accent4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en-US" dirty="0"/>
              <a:t>1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4BCD6BF-C470-4F3A-A6A9-72D0CBF5A03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61160" y="2794153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Титульные слайды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C43D4F18-5A57-40C1-AA38-9EEF0B5BB9E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61160" y="3356013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09</a:t>
            </a:r>
          </a:p>
        </p:txBody>
      </p:sp>
      <p:sp>
        <p:nvSpPr>
          <p:cNvPr id="143" name="Текст 9">
            <a:extLst>
              <a:ext uri="{FF2B5EF4-FFF2-40B4-BE49-F238E27FC236}">
                <a16:creationId xmlns:a16="http://schemas.microsoft.com/office/drawing/2014/main" id="{1C1CEE07-3BB3-468D-9ECA-05DB27A574F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55795" y="2794152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solidFill>
                  <a:schemeClr val="accent4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2</a:t>
            </a:r>
          </a:p>
        </p:txBody>
      </p:sp>
      <p:sp>
        <p:nvSpPr>
          <p:cNvPr id="144" name="Текст 4">
            <a:extLst>
              <a:ext uri="{FF2B5EF4-FFF2-40B4-BE49-F238E27FC236}">
                <a16:creationId xmlns:a16="http://schemas.microsoft.com/office/drawing/2014/main" id="{511B0CF8-1C4D-44DF-BDEB-36A7E34C3DC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12436" y="2794153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Раздельные слайды</a:t>
            </a:r>
          </a:p>
        </p:txBody>
      </p:sp>
      <p:sp>
        <p:nvSpPr>
          <p:cNvPr id="145" name="Текст 7">
            <a:extLst>
              <a:ext uri="{FF2B5EF4-FFF2-40B4-BE49-F238E27FC236}">
                <a16:creationId xmlns:a16="http://schemas.microsoft.com/office/drawing/2014/main" id="{6DEB178C-EBBD-44AB-A171-90B021CBF66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512436" y="3356013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13</a:t>
            </a:r>
          </a:p>
        </p:txBody>
      </p:sp>
      <p:sp>
        <p:nvSpPr>
          <p:cNvPr id="147" name="Текст 9">
            <a:extLst>
              <a:ext uri="{FF2B5EF4-FFF2-40B4-BE49-F238E27FC236}">
                <a16:creationId xmlns:a16="http://schemas.microsoft.com/office/drawing/2014/main" id="{879B0177-D0F3-4571-A571-8E6D449FBEA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07071" y="2785762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solidFill>
                  <a:schemeClr val="accent4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3</a:t>
            </a:r>
          </a:p>
        </p:txBody>
      </p:sp>
      <p:sp>
        <p:nvSpPr>
          <p:cNvPr id="148" name="Текст 4">
            <a:extLst>
              <a:ext uri="{FF2B5EF4-FFF2-40B4-BE49-F238E27FC236}">
                <a16:creationId xmlns:a16="http://schemas.microsoft.com/office/drawing/2014/main" id="{381B60CC-166A-48D9-9F0E-31A7EDCCBF0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363712" y="2785763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Навигация</a:t>
            </a:r>
          </a:p>
        </p:txBody>
      </p:sp>
      <p:sp>
        <p:nvSpPr>
          <p:cNvPr id="149" name="Текст 7">
            <a:extLst>
              <a:ext uri="{FF2B5EF4-FFF2-40B4-BE49-F238E27FC236}">
                <a16:creationId xmlns:a16="http://schemas.microsoft.com/office/drawing/2014/main" id="{B91BC7B4-31F5-4319-948D-22D0382AE18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363712" y="3347623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15</a:t>
            </a:r>
          </a:p>
        </p:txBody>
      </p:sp>
      <p:sp>
        <p:nvSpPr>
          <p:cNvPr id="151" name="Текст 9">
            <a:extLst>
              <a:ext uri="{FF2B5EF4-FFF2-40B4-BE49-F238E27FC236}">
                <a16:creationId xmlns:a16="http://schemas.microsoft.com/office/drawing/2014/main" id="{ADB4BCD0-0D97-4C88-83D5-27A10DF574F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98836" y="4104416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solidFill>
                  <a:schemeClr val="accent4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4</a:t>
            </a:r>
          </a:p>
        </p:txBody>
      </p:sp>
      <p:sp>
        <p:nvSpPr>
          <p:cNvPr id="152" name="Текст 4">
            <a:extLst>
              <a:ext uri="{FF2B5EF4-FFF2-40B4-BE49-F238E27FC236}">
                <a16:creationId xmlns:a16="http://schemas.microsoft.com/office/drawing/2014/main" id="{460A92A5-4C17-497A-97C8-53421EA28BC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677227" y="4104417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Контентные слайды</a:t>
            </a:r>
          </a:p>
        </p:txBody>
      </p:sp>
      <p:sp>
        <p:nvSpPr>
          <p:cNvPr id="153" name="Текст 7">
            <a:extLst>
              <a:ext uri="{FF2B5EF4-FFF2-40B4-BE49-F238E27FC236}">
                <a16:creationId xmlns:a16="http://schemas.microsoft.com/office/drawing/2014/main" id="{FAB8F0F1-780B-46F7-8C5E-7DC3C10E5BC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655477" y="4666277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16</a:t>
            </a:r>
          </a:p>
        </p:txBody>
      </p:sp>
      <p:sp>
        <p:nvSpPr>
          <p:cNvPr id="155" name="Текст 9">
            <a:extLst>
              <a:ext uri="{FF2B5EF4-FFF2-40B4-BE49-F238E27FC236}">
                <a16:creationId xmlns:a16="http://schemas.microsoft.com/office/drawing/2014/main" id="{07AFE387-0F4F-4E87-87BB-5B2C9D7631A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450112" y="4104416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solidFill>
                  <a:schemeClr val="accent4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5</a:t>
            </a:r>
          </a:p>
        </p:txBody>
      </p:sp>
      <p:sp>
        <p:nvSpPr>
          <p:cNvPr id="156" name="Текст 4">
            <a:extLst>
              <a:ext uri="{FF2B5EF4-FFF2-40B4-BE49-F238E27FC236}">
                <a16:creationId xmlns:a16="http://schemas.microsoft.com/office/drawing/2014/main" id="{E53A190A-4919-414B-B6E1-B1608C7CCE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528503" y="4104417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Таблицы</a:t>
            </a:r>
          </a:p>
        </p:txBody>
      </p:sp>
      <p:sp>
        <p:nvSpPr>
          <p:cNvPr id="157" name="Текст 7">
            <a:extLst>
              <a:ext uri="{FF2B5EF4-FFF2-40B4-BE49-F238E27FC236}">
                <a16:creationId xmlns:a16="http://schemas.microsoft.com/office/drawing/2014/main" id="{F58AF3C2-4320-444B-9D46-7FABE832E60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506753" y="4666277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36</a:t>
            </a:r>
          </a:p>
        </p:txBody>
      </p:sp>
      <p:sp>
        <p:nvSpPr>
          <p:cNvPr id="159" name="Текст 9">
            <a:extLst>
              <a:ext uri="{FF2B5EF4-FFF2-40B4-BE49-F238E27FC236}">
                <a16:creationId xmlns:a16="http://schemas.microsoft.com/office/drawing/2014/main" id="{B1798F73-1F2A-4DE6-8862-F8CA4FFD860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01388" y="4096026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solidFill>
                  <a:schemeClr val="accent4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6</a:t>
            </a:r>
          </a:p>
        </p:txBody>
      </p:sp>
      <p:sp>
        <p:nvSpPr>
          <p:cNvPr id="160" name="Текст 4">
            <a:extLst>
              <a:ext uri="{FF2B5EF4-FFF2-40B4-BE49-F238E27FC236}">
                <a16:creationId xmlns:a16="http://schemas.microsoft.com/office/drawing/2014/main" id="{57D222AD-8D23-4711-8885-8D8A06CC797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358029" y="4096027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Схемы и диаграммы</a:t>
            </a:r>
          </a:p>
        </p:txBody>
      </p:sp>
      <p:sp>
        <p:nvSpPr>
          <p:cNvPr id="161" name="Текст 7">
            <a:extLst>
              <a:ext uri="{FF2B5EF4-FFF2-40B4-BE49-F238E27FC236}">
                <a16:creationId xmlns:a16="http://schemas.microsoft.com/office/drawing/2014/main" id="{682FB1BA-8725-4891-8167-07B7E169A3E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358029" y="4657887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39</a:t>
            </a:r>
          </a:p>
        </p:txBody>
      </p:sp>
      <p:sp>
        <p:nvSpPr>
          <p:cNvPr id="163" name="Текст 9">
            <a:extLst>
              <a:ext uri="{FF2B5EF4-FFF2-40B4-BE49-F238E27FC236}">
                <a16:creationId xmlns:a16="http://schemas.microsoft.com/office/drawing/2014/main" id="{13EDD3DC-C617-44C7-9365-1CA061923D5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90277" y="5374885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solidFill>
                  <a:schemeClr val="accent4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7</a:t>
            </a:r>
          </a:p>
        </p:txBody>
      </p:sp>
      <p:sp>
        <p:nvSpPr>
          <p:cNvPr id="164" name="Текст 4">
            <a:extLst>
              <a:ext uri="{FF2B5EF4-FFF2-40B4-BE49-F238E27FC236}">
                <a16:creationId xmlns:a16="http://schemas.microsoft.com/office/drawing/2014/main" id="{7A1E98E3-C2C1-4010-AB25-4AB104FC397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668668" y="5374886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sp>
        <p:nvSpPr>
          <p:cNvPr id="165" name="Текст 7">
            <a:extLst>
              <a:ext uri="{FF2B5EF4-FFF2-40B4-BE49-F238E27FC236}">
                <a16:creationId xmlns:a16="http://schemas.microsoft.com/office/drawing/2014/main" id="{1A4B8D07-FA18-4BA0-A707-9F88B634E34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646918" y="5936746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49</a:t>
            </a:r>
          </a:p>
        </p:txBody>
      </p:sp>
      <p:sp>
        <p:nvSpPr>
          <p:cNvPr id="167" name="Текст 9">
            <a:extLst>
              <a:ext uri="{FF2B5EF4-FFF2-40B4-BE49-F238E27FC236}">
                <a16:creationId xmlns:a16="http://schemas.microsoft.com/office/drawing/2014/main" id="{BCF1674D-2B2B-4E77-8D13-EAC3081B65F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441553" y="5374885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solidFill>
                  <a:schemeClr val="accent4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8</a:t>
            </a:r>
          </a:p>
        </p:txBody>
      </p:sp>
      <p:sp>
        <p:nvSpPr>
          <p:cNvPr id="168" name="Текст 4">
            <a:extLst>
              <a:ext uri="{FF2B5EF4-FFF2-40B4-BE49-F238E27FC236}">
                <a16:creationId xmlns:a16="http://schemas.microsoft.com/office/drawing/2014/main" id="{C239EB68-AAD1-4014-BDA3-507D5AABB63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519944" y="5374886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Направления и паттерны</a:t>
            </a:r>
          </a:p>
        </p:txBody>
      </p:sp>
      <p:sp>
        <p:nvSpPr>
          <p:cNvPr id="169" name="Текст 7">
            <a:extLst>
              <a:ext uri="{FF2B5EF4-FFF2-40B4-BE49-F238E27FC236}">
                <a16:creationId xmlns:a16="http://schemas.microsoft.com/office/drawing/2014/main" id="{33A42EF0-A894-4C04-BA3D-82C3361A287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498194" y="5936746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50</a:t>
            </a:r>
          </a:p>
        </p:txBody>
      </p:sp>
      <p:sp>
        <p:nvSpPr>
          <p:cNvPr id="171" name="Текст 9">
            <a:extLst>
              <a:ext uri="{FF2B5EF4-FFF2-40B4-BE49-F238E27FC236}">
                <a16:creationId xmlns:a16="http://schemas.microsoft.com/office/drawing/2014/main" id="{6D583F18-AA6D-4DB7-A0D2-DE3A8D0A17C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292829" y="5366495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solidFill>
                  <a:schemeClr val="accent4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9</a:t>
            </a:r>
          </a:p>
        </p:txBody>
      </p:sp>
      <p:sp>
        <p:nvSpPr>
          <p:cNvPr id="172" name="Текст 4">
            <a:extLst>
              <a:ext uri="{FF2B5EF4-FFF2-40B4-BE49-F238E27FC236}">
                <a16:creationId xmlns:a16="http://schemas.microsoft.com/office/drawing/2014/main" id="{E73E9EAE-6367-4B05-86DB-815BF0D0DE7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371220" y="5366496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Дополнительные элементы</a:t>
            </a:r>
          </a:p>
        </p:txBody>
      </p:sp>
      <p:sp>
        <p:nvSpPr>
          <p:cNvPr id="173" name="Текст 7">
            <a:extLst>
              <a:ext uri="{FF2B5EF4-FFF2-40B4-BE49-F238E27FC236}">
                <a16:creationId xmlns:a16="http://schemas.microsoft.com/office/drawing/2014/main" id="{67EEDA7B-59F1-4C6D-8986-CB8A474AFAED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349470" y="5928356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60</a:t>
            </a:r>
          </a:p>
        </p:txBody>
      </p:sp>
      <p:pic>
        <p:nvPicPr>
          <p:cNvPr id="174" name="Рисунок 173">
            <a:extLst>
              <a:ext uri="{FF2B5EF4-FFF2-40B4-BE49-F238E27FC236}">
                <a16:creationId xmlns:a16="http://schemas.microsoft.com/office/drawing/2014/main" id="{B006C905-A940-44A0-B9A7-78DA4F62DF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52982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уллиты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буллиты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4" name="Рисунок 173">
            <a:extLst>
              <a:ext uri="{FF2B5EF4-FFF2-40B4-BE49-F238E27FC236}">
                <a16:creationId xmlns:a16="http://schemas.microsoft.com/office/drawing/2014/main" id="{B006C905-A940-44A0-B9A7-78DA4F62DF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E37772B0-CB9E-497D-AFF0-3DEE16D0138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320767" y="1584325"/>
            <a:ext cx="922023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73ED74C-5170-49D2-8C4A-37748C9F7AE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0667" y="1584325"/>
            <a:ext cx="800100" cy="76517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kern="200" spc="-200" baseline="0">
                <a:solidFill>
                  <a:schemeClr val="accent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76" name="Текст 2">
            <a:extLst>
              <a:ext uri="{FF2B5EF4-FFF2-40B4-BE49-F238E27FC236}">
                <a16:creationId xmlns:a16="http://schemas.microsoft.com/office/drawing/2014/main" id="{761ACA31-4C74-48A5-92D9-AAA100218A7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320767" y="2830085"/>
            <a:ext cx="922023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77" name="Текст 5">
            <a:extLst>
              <a:ext uri="{FF2B5EF4-FFF2-40B4-BE49-F238E27FC236}">
                <a16:creationId xmlns:a16="http://schemas.microsoft.com/office/drawing/2014/main" id="{F3FDE278-6D2D-41D7-8953-68AF70AA58A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0667" y="2830085"/>
            <a:ext cx="800100" cy="76517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kern="200" spc="-200" baseline="0">
                <a:solidFill>
                  <a:schemeClr val="accent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78" name="Текст 2">
            <a:extLst>
              <a:ext uri="{FF2B5EF4-FFF2-40B4-BE49-F238E27FC236}">
                <a16:creationId xmlns:a16="http://schemas.microsoft.com/office/drawing/2014/main" id="{552DD092-6782-4BDF-8F89-D748FE53F22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320767" y="4087385"/>
            <a:ext cx="922023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79" name="Текст 5">
            <a:extLst>
              <a:ext uri="{FF2B5EF4-FFF2-40B4-BE49-F238E27FC236}">
                <a16:creationId xmlns:a16="http://schemas.microsoft.com/office/drawing/2014/main" id="{216DB16B-9693-4283-A2B2-4EDC02F2AC3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0667" y="4087385"/>
            <a:ext cx="800100" cy="76517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kern="200" spc="-200" baseline="0">
                <a:solidFill>
                  <a:schemeClr val="accent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82" name="Текст 2">
            <a:extLst>
              <a:ext uri="{FF2B5EF4-FFF2-40B4-BE49-F238E27FC236}">
                <a16:creationId xmlns:a16="http://schemas.microsoft.com/office/drawing/2014/main" id="{AF352D55-F57E-4F38-AF4B-A4D559FD56A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320767" y="5382785"/>
            <a:ext cx="922023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83" name="Текст 5">
            <a:extLst>
              <a:ext uri="{FF2B5EF4-FFF2-40B4-BE49-F238E27FC236}">
                <a16:creationId xmlns:a16="http://schemas.microsoft.com/office/drawing/2014/main" id="{F2C85A90-B8A1-4749-BAE5-2205C6E0E07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0667" y="5382785"/>
            <a:ext cx="800100" cy="76517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kern="200" spc="-200" baseline="0">
                <a:solidFill>
                  <a:schemeClr val="accent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48533618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уллиты с ико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Буллиты с иконками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4" name="Рисунок 173">
            <a:extLst>
              <a:ext uri="{FF2B5EF4-FFF2-40B4-BE49-F238E27FC236}">
                <a16:creationId xmlns:a16="http://schemas.microsoft.com/office/drawing/2014/main" id="{B006C905-A940-44A0-B9A7-78DA4F62DF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E37772B0-CB9E-497D-AFF0-3DEE16D0138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517807" y="1584325"/>
            <a:ext cx="902319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76" name="Текст 2">
            <a:extLst>
              <a:ext uri="{FF2B5EF4-FFF2-40B4-BE49-F238E27FC236}">
                <a16:creationId xmlns:a16="http://schemas.microsoft.com/office/drawing/2014/main" id="{761ACA31-4C74-48A5-92D9-AAA100218A7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517807" y="2830085"/>
            <a:ext cx="902319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78" name="Текст 2">
            <a:extLst>
              <a:ext uri="{FF2B5EF4-FFF2-40B4-BE49-F238E27FC236}">
                <a16:creationId xmlns:a16="http://schemas.microsoft.com/office/drawing/2014/main" id="{552DD092-6782-4BDF-8F89-D748FE53F22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7807" y="4087385"/>
            <a:ext cx="902319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82" name="Текст 2">
            <a:extLst>
              <a:ext uri="{FF2B5EF4-FFF2-40B4-BE49-F238E27FC236}">
                <a16:creationId xmlns:a16="http://schemas.microsoft.com/office/drawing/2014/main" id="{AF352D55-F57E-4F38-AF4B-A4D559FD56A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517807" y="5382785"/>
            <a:ext cx="902319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6524327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уллиты с вывод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Буллиты с выводом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4" name="Рисунок 173">
            <a:extLst>
              <a:ext uri="{FF2B5EF4-FFF2-40B4-BE49-F238E27FC236}">
                <a16:creationId xmlns:a16="http://schemas.microsoft.com/office/drawing/2014/main" id="{B006C905-A940-44A0-B9A7-78DA4F62DF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E37772B0-CB9E-497D-AFF0-3DEE16D0138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517807" y="1584325"/>
            <a:ext cx="902319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76" name="Текст 2">
            <a:extLst>
              <a:ext uri="{FF2B5EF4-FFF2-40B4-BE49-F238E27FC236}">
                <a16:creationId xmlns:a16="http://schemas.microsoft.com/office/drawing/2014/main" id="{761ACA31-4C74-48A5-92D9-AAA100218A7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517807" y="2830085"/>
            <a:ext cx="902319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78" name="Текст 2">
            <a:extLst>
              <a:ext uri="{FF2B5EF4-FFF2-40B4-BE49-F238E27FC236}">
                <a16:creationId xmlns:a16="http://schemas.microsoft.com/office/drawing/2014/main" id="{552DD092-6782-4BDF-8F89-D748FE53F22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7807" y="4087385"/>
            <a:ext cx="902319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82" name="Текст 2">
            <a:extLst>
              <a:ext uri="{FF2B5EF4-FFF2-40B4-BE49-F238E27FC236}">
                <a16:creationId xmlns:a16="http://schemas.microsoft.com/office/drawing/2014/main" id="{AF352D55-F57E-4F38-AF4B-A4D559FD56A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47701" y="5382785"/>
            <a:ext cx="9893300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6981121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ертикальные карточ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kern="200" cap="all" spc="-100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Вертикальные карточки</a:t>
            </a:r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26"/>
          </p:nvPr>
        </p:nvSpPr>
        <p:spPr>
          <a:xfrm>
            <a:off x="587375" y="2365946"/>
            <a:ext cx="5168771" cy="293613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lang="ru-RU" sz="1400" kern="0" spc="-10" dirty="0">
                <a:solidFill>
                  <a:srgbClr val="6B7683"/>
                </a:solidFill>
                <a:latin typeface="VTB Group Light" pitchFamily="34" charset="0"/>
                <a:ea typeface="VTB Group Light" pitchFamily="34" charset="-122"/>
                <a:cs typeface="VTB Group Light" pitchFamily="34" charset="-120"/>
              </a:rPr>
              <a:t>Образец текста</a:t>
            </a:r>
            <a:endParaRPr lang="en-US" sz="1400" dirty="0"/>
          </a:p>
        </p:txBody>
      </p:sp>
      <p:sp>
        <p:nvSpPr>
          <p:cNvPr id="28" name="Номер слайда 61">
            <a:extLst>
              <a:ext uri="{FF2B5EF4-FFF2-40B4-BE49-F238E27FC236}">
                <a16:creationId xmlns:a16="http://schemas.microsoft.com/office/drawing/2014/main" id="{4B3CCE28-E7E0-403A-B034-114643900A0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F891E-63B0-45CA-9A92-96A490F157E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E25524F-03A3-4C05-8759-4E2C8A2DD4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07D207F9-024E-43D3-88C4-A978615F851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913296" y="1535874"/>
            <a:ext cx="4707003" cy="50985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раздела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5B28C48-F733-4EE0-9BF2-6F141D80FFB1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407149" y="2365375"/>
            <a:ext cx="5213150" cy="2936703"/>
          </a:xfrm>
          <a:prstGeom prst="rect">
            <a:avLst/>
          </a:prstGeom>
        </p:spPr>
        <p:txBody>
          <a:bodyPr lIns="0" tIns="0" rIns="0" bIns="0"/>
          <a:lstStyle>
            <a:lvl1pPr marL="180975" indent="-180975">
              <a:buClr>
                <a:schemeClr val="accent1"/>
              </a:buClr>
              <a:buSzPct val="120000"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marL="180975" marR="0" lvl="0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Образец текста</a:t>
            </a:r>
          </a:p>
          <a:p>
            <a:pPr lvl="0"/>
            <a:endParaRPr lang="ru-RU" dirty="0"/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A88CC75A-F951-488C-B4F5-D3561E0A340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131749" y="1514601"/>
            <a:ext cx="4624397" cy="50985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раздела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62976118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ертикальные карточки с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kern="200" cap="all" spc="-100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Вертикальные карточки с фото</a:t>
            </a:r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26"/>
          </p:nvPr>
        </p:nvSpPr>
        <p:spPr>
          <a:xfrm>
            <a:off x="587375" y="2365946"/>
            <a:ext cx="5168771" cy="17361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lang="ru-RU" sz="1400" kern="0" spc="-10" dirty="0">
                <a:solidFill>
                  <a:srgbClr val="6B7683"/>
                </a:solidFill>
                <a:latin typeface="VTB Group Light" pitchFamily="34" charset="0"/>
                <a:ea typeface="VTB Group Light" pitchFamily="34" charset="-122"/>
                <a:cs typeface="VTB Group Light" pitchFamily="34" charset="-120"/>
              </a:rPr>
              <a:t>Образец текста</a:t>
            </a:r>
            <a:endParaRPr lang="en-US" sz="1400" dirty="0"/>
          </a:p>
        </p:txBody>
      </p:sp>
      <p:sp>
        <p:nvSpPr>
          <p:cNvPr id="28" name="Номер слайда 61">
            <a:extLst>
              <a:ext uri="{FF2B5EF4-FFF2-40B4-BE49-F238E27FC236}">
                <a16:creationId xmlns:a16="http://schemas.microsoft.com/office/drawing/2014/main" id="{4B3CCE28-E7E0-403A-B034-114643900A0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F891E-63B0-45CA-9A92-96A490F157E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E25524F-03A3-4C05-8759-4E2C8A2DD4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07D207F9-024E-43D3-88C4-A978615F851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913296" y="1535874"/>
            <a:ext cx="4707003" cy="50985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раздела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CFD4DAE-EC25-475D-978A-9222B19796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350000" y="2365375"/>
            <a:ext cx="5254625" cy="1736725"/>
          </a:xfrm>
          <a:prstGeom prst="rect">
            <a:avLst/>
          </a:prstGeom>
        </p:spPr>
        <p:txBody>
          <a:bodyPr lIns="0" tIns="0" rIns="0" bIns="0"/>
          <a:lstStyle>
            <a:lvl1pPr marL="177800" indent="-177800">
              <a:buClr>
                <a:schemeClr val="accent1"/>
              </a:buClr>
              <a:buSzPct val="120000"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4C99A5C8-4F60-4412-AA31-B9831CCADDD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130227" y="1514601"/>
            <a:ext cx="4625919" cy="50985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раздела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4343818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Вертикальные карточ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kern="200" cap="all" spc="-100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3 Вертикальные карточки</a:t>
            </a:r>
          </a:p>
        </p:txBody>
      </p:sp>
      <p:sp>
        <p:nvSpPr>
          <p:cNvPr id="28" name="Номер слайда 61">
            <a:extLst>
              <a:ext uri="{FF2B5EF4-FFF2-40B4-BE49-F238E27FC236}">
                <a16:creationId xmlns:a16="http://schemas.microsoft.com/office/drawing/2014/main" id="{4B3CCE28-E7E0-403A-B034-114643900A0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F891E-63B0-45CA-9A92-96A490F157E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E25524F-03A3-4C05-8759-4E2C8A2DD4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38" name="Текст 7">
            <a:extLst>
              <a:ext uri="{FF2B5EF4-FFF2-40B4-BE49-F238E27FC236}">
                <a16:creationId xmlns:a16="http://schemas.microsoft.com/office/drawing/2014/main" id="{F40AA270-8957-4F14-8503-2A0D8057F2E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87376" y="2365945"/>
            <a:ext cx="3274620" cy="360896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lang="ru-RU" sz="1400" kern="0" spc="-10" dirty="0">
                <a:solidFill>
                  <a:srgbClr val="6B7683"/>
                </a:solidFill>
                <a:latin typeface="VTB Group Light" pitchFamily="34" charset="0"/>
                <a:ea typeface="VTB Group Light" pitchFamily="34" charset="-122"/>
                <a:cs typeface="VTB Group Light" pitchFamily="34" charset="-120"/>
              </a:rPr>
              <a:t>Образец текста</a:t>
            </a:r>
            <a:endParaRPr lang="en-US" sz="14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C6EF8C7-3D96-4813-A2DC-D70244D4252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902559" y="1524185"/>
            <a:ext cx="2721684" cy="48755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раздела</a:t>
            </a:r>
            <a:endParaRPr lang="ru-RU" dirty="0"/>
          </a:p>
        </p:txBody>
      </p:sp>
      <p:sp>
        <p:nvSpPr>
          <p:cNvPr id="54" name="Текст 3">
            <a:extLst>
              <a:ext uri="{FF2B5EF4-FFF2-40B4-BE49-F238E27FC236}">
                <a16:creationId xmlns:a16="http://schemas.microsoft.com/office/drawing/2014/main" id="{CF08A062-F4E6-4849-95CC-ED36DE3BAD2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180191" y="1524185"/>
            <a:ext cx="2721684" cy="48755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раздела</a:t>
            </a:r>
            <a:endParaRPr lang="ru-RU" dirty="0"/>
          </a:p>
        </p:txBody>
      </p:sp>
      <p:sp>
        <p:nvSpPr>
          <p:cNvPr id="74" name="Текст 3">
            <a:extLst>
              <a:ext uri="{FF2B5EF4-FFF2-40B4-BE49-F238E27FC236}">
                <a16:creationId xmlns:a16="http://schemas.microsoft.com/office/drawing/2014/main" id="{B3D4F3EF-1458-437C-BE5F-A141CBE5FDB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051472" y="1525753"/>
            <a:ext cx="2721684" cy="48755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раздела</a:t>
            </a:r>
            <a:endParaRPr lang="ru-RU" dirty="0"/>
          </a:p>
        </p:txBody>
      </p:sp>
      <p:sp>
        <p:nvSpPr>
          <p:cNvPr id="26" name="Текст 4">
            <a:extLst>
              <a:ext uri="{FF2B5EF4-FFF2-40B4-BE49-F238E27FC236}">
                <a16:creationId xmlns:a16="http://schemas.microsoft.com/office/drawing/2014/main" id="{AF0923DF-DC38-4E85-A2A6-EA18DF245BF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293100" y="2365375"/>
            <a:ext cx="3311525" cy="3599880"/>
          </a:xfrm>
          <a:prstGeom prst="rect">
            <a:avLst/>
          </a:prstGeom>
        </p:spPr>
        <p:txBody>
          <a:bodyPr lIns="0" tIns="0" rIns="0" bIns="0"/>
          <a:lstStyle>
            <a:lvl1pPr marL="177800" indent="-177800">
              <a:buClr>
                <a:schemeClr val="accent1"/>
              </a:buClr>
              <a:buSzPct val="120000"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7" name="Текст 4">
            <a:extLst>
              <a:ext uri="{FF2B5EF4-FFF2-40B4-BE49-F238E27FC236}">
                <a16:creationId xmlns:a16="http://schemas.microsoft.com/office/drawing/2014/main" id="{222EDED0-AAF1-43EC-AA3D-AAFF6016A9B9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4445321" y="2375470"/>
            <a:ext cx="3311525" cy="3599880"/>
          </a:xfrm>
          <a:prstGeom prst="rect">
            <a:avLst/>
          </a:prstGeom>
        </p:spPr>
        <p:txBody>
          <a:bodyPr lIns="0" tIns="0" rIns="0" bIns="0"/>
          <a:lstStyle>
            <a:lvl1pPr marL="177800" indent="-177800">
              <a:buClr>
                <a:schemeClr val="accent2"/>
              </a:buClr>
              <a:buSzPct val="120000"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733942413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Вертикальные карточки с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8300"/>
            <a:ext cx="9155664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kern="200" cap="all" spc="-100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3 вертикальные карточки с фото</a:t>
            </a:r>
          </a:p>
        </p:txBody>
      </p:sp>
      <p:sp>
        <p:nvSpPr>
          <p:cNvPr id="28" name="Номер слайда 61">
            <a:extLst>
              <a:ext uri="{FF2B5EF4-FFF2-40B4-BE49-F238E27FC236}">
                <a16:creationId xmlns:a16="http://schemas.microsoft.com/office/drawing/2014/main" id="{4B3CCE28-E7E0-403A-B034-114643900A0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F891E-63B0-45CA-9A92-96A490F157E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E25524F-03A3-4C05-8759-4E2C8A2DD4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38" name="Текст 7">
            <a:extLst>
              <a:ext uri="{FF2B5EF4-FFF2-40B4-BE49-F238E27FC236}">
                <a16:creationId xmlns:a16="http://schemas.microsoft.com/office/drawing/2014/main" id="{F40AA270-8957-4F14-8503-2A0D8057F2E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87376" y="2365945"/>
            <a:ext cx="3274620" cy="182505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>
                <a:effectLst/>
              </a:rPr>
              <a:t>Образец текста</a:t>
            </a:r>
          </a:p>
          <a:p>
            <a:pPr marL="0" marR="0" lvl="0" indent="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>
                <a:effectLst/>
              </a:rPr>
              <a:t>Образец текста</a:t>
            </a:r>
          </a:p>
          <a:p>
            <a:pPr marL="0" marR="0" lvl="0" indent="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ru-RU" dirty="0">
              <a:effectLst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C6EF8C7-3D96-4813-A2DC-D70244D4252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902559" y="1524185"/>
            <a:ext cx="2721684" cy="48755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54" name="Текст 3">
            <a:extLst>
              <a:ext uri="{FF2B5EF4-FFF2-40B4-BE49-F238E27FC236}">
                <a16:creationId xmlns:a16="http://schemas.microsoft.com/office/drawing/2014/main" id="{CF08A062-F4E6-4849-95CC-ED36DE3BAD2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180191" y="1524185"/>
            <a:ext cx="2721684" cy="48755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74" name="Текст 3">
            <a:extLst>
              <a:ext uri="{FF2B5EF4-FFF2-40B4-BE49-F238E27FC236}">
                <a16:creationId xmlns:a16="http://schemas.microsoft.com/office/drawing/2014/main" id="{B3D4F3EF-1458-437C-BE5F-A141CBE5FDB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051472" y="1525753"/>
            <a:ext cx="2721684" cy="48755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30" name="Текст 4">
            <a:extLst>
              <a:ext uri="{FF2B5EF4-FFF2-40B4-BE49-F238E27FC236}">
                <a16:creationId xmlns:a16="http://schemas.microsoft.com/office/drawing/2014/main" id="{BC770120-677C-4DE8-B92C-D9781776F8D9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293100" y="2365375"/>
            <a:ext cx="3311525" cy="1815530"/>
          </a:xfrm>
          <a:prstGeom prst="rect">
            <a:avLst/>
          </a:prstGeom>
        </p:spPr>
        <p:txBody>
          <a:bodyPr lIns="0" tIns="0" rIns="0" bIns="0"/>
          <a:lstStyle>
            <a:lvl1pPr marL="177800" indent="-177800">
              <a:buClr>
                <a:schemeClr val="accent1"/>
              </a:buClr>
              <a:buSzPct val="120000"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2" name="Текст 4">
            <a:extLst>
              <a:ext uri="{FF2B5EF4-FFF2-40B4-BE49-F238E27FC236}">
                <a16:creationId xmlns:a16="http://schemas.microsoft.com/office/drawing/2014/main" id="{F7C8BF14-11C2-48D9-96D2-BDE05A40C967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4445321" y="2375470"/>
            <a:ext cx="3311525" cy="1815530"/>
          </a:xfrm>
          <a:prstGeom prst="rect">
            <a:avLst/>
          </a:prstGeom>
        </p:spPr>
        <p:txBody>
          <a:bodyPr lIns="0" tIns="0" rIns="0" bIns="0"/>
          <a:lstStyle>
            <a:lvl1pPr marL="177800" indent="-177800">
              <a:buClr>
                <a:schemeClr val="accent2"/>
              </a:buClr>
              <a:buSzPct val="120000"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5942358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Вертикальные карточ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sult Title [Figma 9043:6384]">
            <a:extLst>
              <a:ext uri="{FF2B5EF4-FFF2-40B4-BE49-F238E27FC236}">
                <a16:creationId xmlns:a16="http://schemas.microsoft.com/office/drawing/2014/main" id="{40C96AB4-6FCA-4126-A57C-E8E73E021FF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239250" y="1485900"/>
            <a:ext cx="1060450" cy="327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VTB Group"/>
              </a:defRPr>
            </a:lvl1pPr>
            <a:lvl2pPr marL="742950" indent="-285750">
              <a:defRPr>
                <a:solidFill>
                  <a:schemeClr val="tx1"/>
                </a:solidFill>
                <a:latin typeface="VTB Group"/>
              </a:defRPr>
            </a:lvl2pPr>
            <a:lvl3pPr marL="1143000" indent="-228600">
              <a:defRPr>
                <a:solidFill>
                  <a:schemeClr val="tx1"/>
                </a:solidFill>
                <a:latin typeface="VTB Group"/>
              </a:defRPr>
            </a:lvl3pPr>
            <a:lvl4pPr marL="1600200" indent="-228600">
              <a:defRPr>
                <a:solidFill>
                  <a:schemeClr val="tx1"/>
                </a:solidFill>
                <a:latin typeface="VTB Group"/>
              </a:defRPr>
            </a:lvl4pPr>
            <a:lvl5pPr marL="2057400" indent="-228600">
              <a:defRPr>
                <a:solidFill>
                  <a:schemeClr val="tx1"/>
                </a:solidFill>
                <a:latin typeface="VTB Group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9pPr>
          </a:lstStyle>
          <a:p>
            <a:pPr eaLnBrk="1" hangingPunct="1">
              <a:defRPr/>
            </a:pPr>
            <a:endParaRPr lang="en-US" altLang="ru-RU" sz="2000" dirty="0">
              <a:latin typeface="VTB Group Book" panose="020B0503040504020204" pitchFamily="34" charset="-52"/>
            </a:endParaRPr>
          </a:p>
        </p:txBody>
      </p:sp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4 вертикальные карточки</a:t>
            </a:r>
          </a:p>
        </p:txBody>
      </p:sp>
      <p:sp>
        <p:nvSpPr>
          <p:cNvPr id="39" name="Текст 2"/>
          <p:cNvSpPr>
            <a:spLocks noGrp="1"/>
          </p:cNvSpPr>
          <p:nvPr>
            <p:ph type="body" sz="quarter" idx="27"/>
          </p:nvPr>
        </p:nvSpPr>
        <p:spPr>
          <a:xfrm>
            <a:off x="571486" y="2322768"/>
            <a:ext cx="2368204" cy="38684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40"/>
              </a:lnSpc>
              <a:buNone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</a:p>
          <a:p>
            <a:pPr marL="0" marR="0" lvl="0" indent="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>
                <a:effectLst/>
              </a:rPr>
              <a:t>Образец текста</a:t>
            </a:r>
          </a:p>
          <a:p>
            <a:pPr lvl="0"/>
            <a:endParaRPr lang="ru-RU" dirty="0">
              <a:effectLst/>
            </a:endParaRPr>
          </a:p>
        </p:txBody>
      </p:sp>
      <p:sp>
        <p:nvSpPr>
          <p:cNvPr id="28" name="Номер слайда 61">
            <a:extLst>
              <a:ext uri="{FF2B5EF4-FFF2-40B4-BE49-F238E27FC236}">
                <a16:creationId xmlns:a16="http://schemas.microsoft.com/office/drawing/2014/main" id="{4B3CCE28-E7E0-403A-B034-114643900A0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F891E-63B0-45CA-9A92-96A490F157E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E25524F-03A3-4C05-8759-4E2C8A2DD4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4F340843-AA78-474D-8F7E-EE14AADD7A6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30273" y="1517115"/>
            <a:ext cx="1822494" cy="504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78" name="Текст 3">
            <a:extLst>
              <a:ext uri="{FF2B5EF4-FFF2-40B4-BE49-F238E27FC236}">
                <a16:creationId xmlns:a16="http://schemas.microsoft.com/office/drawing/2014/main" id="{14B370E1-7C12-492A-BD26-28FAB4C6D12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038217" y="1517116"/>
            <a:ext cx="1822494" cy="504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85" name="Текст 3">
            <a:extLst>
              <a:ext uri="{FF2B5EF4-FFF2-40B4-BE49-F238E27FC236}">
                <a16:creationId xmlns:a16="http://schemas.microsoft.com/office/drawing/2014/main" id="{29F2796F-7C20-46E7-893B-1A52B259BCB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07905" y="1526161"/>
            <a:ext cx="1822494" cy="504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92" name="Текст 3">
            <a:extLst>
              <a:ext uri="{FF2B5EF4-FFF2-40B4-BE49-F238E27FC236}">
                <a16:creationId xmlns:a16="http://schemas.microsoft.com/office/drawing/2014/main" id="{98BAC7AF-B6B5-4C80-9A10-C4C45F5075B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816893" y="1517117"/>
            <a:ext cx="1822494" cy="504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97" name="Текст 2">
            <a:extLst>
              <a:ext uri="{FF2B5EF4-FFF2-40B4-BE49-F238E27FC236}">
                <a16:creationId xmlns:a16="http://schemas.microsoft.com/office/drawing/2014/main" id="{D63239EA-5842-4CE2-A36B-F34246318033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3467415" y="2316467"/>
            <a:ext cx="2368204" cy="3874783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440"/>
              </a:lnSpc>
              <a:buClr>
                <a:schemeClr val="accent2"/>
              </a:buClr>
              <a:buSzPct val="120000"/>
              <a:buFont typeface="VTB Group Light" panose="020B0403040504020204" pitchFamily="34" charset="-52"/>
              <a:buChar char="•"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</a:p>
          <a:p>
            <a:pPr marL="171450" marR="0" lvl="0" indent="-17145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20000"/>
              <a:buFont typeface="VTB Group Light" panose="020B0403040504020204" pitchFamily="34" charset="-52"/>
              <a:buChar char="•"/>
              <a:tabLst/>
              <a:defRPr/>
            </a:pPr>
            <a:r>
              <a:rPr lang="ru-RU" dirty="0">
                <a:effectLst/>
              </a:rPr>
              <a:t>Образец текста</a:t>
            </a:r>
          </a:p>
          <a:p>
            <a:pPr marL="171450" marR="0" lvl="0" indent="-17145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20000"/>
              <a:buFont typeface="VTB Group Light" panose="020B0403040504020204" pitchFamily="34" charset="-52"/>
              <a:buChar char="•"/>
              <a:tabLst/>
              <a:defRPr/>
            </a:pPr>
            <a:endParaRPr lang="ru-RU" dirty="0">
              <a:effectLst/>
            </a:endParaRPr>
          </a:p>
          <a:p>
            <a:pPr lvl="0"/>
            <a:endParaRPr lang="ru-RU" dirty="0">
              <a:effectLst/>
            </a:endParaRPr>
          </a:p>
        </p:txBody>
      </p:sp>
      <p:sp>
        <p:nvSpPr>
          <p:cNvPr id="99" name="Текст 2">
            <a:extLst>
              <a:ext uri="{FF2B5EF4-FFF2-40B4-BE49-F238E27FC236}">
                <a16:creationId xmlns:a16="http://schemas.microsoft.com/office/drawing/2014/main" id="{69C42475-5A44-4C6D-A727-1ECA57C33406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346220" y="2314561"/>
            <a:ext cx="2368204" cy="3874783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440"/>
              </a:lnSpc>
              <a:buClr>
                <a:schemeClr val="accent1"/>
              </a:buClr>
              <a:buSzPct val="120000"/>
              <a:buFont typeface="VTB Group Light" panose="020B0403040504020204" pitchFamily="34" charset="-52"/>
              <a:buChar char="•"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</a:p>
          <a:p>
            <a:pPr marL="171450" marR="0" lvl="0" indent="-17145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20000"/>
              <a:buFont typeface="VTB Group Light" panose="020B0403040504020204" pitchFamily="34" charset="-52"/>
              <a:buChar char="•"/>
              <a:tabLst/>
              <a:defRPr/>
            </a:pPr>
            <a:r>
              <a:rPr lang="ru-RU" dirty="0">
                <a:effectLst/>
              </a:rPr>
              <a:t>Образец текста</a:t>
            </a:r>
          </a:p>
          <a:p>
            <a:pPr marL="171450" marR="0" lvl="0" indent="-17145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20000"/>
              <a:buFont typeface="VTB Group Light" panose="020B0403040504020204" pitchFamily="34" charset="-52"/>
              <a:buChar char="•"/>
              <a:tabLst/>
              <a:defRPr/>
            </a:pPr>
            <a:endParaRPr lang="ru-RU" dirty="0">
              <a:effectLst/>
            </a:endParaRPr>
          </a:p>
          <a:p>
            <a:pPr lvl="0"/>
            <a:endParaRPr lang="ru-RU" dirty="0">
              <a:effectLst/>
            </a:endParaRPr>
          </a:p>
        </p:txBody>
      </p:sp>
      <p:sp>
        <p:nvSpPr>
          <p:cNvPr id="100" name="Текст 2">
            <a:extLst>
              <a:ext uri="{FF2B5EF4-FFF2-40B4-BE49-F238E27FC236}">
                <a16:creationId xmlns:a16="http://schemas.microsoft.com/office/drawing/2014/main" id="{3DF87732-73DF-4509-A166-5CF822C5F476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9236857" y="2332373"/>
            <a:ext cx="2368204" cy="3856971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1440"/>
              </a:lnSpc>
              <a:buClr>
                <a:schemeClr val="accent1"/>
              </a:buClr>
              <a:buFont typeface="+mj-lt"/>
              <a:buAutoNum type="arabicPeriod"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</a:p>
          <a:p>
            <a:pPr lvl="0"/>
            <a:r>
              <a:rPr lang="ru-RU" dirty="0">
                <a:effectLst/>
              </a:rPr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47092502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Вертикальные карточки с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sult Title [Figma 9043:6384]">
            <a:extLst>
              <a:ext uri="{FF2B5EF4-FFF2-40B4-BE49-F238E27FC236}">
                <a16:creationId xmlns:a16="http://schemas.microsoft.com/office/drawing/2014/main" id="{40C96AB4-6FCA-4126-A57C-E8E73E021FF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239250" y="1485900"/>
            <a:ext cx="1060450" cy="327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VTB Group"/>
              </a:defRPr>
            </a:lvl1pPr>
            <a:lvl2pPr marL="742950" indent="-285750">
              <a:defRPr>
                <a:solidFill>
                  <a:schemeClr val="tx1"/>
                </a:solidFill>
                <a:latin typeface="VTB Group"/>
              </a:defRPr>
            </a:lvl2pPr>
            <a:lvl3pPr marL="1143000" indent="-228600">
              <a:defRPr>
                <a:solidFill>
                  <a:schemeClr val="tx1"/>
                </a:solidFill>
                <a:latin typeface="VTB Group"/>
              </a:defRPr>
            </a:lvl3pPr>
            <a:lvl4pPr marL="1600200" indent="-228600">
              <a:defRPr>
                <a:solidFill>
                  <a:schemeClr val="tx1"/>
                </a:solidFill>
                <a:latin typeface="VTB Group"/>
              </a:defRPr>
            </a:lvl4pPr>
            <a:lvl5pPr marL="2057400" indent="-228600">
              <a:defRPr>
                <a:solidFill>
                  <a:schemeClr val="tx1"/>
                </a:solidFill>
                <a:latin typeface="VTB Group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9pPr>
          </a:lstStyle>
          <a:p>
            <a:pPr eaLnBrk="1" hangingPunct="1">
              <a:defRPr/>
            </a:pPr>
            <a:endParaRPr lang="en-US" altLang="ru-RU" sz="2000" dirty="0">
              <a:latin typeface="VTB Group Book" panose="020B0503040504020204" pitchFamily="34" charset="-52"/>
            </a:endParaRPr>
          </a:p>
        </p:txBody>
      </p:sp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4 вертикальные карточки с фото</a:t>
            </a:r>
          </a:p>
        </p:txBody>
      </p:sp>
      <p:sp>
        <p:nvSpPr>
          <p:cNvPr id="39" name="Текст 2"/>
          <p:cNvSpPr>
            <a:spLocks noGrp="1"/>
          </p:cNvSpPr>
          <p:nvPr>
            <p:ph type="body" sz="quarter" idx="27"/>
          </p:nvPr>
        </p:nvSpPr>
        <p:spPr>
          <a:xfrm>
            <a:off x="571486" y="2322768"/>
            <a:ext cx="2368204" cy="19349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40"/>
              </a:lnSpc>
              <a:buNone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</a:p>
          <a:p>
            <a:pPr marL="0" marR="0" lvl="0" indent="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>
                <a:effectLst/>
              </a:rPr>
              <a:t>Образец текста</a:t>
            </a:r>
          </a:p>
          <a:p>
            <a:pPr lvl="0"/>
            <a:endParaRPr lang="ru-RU" dirty="0">
              <a:effectLst/>
            </a:endParaRPr>
          </a:p>
        </p:txBody>
      </p:sp>
      <p:sp>
        <p:nvSpPr>
          <p:cNvPr id="28" name="Номер слайда 61">
            <a:extLst>
              <a:ext uri="{FF2B5EF4-FFF2-40B4-BE49-F238E27FC236}">
                <a16:creationId xmlns:a16="http://schemas.microsoft.com/office/drawing/2014/main" id="{4B3CCE28-E7E0-403A-B034-114643900A0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F891E-63B0-45CA-9A92-96A490F157E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E25524F-03A3-4C05-8759-4E2C8A2DD4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4F340843-AA78-474D-8F7E-EE14AADD7A6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30273" y="1517115"/>
            <a:ext cx="1822494" cy="504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78" name="Текст 3">
            <a:extLst>
              <a:ext uri="{FF2B5EF4-FFF2-40B4-BE49-F238E27FC236}">
                <a16:creationId xmlns:a16="http://schemas.microsoft.com/office/drawing/2014/main" id="{14B370E1-7C12-492A-BD26-28FAB4C6D12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038217" y="1517116"/>
            <a:ext cx="1822494" cy="504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85" name="Текст 3">
            <a:extLst>
              <a:ext uri="{FF2B5EF4-FFF2-40B4-BE49-F238E27FC236}">
                <a16:creationId xmlns:a16="http://schemas.microsoft.com/office/drawing/2014/main" id="{29F2796F-7C20-46E7-893B-1A52B259BCB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07905" y="1526161"/>
            <a:ext cx="1822494" cy="504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92" name="Текст 3">
            <a:extLst>
              <a:ext uri="{FF2B5EF4-FFF2-40B4-BE49-F238E27FC236}">
                <a16:creationId xmlns:a16="http://schemas.microsoft.com/office/drawing/2014/main" id="{98BAC7AF-B6B5-4C80-9A10-C4C45F5075B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816893" y="1517117"/>
            <a:ext cx="1822494" cy="504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97" name="Текст 2">
            <a:extLst>
              <a:ext uri="{FF2B5EF4-FFF2-40B4-BE49-F238E27FC236}">
                <a16:creationId xmlns:a16="http://schemas.microsoft.com/office/drawing/2014/main" id="{D63239EA-5842-4CE2-A36B-F34246318033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3467415" y="2316468"/>
            <a:ext cx="2368204" cy="19412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440"/>
              </a:lnSpc>
              <a:buClr>
                <a:schemeClr val="accent2"/>
              </a:buClr>
              <a:buSzPct val="120000"/>
              <a:buFont typeface="VTB Group Light" panose="020B0403040504020204" pitchFamily="34" charset="-52"/>
              <a:buChar char="•"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</a:p>
          <a:p>
            <a:pPr marL="171450" marR="0" lvl="0" indent="-17145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20000"/>
              <a:buFont typeface="VTB Group Light" panose="020B0403040504020204" pitchFamily="34" charset="-52"/>
              <a:buChar char="•"/>
              <a:tabLst/>
              <a:defRPr/>
            </a:pPr>
            <a:r>
              <a:rPr lang="ru-RU" dirty="0">
                <a:effectLst/>
              </a:rPr>
              <a:t>Образец текста</a:t>
            </a:r>
          </a:p>
          <a:p>
            <a:pPr marL="171450" marR="0" lvl="0" indent="-17145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20000"/>
              <a:buFont typeface="VTB Group Light" panose="020B0403040504020204" pitchFamily="34" charset="-52"/>
              <a:buChar char="•"/>
              <a:tabLst/>
              <a:defRPr/>
            </a:pPr>
            <a:endParaRPr lang="ru-RU" dirty="0">
              <a:effectLst/>
            </a:endParaRPr>
          </a:p>
          <a:p>
            <a:pPr lvl="0"/>
            <a:endParaRPr lang="ru-RU" dirty="0">
              <a:effectLst/>
            </a:endParaRPr>
          </a:p>
        </p:txBody>
      </p:sp>
      <p:sp>
        <p:nvSpPr>
          <p:cNvPr id="99" name="Текст 2">
            <a:extLst>
              <a:ext uri="{FF2B5EF4-FFF2-40B4-BE49-F238E27FC236}">
                <a16:creationId xmlns:a16="http://schemas.microsoft.com/office/drawing/2014/main" id="{69C42475-5A44-4C6D-A727-1ECA57C33406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346220" y="2314561"/>
            <a:ext cx="2368204" cy="194311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440"/>
              </a:lnSpc>
              <a:buClr>
                <a:schemeClr val="accent1"/>
              </a:buClr>
              <a:buSzPct val="120000"/>
              <a:buFont typeface="VTB Group Light" panose="020B0403040504020204" pitchFamily="34" charset="-52"/>
              <a:buChar char="•"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</a:p>
          <a:p>
            <a:pPr marL="171450" marR="0" lvl="0" indent="-17145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20000"/>
              <a:buFont typeface="VTB Group Light" panose="020B0403040504020204" pitchFamily="34" charset="-52"/>
              <a:buChar char="•"/>
              <a:tabLst/>
              <a:defRPr/>
            </a:pPr>
            <a:r>
              <a:rPr lang="ru-RU" dirty="0">
                <a:effectLst/>
              </a:rPr>
              <a:t>Образец текста</a:t>
            </a:r>
          </a:p>
          <a:p>
            <a:pPr marL="171450" marR="0" lvl="0" indent="-17145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20000"/>
              <a:buFont typeface="VTB Group Light" panose="020B0403040504020204" pitchFamily="34" charset="-52"/>
              <a:buChar char="•"/>
              <a:tabLst/>
              <a:defRPr/>
            </a:pPr>
            <a:endParaRPr lang="ru-RU" dirty="0">
              <a:effectLst/>
            </a:endParaRPr>
          </a:p>
          <a:p>
            <a:pPr lvl="0"/>
            <a:endParaRPr lang="ru-RU" dirty="0">
              <a:effectLst/>
            </a:endParaRPr>
          </a:p>
        </p:txBody>
      </p:sp>
      <p:sp>
        <p:nvSpPr>
          <p:cNvPr id="100" name="Текст 2">
            <a:extLst>
              <a:ext uri="{FF2B5EF4-FFF2-40B4-BE49-F238E27FC236}">
                <a16:creationId xmlns:a16="http://schemas.microsoft.com/office/drawing/2014/main" id="{3DF87732-73DF-4509-A166-5CF822C5F476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9236857" y="2332373"/>
            <a:ext cx="2368204" cy="1925303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1440"/>
              </a:lnSpc>
              <a:buClr>
                <a:schemeClr val="accent1"/>
              </a:buClr>
              <a:buFont typeface="+mj-lt"/>
              <a:buAutoNum type="arabicPeriod"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</a:p>
          <a:p>
            <a:pPr lvl="0"/>
            <a:r>
              <a:rPr lang="ru-RU" dirty="0">
                <a:effectLst/>
              </a:rPr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794435562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арточки с процес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sult Title [Figma 9043:6384]">
            <a:extLst>
              <a:ext uri="{FF2B5EF4-FFF2-40B4-BE49-F238E27FC236}">
                <a16:creationId xmlns:a16="http://schemas.microsoft.com/office/drawing/2014/main" id="{40C96AB4-6FCA-4126-A57C-E8E73E021FF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239250" y="1485900"/>
            <a:ext cx="1060450" cy="327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VTB Group"/>
              </a:defRPr>
            </a:lvl1pPr>
            <a:lvl2pPr marL="742950" indent="-285750">
              <a:defRPr>
                <a:solidFill>
                  <a:schemeClr val="tx1"/>
                </a:solidFill>
                <a:latin typeface="VTB Group"/>
              </a:defRPr>
            </a:lvl2pPr>
            <a:lvl3pPr marL="1143000" indent="-228600">
              <a:defRPr>
                <a:solidFill>
                  <a:schemeClr val="tx1"/>
                </a:solidFill>
                <a:latin typeface="VTB Group"/>
              </a:defRPr>
            </a:lvl3pPr>
            <a:lvl4pPr marL="1600200" indent="-228600">
              <a:defRPr>
                <a:solidFill>
                  <a:schemeClr val="tx1"/>
                </a:solidFill>
                <a:latin typeface="VTB Group"/>
              </a:defRPr>
            </a:lvl4pPr>
            <a:lvl5pPr marL="2057400" indent="-228600">
              <a:defRPr>
                <a:solidFill>
                  <a:schemeClr val="tx1"/>
                </a:solidFill>
                <a:latin typeface="VTB Group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9pPr>
          </a:lstStyle>
          <a:p>
            <a:pPr eaLnBrk="1" hangingPunct="1">
              <a:defRPr/>
            </a:pPr>
            <a:endParaRPr lang="en-US" altLang="ru-RU" sz="2000" dirty="0">
              <a:latin typeface="VTB Group Book" panose="020B0503040504020204" pitchFamily="34" charset="-52"/>
            </a:endParaRPr>
          </a:p>
        </p:txBody>
      </p:sp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Карточка с процессом</a:t>
            </a:r>
          </a:p>
        </p:txBody>
      </p:sp>
      <p:sp>
        <p:nvSpPr>
          <p:cNvPr id="34" name="Текст 3"/>
          <p:cNvSpPr>
            <a:spLocks noGrp="1"/>
          </p:cNvSpPr>
          <p:nvPr>
            <p:ph type="body" sz="quarter" idx="10" hasCustomPrompt="1"/>
          </p:nvPr>
        </p:nvSpPr>
        <p:spPr>
          <a:xfrm>
            <a:off x="586928" y="1485259"/>
            <a:ext cx="2368222" cy="2444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Шаг 1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25"/>
          </p:nvPr>
        </p:nvSpPr>
        <p:spPr>
          <a:xfrm>
            <a:off x="586928" y="2462557"/>
            <a:ext cx="2368204" cy="30552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40"/>
              </a:lnSpc>
              <a:buNone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26"/>
          </p:nvPr>
        </p:nvSpPr>
        <p:spPr>
          <a:xfrm>
            <a:off x="587375" y="2114173"/>
            <a:ext cx="2367775" cy="2428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200"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9" name="Текст 2"/>
          <p:cNvSpPr>
            <a:spLocks noGrp="1"/>
          </p:cNvSpPr>
          <p:nvPr>
            <p:ph type="body" sz="quarter" idx="27"/>
          </p:nvPr>
        </p:nvSpPr>
        <p:spPr>
          <a:xfrm>
            <a:off x="3466653" y="2461228"/>
            <a:ext cx="2368204" cy="30552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40"/>
              </a:lnSpc>
              <a:buNone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4" name="Текст 7"/>
          <p:cNvSpPr>
            <a:spLocks noGrp="1"/>
          </p:cNvSpPr>
          <p:nvPr>
            <p:ph type="body" sz="quarter" idx="28"/>
          </p:nvPr>
        </p:nvSpPr>
        <p:spPr>
          <a:xfrm>
            <a:off x="3467100" y="2112844"/>
            <a:ext cx="2367775" cy="2428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200"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3" name="Текст 2"/>
          <p:cNvSpPr>
            <a:spLocks noGrp="1"/>
          </p:cNvSpPr>
          <p:nvPr>
            <p:ph type="body" sz="quarter" idx="29"/>
          </p:nvPr>
        </p:nvSpPr>
        <p:spPr>
          <a:xfrm>
            <a:off x="6347966" y="2462557"/>
            <a:ext cx="2368204" cy="30552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40"/>
              </a:lnSpc>
              <a:buNone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5" name="Текст 7"/>
          <p:cNvSpPr>
            <a:spLocks noGrp="1"/>
          </p:cNvSpPr>
          <p:nvPr>
            <p:ph type="body" sz="quarter" idx="30"/>
          </p:nvPr>
        </p:nvSpPr>
        <p:spPr>
          <a:xfrm>
            <a:off x="6348413" y="2114173"/>
            <a:ext cx="2367775" cy="2428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200"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6" name="Текст 2"/>
          <p:cNvSpPr>
            <a:spLocks noGrp="1"/>
          </p:cNvSpPr>
          <p:nvPr>
            <p:ph type="body" sz="quarter" idx="31"/>
          </p:nvPr>
        </p:nvSpPr>
        <p:spPr>
          <a:xfrm>
            <a:off x="9227691" y="2465980"/>
            <a:ext cx="2368204" cy="30552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40"/>
              </a:lnSpc>
              <a:buNone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7" name="Текст 7"/>
          <p:cNvSpPr>
            <a:spLocks noGrp="1"/>
          </p:cNvSpPr>
          <p:nvPr>
            <p:ph type="body" sz="quarter" idx="32"/>
          </p:nvPr>
        </p:nvSpPr>
        <p:spPr>
          <a:xfrm>
            <a:off x="9228138" y="2117596"/>
            <a:ext cx="2367775" cy="2428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2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6" name="Текст 3"/>
          <p:cNvSpPr>
            <a:spLocks noGrp="1"/>
          </p:cNvSpPr>
          <p:nvPr>
            <p:ph type="body" sz="quarter" idx="33" hasCustomPrompt="1"/>
          </p:nvPr>
        </p:nvSpPr>
        <p:spPr>
          <a:xfrm>
            <a:off x="3467100" y="1485259"/>
            <a:ext cx="2368222" cy="2444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Шаг 2</a:t>
            </a:r>
          </a:p>
        </p:txBody>
      </p:sp>
      <p:sp>
        <p:nvSpPr>
          <p:cNvPr id="67" name="Текст 3"/>
          <p:cNvSpPr>
            <a:spLocks noGrp="1"/>
          </p:cNvSpPr>
          <p:nvPr>
            <p:ph type="body" sz="quarter" idx="34" hasCustomPrompt="1"/>
          </p:nvPr>
        </p:nvSpPr>
        <p:spPr>
          <a:xfrm>
            <a:off x="6356325" y="1485259"/>
            <a:ext cx="2368222" cy="2444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Шаг 3</a:t>
            </a:r>
          </a:p>
        </p:txBody>
      </p:sp>
      <p:sp>
        <p:nvSpPr>
          <p:cNvPr id="68" name="Текст 3"/>
          <p:cNvSpPr>
            <a:spLocks noGrp="1"/>
          </p:cNvSpPr>
          <p:nvPr>
            <p:ph type="body" sz="quarter" idx="35" hasCustomPrompt="1"/>
          </p:nvPr>
        </p:nvSpPr>
        <p:spPr>
          <a:xfrm>
            <a:off x="9239019" y="1485259"/>
            <a:ext cx="2368222" cy="2444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Шаг 4</a:t>
            </a:r>
          </a:p>
        </p:txBody>
      </p:sp>
      <p:sp>
        <p:nvSpPr>
          <p:cNvPr id="28" name="Номер слайда 61">
            <a:extLst>
              <a:ext uri="{FF2B5EF4-FFF2-40B4-BE49-F238E27FC236}">
                <a16:creationId xmlns:a16="http://schemas.microsoft.com/office/drawing/2014/main" id="{4B3CCE28-E7E0-403A-B034-114643900A0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F891E-63B0-45CA-9A92-96A490F157E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E25524F-03A3-4C05-8759-4E2C8A2DD4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313620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арточка + фото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54A704A-F1FF-4B1F-AFA1-DD244AA826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8" name="Номер слайда 61">
            <a:extLst>
              <a:ext uri="{FF2B5EF4-FFF2-40B4-BE49-F238E27FC236}">
                <a16:creationId xmlns:a16="http://schemas.microsoft.com/office/drawing/2014/main" id="{4B3CCE28-E7E0-403A-B034-114643900A0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F891E-63B0-45CA-9A92-96A490F157E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E25524F-03A3-4C05-8759-4E2C8A2DD4B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30" name="Paragraph [Figma 9914:16679]">
            <a:extLst>
              <a:ext uri="{FF2B5EF4-FFF2-40B4-BE49-F238E27FC236}">
                <a16:creationId xmlns:a16="http://schemas.microsoft.com/office/drawing/2014/main" id="{F9885F08-9AB6-4BF4-8F80-48174250E92C}"/>
              </a:ext>
            </a:extLst>
          </p:cNvPr>
          <p:cNvSpPr txBox="1"/>
          <p:nvPr userDrawn="1"/>
        </p:nvSpPr>
        <p:spPr>
          <a:xfrm>
            <a:off x="11759903" y="6440006"/>
            <a:ext cx="114297" cy="140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kern="0" spc="-15" dirty="0">
                <a:solidFill>
                  <a:srgbClr val="A3ABB4"/>
                </a:solidFill>
                <a:latin typeface="VTB Group Book" panose="020B0503040504020204" pitchFamily="34" charset="-52"/>
                <a:ea typeface="VTB Group" pitchFamily="34" charset="-122"/>
                <a:cs typeface="VTB Group" pitchFamily="34" charset="-120"/>
              </a:rPr>
              <a:t>01</a:t>
            </a:r>
            <a:endParaRPr lang="en-US" sz="800" dirty="0">
              <a:latin typeface="VTB Group Book" panose="020B0503040504020204" pitchFamily="34" charset="-52"/>
            </a:endParaRPr>
          </a:p>
        </p:txBody>
      </p:sp>
      <p:pic>
        <p:nvPicPr>
          <p:cNvPr id="82" name="Line [Figma 9914:16764]" descr="Line. градиент в обводке">
            <a:extLst>
              <a:ext uri="{FF2B5EF4-FFF2-40B4-BE49-F238E27FC236}">
                <a16:creationId xmlns:a16="http://schemas.microsoft.com/office/drawing/2014/main" id="{C4FE02D0-EE44-4F28-B2E7-EBD1042B30D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6865" y="0"/>
            <a:ext cx="6350" cy="6857829"/>
          </a:xfrm>
          <a:prstGeom prst="rect">
            <a:avLst/>
          </a:prstGeom>
        </p:spPr>
      </p:pic>
      <p:pic>
        <p:nvPicPr>
          <p:cNvPr id="83" name="Vector [Figma 9914:16765]" descr="Vector. градиент в обводке">
            <a:extLst>
              <a:ext uri="{FF2B5EF4-FFF2-40B4-BE49-F238E27FC236}">
                <a16:creationId xmlns:a16="http://schemas.microsoft.com/office/drawing/2014/main" id="{0516C773-3744-4EA5-8E96-16FC2FE68CCC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82233" y="1684943"/>
            <a:ext cx="11893246" cy="4432189"/>
          </a:xfrm>
          <a:prstGeom prst="rect">
            <a:avLst/>
          </a:prstGeom>
        </p:spPr>
      </p:pic>
      <p:pic>
        <p:nvPicPr>
          <p:cNvPr id="88" name="Vector 33 [Figma 9914:16773]" descr="Vector 33. градиент в обводке">
            <a:extLst>
              <a:ext uri="{FF2B5EF4-FFF2-40B4-BE49-F238E27FC236}">
                <a16:creationId xmlns:a16="http://schemas.microsoft.com/office/drawing/2014/main" id="{4B23F869-159B-46E1-AA4D-093619C24638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12740" y="3930552"/>
            <a:ext cx="4076598" cy="6350"/>
          </a:xfrm>
          <a:prstGeom prst="rect">
            <a:avLst/>
          </a:prstGeom>
        </p:spPr>
      </p:pic>
      <p:pic>
        <p:nvPicPr>
          <p:cNvPr id="94" name="Vector 34 [Figma 9914:16777]" descr="Vector 34. градиент в обводке">
            <a:extLst>
              <a:ext uri="{FF2B5EF4-FFF2-40B4-BE49-F238E27FC236}">
                <a16:creationId xmlns:a16="http://schemas.microsoft.com/office/drawing/2014/main" id="{B93B64BA-F822-43DD-AEED-5ACCCC039406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12740" y="4660783"/>
            <a:ext cx="4076598" cy="6350"/>
          </a:xfrm>
          <a:prstGeom prst="rect">
            <a:avLst/>
          </a:prstGeom>
        </p:spPr>
      </p:pic>
      <p:pic>
        <p:nvPicPr>
          <p:cNvPr id="98" name="Vector 35 [Figma 9914:16781]" descr="Vector 35. градиент в обводке">
            <a:extLst>
              <a:ext uri="{FF2B5EF4-FFF2-40B4-BE49-F238E27FC236}">
                <a16:creationId xmlns:a16="http://schemas.microsoft.com/office/drawing/2014/main" id="{0CEE9480-05A3-4121-908E-221F44541922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12740" y="5391015"/>
            <a:ext cx="4076598" cy="6350"/>
          </a:xfrm>
          <a:prstGeom prst="rect">
            <a:avLst/>
          </a:prstGeom>
        </p:spPr>
      </p:pic>
      <p:pic>
        <p:nvPicPr>
          <p:cNvPr id="102" name="Vector 183 [Figma 9914:16791]" descr="Vector 183. отражение или наклон">
            <a:extLst>
              <a:ext uri="{FF2B5EF4-FFF2-40B4-BE49-F238E27FC236}">
                <a16:creationId xmlns:a16="http://schemas.microsoft.com/office/drawing/2014/main" id="{B1E52D53-4702-47EC-B7F4-0D8375FDBEE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0987" y="1698583"/>
            <a:ext cx="38099" cy="4429014"/>
          </a:xfrm>
          <a:prstGeom prst="rect">
            <a:avLst/>
          </a:prstGeom>
        </p:spPr>
      </p:pic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8300"/>
            <a:ext cx="7797810" cy="102870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solidFill>
                  <a:schemeClr val="bg1"/>
                </a:solidFill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Карточка + фото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CF15E343-C6BA-4E22-8A61-391DF55096A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060424" y="3330063"/>
            <a:ext cx="4359305" cy="468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3" name="Текст 12">
            <a:extLst>
              <a:ext uri="{FF2B5EF4-FFF2-40B4-BE49-F238E27FC236}">
                <a16:creationId xmlns:a16="http://schemas.microsoft.com/office/drawing/2014/main" id="{AE93EA79-A89E-4703-AF26-01AFA548548E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060424" y="4072923"/>
            <a:ext cx="4359305" cy="468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4" name="Текст 12">
            <a:extLst>
              <a:ext uri="{FF2B5EF4-FFF2-40B4-BE49-F238E27FC236}">
                <a16:creationId xmlns:a16="http://schemas.microsoft.com/office/drawing/2014/main" id="{8FBFF8D3-43B4-4A6B-AE46-37069EAD23B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060424" y="4796804"/>
            <a:ext cx="4359305" cy="468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5" name="Текст 12">
            <a:extLst>
              <a:ext uri="{FF2B5EF4-FFF2-40B4-BE49-F238E27FC236}">
                <a16:creationId xmlns:a16="http://schemas.microsoft.com/office/drawing/2014/main" id="{A6F161CB-7A9F-4972-A85E-CC4405831874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064438" y="5519269"/>
            <a:ext cx="4359305" cy="468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2" name="Текст 21">
            <a:extLst>
              <a:ext uri="{FF2B5EF4-FFF2-40B4-BE49-F238E27FC236}">
                <a16:creationId xmlns:a16="http://schemas.microsoft.com/office/drawing/2014/main" id="{0A348889-2100-4835-88BB-9885FBCC4EEE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523549" y="1815270"/>
            <a:ext cx="4900194" cy="12089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000"/>
              </a:lnSpc>
              <a:buNone/>
              <a:defRPr sz="18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26818487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арточка + фото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74" y="370687"/>
            <a:ext cx="9154800" cy="49594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Карточка + фото</a:t>
            </a:r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4233B6F-F0ED-4FDE-B00E-BB76299C06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94C1B-C881-42F5-9B4F-0D613082994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F3D2157-8889-45C3-9EEB-E6CE7315C1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10" name="Текст 9">
            <a:extLst>
              <a:ext uri="{FF2B5EF4-FFF2-40B4-BE49-F238E27FC236}">
                <a16:creationId xmlns:a16="http://schemas.microsoft.com/office/drawing/2014/main" id="{E6694DAF-00CB-464F-9EBC-EC1E1AB02AF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1487" y="1520825"/>
            <a:ext cx="4159144" cy="7225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0" name="Текст 9">
            <a:extLst>
              <a:ext uri="{FF2B5EF4-FFF2-40B4-BE49-F238E27FC236}">
                <a16:creationId xmlns:a16="http://schemas.microsoft.com/office/drawing/2014/main" id="{8A1F07A6-16AD-4835-BEB6-BDA0505C89A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35495" y="2677928"/>
            <a:ext cx="3695136" cy="67054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1" name="Текст 9">
            <a:extLst>
              <a:ext uri="{FF2B5EF4-FFF2-40B4-BE49-F238E27FC236}">
                <a16:creationId xmlns:a16="http://schemas.microsoft.com/office/drawing/2014/main" id="{EC3027CD-D9D6-4DA2-B769-B4B3F01E221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35495" y="4621344"/>
            <a:ext cx="3695136" cy="67054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2" name="Текст 9">
            <a:extLst>
              <a:ext uri="{FF2B5EF4-FFF2-40B4-BE49-F238E27FC236}">
                <a16:creationId xmlns:a16="http://schemas.microsoft.com/office/drawing/2014/main" id="{5CD51459-1C3D-4520-AEB4-AEFB3FA003B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035495" y="3637928"/>
            <a:ext cx="3695136" cy="67054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3" name="Текст 9">
            <a:extLst>
              <a:ext uri="{FF2B5EF4-FFF2-40B4-BE49-F238E27FC236}">
                <a16:creationId xmlns:a16="http://schemas.microsoft.com/office/drawing/2014/main" id="{FCD68D12-BEF4-4CCE-8C01-222CCD85A23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034056" y="5553224"/>
            <a:ext cx="3695136" cy="67054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98631462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Карточки с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74" y="370687"/>
            <a:ext cx="9154800" cy="49594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4 карточки с фотографией</a:t>
            </a:r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4233B6F-F0ED-4FDE-B00E-BB76299C06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94C1B-C881-42F5-9B4F-0D613082994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6"/>
          </p:nvPr>
        </p:nvSpPr>
        <p:spPr>
          <a:xfrm>
            <a:off x="1266539" y="5808840"/>
            <a:ext cx="3294031" cy="28619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80"/>
              </a:lnSpc>
              <a:buNone/>
              <a:defRPr sz="16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CA3DCF73-AF25-41C4-A36C-2F358E67AEC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66539" y="5469095"/>
            <a:ext cx="3294031" cy="33974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600"/>
              </a:lnSpc>
              <a:buNone/>
              <a:defRPr sz="22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9" name="Текст 2">
            <a:extLst>
              <a:ext uri="{FF2B5EF4-FFF2-40B4-BE49-F238E27FC236}">
                <a16:creationId xmlns:a16="http://schemas.microsoft.com/office/drawing/2014/main" id="{6E23A549-E498-499C-8C7F-E5A487D9DAF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02749" y="4566596"/>
            <a:ext cx="3294031" cy="28619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80"/>
              </a:lnSpc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0" name="Текст 9">
            <a:extLst>
              <a:ext uri="{FF2B5EF4-FFF2-40B4-BE49-F238E27FC236}">
                <a16:creationId xmlns:a16="http://schemas.microsoft.com/office/drawing/2014/main" id="{25561C5F-BF2C-4A56-B886-09CC1F7FD93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302749" y="4226851"/>
            <a:ext cx="3294031" cy="33974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600"/>
              </a:lnSpc>
              <a:buNone/>
              <a:defRPr sz="22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1" name="Текст 2">
            <a:extLst>
              <a:ext uri="{FF2B5EF4-FFF2-40B4-BE49-F238E27FC236}">
                <a16:creationId xmlns:a16="http://schemas.microsoft.com/office/drawing/2014/main" id="{19014ABF-9A06-4C13-9D8D-DCD5FD6D680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302749" y="3250665"/>
            <a:ext cx="3294031" cy="28619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80"/>
              </a:lnSpc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2" name="Текст 9">
            <a:extLst>
              <a:ext uri="{FF2B5EF4-FFF2-40B4-BE49-F238E27FC236}">
                <a16:creationId xmlns:a16="http://schemas.microsoft.com/office/drawing/2014/main" id="{9F3084B5-5E9F-48FF-9D39-3D5FA8E4DF3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302749" y="2910920"/>
            <a:ext cx="3294031" cy="33974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600"/>
              </a:lnSpc>
              <a:buNone/>
              <a:defRPr sz="22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3" name="Текст 2">
            <a:extLst>
              <a:ext uri="{FF2B5EF4-FFF2-40B4-BE49-F238E27FC236}">
                <a16:creationId xmlns:a16="http://schemas.microsoft.com/office/drawing/2014/main" id="{590EECC2-0E1E-43F6-9AA0-652156753E9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302749" y="2000830"/>
            <a:ext cx="3294031" cy="28619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80"/>
              </a:lnSpc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4" name="Текст 9">
            <a:extLst>
              <a:ext uri="{FF2B5EF4-FFF2-40B4-BE49-F238E27FC236}">
                <a16:creationId xmlns:a16="http://schemas.microsoft.com/office/drawing/2014/main" id="{1BAEB2DD-C1D4-4FDA-BA92-10B8FEAC9DD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302749" y="1661085"/>
            <a:ext cx="3294031" cy="33974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600"/>
              </a:lnSpc>
              <a:buNone/>
              <a:defRPr sz="22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95" name="Рисунок 94">
            <a:extLst>
              <a:ext uri="{FF2B5EF4-FFF2-40B4-BE49-F238E27FC236}">
                <a16:creationId xmlns:a16="http://schemas.microsoft.com/office/drawing/2014/main" id="{A9656323-3AFF-4509-9FDF-EBCB968AF1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3099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Хайлайто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74" y="370687"/>
            <a:ext cx="9154800" cy="49594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6 </a:t>
            </a:r>
            <a:r>
              <a:rPr lang="ru-RU" dirty="0" err="1"/>
              <a:t>хайлайтов</a:t>
            </a:r>
            <a:endParaRPr lang="ru-RU" dirty="0"/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4233B6F-F0ED-4FDE-B00E-BB76299C06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94C1B-C881-42F5-9B4F-0D613082994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95" name="Рисунок 94">
            <a:extLst>
              <a:ext uri="{FF2B5EF4-FFF2-40B4-BE49-F238E27FC236}">
                <a16:creationId xmlns:a16="http://schemas.microsoft.com/office/drawing/2014/main" id="{A9656323-3AFF-4509-9FDF-EBCB968AF1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CD807739-A64F-4424-AD49-FD1013C8B51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4984" y="2852738"/>
            <a:ext cx="3217253" cy="75460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B7A6274A-585B-4415-AE09-65E0A87E658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4984" y="1594431"/>
            <a:ext cx="3217253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4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9" name="Текст 7">
            <a:extLst>
              <a:ext uri="{FF2B5EF4-FFF2-40B4-BE49-F238E27FC236}">
                <a16:creationId xmlns:a16="http://schemas.microsoft.com/office/drawing/2014/main" id="{4EB7F2D8-4C7D-4BD0-B78F-58D33746B7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339456" y="2870923"/>
            <a:ext cx="3217253" cy="75460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0" name="Текст 10">
            <a:extLst>
              <a:ext uri="{FF2B5EF4-FFF2-40B4-BE49-F238E27FC236}">
                <a16:creationId xmlns:a16="http://schemas.microsoft.com/office/drawing/2014/main" id="{A82AD2AC-6E49-4A16-B707-9459544DFCA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39456" y="1612616"/>
            <a:ext cx="3217253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4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31" name="Текст 7">
            <a:extLst>
              <a:ext uri="{FF2B5EF4-FFF2-40B4-BE49-F238E27FC236}">
                <a16:creationId xmlns:a16="http://schemas.microsoft.com/office/drawing/2014/main" id="{8FC0E4F3-942C-4FAD-BC61-021FE6A89E9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487219" y="2878017"/>
            <a:ext cx="3217253" cy="75460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5" name="Текст 7">
            <a:extLst>
              <a:ext uri="{FF2B5EF4-FFF2-40B4-BE49-F238E27FC236}">
                <a16:creationId xmlns:a16="http://schemas.microsoft.com/office/drawing/2014/main" id="{EA92D4CF-D500-4DA3-AD3E-3E9F123B093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34984" y="5389021"/>
            <a:ext cx="3217253" cy="75460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6" name="Текст 10">
            <a:extLst>
              <a:ext uri="{FF2B5EF4-FFF2-40B4-BE49-F238E27FC236}">
                <a16:creationId xmlns:a16="http://schemas.microsoft.com/office/drawing/2014/main" id="{550C9514-4E99-4CB3-A382-8A370A3A54F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4984" y="4168818"/>
            <a:ext cx="3217253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4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7" name="Текст 7">
            <a:extLst>
              <a:ext uri="{FF2B5EF4-FFF2-40B4-BE49-F238E27FC236}">
                <a16:creationId xmlns:a16="http://schemas.microsoft.com/office/drawing/2014/main" id="{E8198F06-D331-426C-9AB4-3D10685682F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487219" y="5414300"/>
            <a:ext cx="3217253" cy="75460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3" name="Текст 10">
            <a:extLst>
              <a:ext uri="{FF2B5EF4-FFF2-40B4-BE49-F238E27FC236}">
                <a16:creationId xmlns:a16="http://schemas.microsoft.com/office/drawing/2014/main" id="{71AA2D4D-11C8-4161-B64E-CC53FF921FF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39455" y="4166944"/>
            <a:ext cx="3217253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4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34" name="Текст 7">
            <a:extLst>
              <a:ext uri="{FF2B5EF4-FFF2-40B4-BE49-F238E27FC236}">
                <a16:creationId xmlns:a16="http://schemas.microsoft.com/office/drawing/2014/main" id="{49F209A8-C1B9-4E9D-9CB8-174DD984FAE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339454" y="5414300"/>
            <a:ext cx="3217253" cy="75460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42809646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Хайлайто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74" y="370687"/>
            <a:ext cx="9154800" cy="49594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8 </a:t>
            </a:r>
            <a:r>
              <a:rPr lang="ru-RU" dirty="0" err="1"/>
              <a:t>хайлайтов</a:t>
            </a:r>
            <a:endParaRPr lang="ru-RU" dirty="0"/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4233B6F-F0ED-4FDE-B00E-BB76299C06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94C1B-C881-42F5-9B4F-0D613082994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95" name="Рисунок 94">
            <a:extLst>
              <a:ext uri="{FF2B5EF4-FFF2-40B4-BE49-F238E27FC236}">
                <a16:creationId xmlns:a16="http://schemas.microsoft.com/office/drawing/2014/main" id="{A9656323-3AFF-4509-9FDF-EBCB968AF1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CD807739-A64F-4424-AD49-FD1013C8B51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0913" y="2883694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B7A6274A-585B-4415-AE09-65E0A87E658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0914" y="1594431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4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0" name="Текст 7">
            <a:extLst>
              <a:ext uri="{FF2B5EF4-FFF2-40B4-BE49-F238E27FC236}">
                <a16:creationId xmlns:a16="http://schemas.microsoft.com/office/drawing/2014/main" id="{F0DC95EC-5517-467C-AE67-7E83BE90717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70321" y="2876894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1" name="Текст 10">
            <a:extLst>
              <a:ext uri="{FF2B5EF4-FFF2-40B4-BE49-F238E27FC236}">
                <a16:creationId xmlns:a16="http://schemas.microsoft.com/office/drawing/2014/main" id="{37A466F8-71C9-4A91-BA3D-B9E3BD286B9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70322" y="1587631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4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4" name="Текст 7">
            <a:extLst>
              <a:ext uri="{FF2B5EF4-FFF2-40B4-BE49-F238E27FC236}">
                <a16:creationId xmlns:a16="http://schemas.microsoft.com/office/drawing/2014/main" id="{A2DA16A6-FDEA-4429-ACAF-53E78C18C19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253537" y="2879332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5" name="Текст 10">
            <a:extLst>
              <a:ext uri="{FF2B5EF4-FFF2-40B4-BE49-F238E27FC236}">
                <a16:creationId xmlns:a16="http://schemas.microsoft.com/office/drawing/2014/main" id="{D327448E-F295-4028-8E1F-2C44634BA90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53538" y="1590069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4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6" name="Текст 7">
            <a:extLst>
              <a:ext uri="{FF2B5EF4-FFF2-40B4-BE49-F238E27FC236}">
                <a16:creationId xmlns:a16="http://schemas.microsoft.com/office/drawing/2014/main" id="{423885F1-3974-46C9-A2CA-FCD1C92FCAB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72483" y="2890089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8" name="Текст 7">
            <a:extLst>
              <a:ext uri="{FF2B5EF4-FFF2-40B4-BE49-F238E27FC236}">
                <a16:creationId xmlns:a16="http://schemas.microsoft.com/office/drawing/2014/main" id="{47EBB76D-A6DF-47A2-8DCA-E6098A1A170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80912" y="5448259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9" name="Текст 10">
            <a:extLst>
              <a:ext uri="{FF2B5EF4-FFF2-40B4-BE49-F238E27FC236}">
                <a16:creationId xmlns:a16="http://schemas.microsoft.com/office/drawing/2014/main" id="{A44B0261-AE2F-4624-AC82-A11684FA57F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80913" y="4158996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4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70" name="Текст 7">
            <a:extLst>
              <a:ext uri="{FF2B5EF4-FFF2-40B4-BE49-F238E27FC236}">
                <a16:creationId xmlns:a16="http://schemas.microsoft.com/office/drawing/2014/main" id="{2ABAC517-C841-4A72-B9AA-3842E5B01E2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370320" y="5441459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1" name="Текст 10">
            <a:extLst>
              <a:ext uri="{FF2B5EF4-FFF2-40B4-BE49-F238E27FC236}">
                <a16:creationId xmlns:a16="http://schemas.microsoft.com/office/drawing/2014/main" id="{7415B901-7FE0-4392-905F-6B54291427C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370321" y="4152196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4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73" name="Текст 7">
            <a:extLst>
              <a:ext uri="{FF2B5EF4-FFF2-40B4-BE49-F238E27FC236}">
                <a16:creationId xmlns:a16="http://schemas.microsoft.com/office/drawing/2014/main" id="{3F636F65-6BF2-4C06-8E5F-CF38242B3E5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253536" y="5443897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10">
            <a:extLst>
              <a:ext uri="{FF2B5EF4-FFF2-40B4-BE49-F238E27FC236}">
                <a16:creationId xmlns:a16="http://schemas.microsoft.com/office/drawing/2014/main" id="{CF1D5F14-A3C2-4697-8551-E571D4B0944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253537" y="4154634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4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76" name="Текст 7">
            <a:extLst>
              <a:ext uri="{FF2B5EF4-FFF2-40B4-BE49-F238E27FC236}">
                <a16:creationId xmlns:a16="http://schemas.microsoft.com/office/drawing/2014/main" id="{A70DF76E-5D5B-4ADF-8B4E-1B1C51D92B4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472482" y="5454654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845179247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арточка и 6 Хайлайто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74" y="370687"/>
            <a:ext cx="9154800" cy="49594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Карточка и 6 </a:t>
            </a:r>
            <a:r>
              <a:rPr lang="ru-RU" dirty="0" err="1"/>
              <a:t>хайлайтов</a:t>
            </a:r>
            <a:endParaRPr lang="ru-RU" dirty="0"/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4233B6F-F0ED-4FDE-B00E-BB76299C06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94C1B-C881-42F5-9B4F-0D613082994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95" name="Рисунок 94">
            <a:extLst>
              <a:ext uri="{FF2B5EF4-FFF2-40B4-BE49-F238E27FC236}">
                <a16:creationId xmlns:a16="http://schemas.microsoft.com/office/drawing/2014/main" id="{A9656323-3AFF-4509-9FDF-EBCB968AF1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CD807739-A64F-4424-AD49-FD1013C8B51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0913" y="2384072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B7A6274A-585B-4415-AE09-65E0A87E658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0914" y="1594431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0" name="Текст 7">
            <a:extLst>
              <a:ext uri="{FF2B5EF4-FFF2-40B4-BE49-F238E27FC236}">
                <a16:creationId xmlns:a16="http://schemas.microsoft.com/office/drawing/2014/main" id="{F0DC95EC-5517-467C-AE67-7E83BE90717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70321" y="2876894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1" name="Текст 10">
            <a:extLst>
              <a:ext uri="{FF2B5EF4-FFF2-40B4-BE49-F238E27FC236}">
                <a16:creationId xmlns:a16="http://schemas.microsoft.com/office/drawing/2014/main" id="{37A466F8-71C9-4A91-BA3D-B9E3BD286B9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70322" y="1587631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4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4" name="Текст 7">
            <a:extLst>
              <a:ext uri="{FF2B5EF4-FFF2-40B4-BE49-F238E27FC236}">
                <a16:creationId xmlns:a16="http://schemas.microsoft.com/office/drawing/2014/main" id="{A2DA16A6-FDEA-4429-ACAF-53E78C18C19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253537" y="2879332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5" name="Текст 10">
            <a:extLst>
              <a:ext uri="{FF2B5EF4-FFF2-40B4-BE49-F238E27FC236}">
                <a16:creationId xmlns:a16="http://schemas.microsoft.com/office/drawing/2014/main" id="{D327448E-F295-4028-8E1F-2C44634BA90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53538" y="1590069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4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6" name="Текст 7">
            <a:extLst>
              <a:ext uri="{FF2B5EF4-FFF2-40B4-BE49-F238E27FC236}">
                <a16:creationId xmlns:a16="http://schemas.microsoft.com/office/drawing/2014/main" id="{423885F1-3974-46C9-A2CA-FCD1C92FCAB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72483" y="2890089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0" name="Текст 7">
            <a:extLst>
              <a:ext uri="{FF2B5EF4-FFF2-40B4-BE49-F238E27FC236}">
                <a16:creationId xmlns:a16="http://schemas.microsoft.com/office/drawing/2014/main" id="{2ABAC517-C841-4A72-B9AA-3842E5B01E2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370320" y="5441459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1" name="Текст 10">
            <a:extLst>
              <a:ext uri="{FF2B5EF4-FFF2-40B4-BE49-F238E27FC236}">
                <a16:creationId xmlns:a16="http://schemas.microsoft.com/office/drawing/2014/main" id="{7415B901-7FE0-4392-905F-6B54291427C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370321" y="4152196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4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73" name="Текст 7">
            <a:extLst>
              <a:ext uri="{FF2B5EF4-FFF2-40B4-BE49-F238E27FC236}">
                <a16:creationId xmlns:a16="http://schemas.microsoft.com/office/drawing/2014/main" id="{3F636F65-6BF2-4C06-8E5F-CF38242B3E5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253536" y="5443897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10">
            <a:extLst>
              <a:ext uri="{FF2B5EF4-FFF2-40B4-BE49-F238E27FC236}">
                <a16:creationId xmlns:a16="http://schemas.microsoft.com/office/drawing/2014/main" id="{CF1D5F14-A3C2-4697-8551-E571D4B0944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253537" y="4154634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4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76" name="Текст 7">
            <a:extLst>
              <a:ext uri="{FF2B5EF4-FFF2-40B4-BE49-F238E27FC236}">
                <a16:creationId xmlns:a16="http://schemas.microsoft.com/office/drawing/2014/main" id="{A70DF76E-5D5B-4ADF-8B4E-1B1C51D92B4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472482" y="5454654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19999936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Мокап ноутбу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3">
            <a:extLst>
              <a:ext uri="{FF2B5EF4-FFF2-40B4-BE49-F238E27FC236}">
                <a16:creationId xmlns:a16="http://schemas.microsoft.com/office/drawing/2014/main" id="{8A045B24-92F6-4E9D-B850-65F1620CB28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77501"/>
            <a:ext cx="9154800" cy="495624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2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 err="1"/>
              <a:t>Мокап</a:t>
            </a:r>
            <a:r>
              <a:rPr lang="ru-RU" dirty="0"/>
              <a:t> ноутбука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6"/>
          </p:nvPr>
        </p:nvSpPr>
        <p:spPr>
          <a:xfrm>
            <a:off x="571485" y="2472606"/>
            <a:ext cx="4076597" cy="53816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440"/>
              </a:lnSpc>
              <a:buClr>
                <a:srgbClr val="1E4BD2"/>
              </a:buClr>
              <a:buSzPct val="120000"/>
              <a:buFont typeface="Arial" panose="020B0604020202020204" pitchFamily="34" charset="0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5" name="Текст 2"/>
          <p:cNvSpPr>
            <a:spLocks noGrp="1"/>
          </p:cNvSpPr>
          <p:nvPr>
            <p:ph type="body" sz="quarter" idx="17"/>
          </p:nvPr>
        </p:nvSpPr>
        <p:spPr>
          <a:xfrm>
            <a:off x="571487" y="3115532"/>
            <a:ext cx="4076598" cy="53816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440"/>
              </a:lnSpc>
              <a:buClr>
                <a:srgbClr val="1E4BD2"/>
              </a:buClr>
              <a:buSzPct val="120000"/>
              <a:buFont typeface="Arial" panose="020B0604020202020204" pitchFamily="34" charset="0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20"/>
          </p:nvPr>
        </p:nvSpPr>
        <p:spPr>
          <a:xfrm>
            <a:off x="1073123" y="1547576"/>
            <a:ext cx="3574959" cy="46791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Номер слайда 4">
            <a:extLst>
              <a:ext uri="{FF2B5EF4-FFF2-40B4-BE49-F238E27FC236}">
                <a16:creationId xmlns:a16="http://schemas.microsoft.com/office/drawing/2014/main" id="{15898042-DD2A-4A1C-8E4F-A38FFDF3D34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4FA5F9-3777-43AA-8E5A-9BAC1BCBECEA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5FB2A88-F839-4508-B107-B1B544FE62C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FFFEFD52-8584-445E-A0FE-19D83C464DF9}"/>
              </a:ext>
            </a:extLst>
          </p:cNvPr>
          <p:cNvGrpSpPr/>
          <p:nvPr userDrawn="1"/>
        </p:nvGrpSpPr>
        <p:grpSpPr>
          <a:xfrm>
            <a:off x="572441" y="1569375"/>
            <a:ext cx="402080" cy="402083"/>
            <a:chOff x="572441" y="1569375"/>
            <a:chExt cx="402080" cy="402083"/>
          </a:xfrm>
          <a:solidFill>
            <a:schemeClr val="bg1"/>
          </a:solidFill>
        </p:grpSpPr>
        <p:pic>
          <p:nvPicPr>
            <p:cNvPr id="15" name="Star 3 (Stroke) [Figma I9043:6482;7965:11807]" descr="Star 3 (Stroke). векторный контур">
              <a:extLst>
                <a:ext uri="{FF2B5EF4-FFF2-40B4-BE49-F238E27FC236}">
                  <a16:creationId xmlns:a16="http://schemas.microsoft.com/office/drawing/2014/main" id="{44964070-59F1-4A77-A25E-0A5B18AAEF8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2441" y="1569375"/>
              <a:ext cx="402080" cy="402083"/>
            </a:xfrm>
            <a:prstGeom prst="rect">
              <a:avLst/>
            </a:prstGeom>
          </p:spPr>
        </p:pic>
        <p:pic>
          <p:nvPicPr>
            <p:cNvPr id="18" name="Vector 32 (Stroke) [Figma I9043:6482;7965:11808]" descr="Vector 32 (Stroke). векторный контур">
              <a:extLst>
                <a:ext uri="{FF2B5EF4-FFF2-40B4-BE49-F238E27FC236}">
                  <a16:creationId xmlns:a16="http://schemas.microsoft.com/office/drawing/2014/main" id="{DEB95949-E452-43BE-82EC-A71AF497B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96027" y="1714389"/>
              <a:ext cx="153252" cy="1128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18507620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телефон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77501"/>
            <a:ext cx="9154800" cy="495624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 err="1"/>
              <a:t>Мокап</a:t>
            </a:r>
            <a:r>
              <a:rPr lang="ru-RU" dirty="0"/>
              <a:t> телефона</a:t>
            </a:r>
          </a:p>
        </p:txBody>
      </p:sp>
      <p:sp>
        <p:nvSpPr>
          <p:cNvPr id="16" name="Номер слайда 4">
            <a:extLst>
              <a:ext uri="{FF2B5EF4-FFF2-40B4-BE49-F238E27FC236}">
                <a16:creationId xmlns:a16="http://schemas.microsoft.com/office/drawing/2014/main" id="{15898042-DD2A-4A1C-8E4F-A38FFDF3D34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4FA5F9-3777-43AA-8E5A-9BAC1BCBECEA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5FB2A88-F839-4508-B107-B1B544FE62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pic>
        <p:nvPicPr>
          <p:cNvPr id="25" name="Image [Figma 9931:17643]" descr="Image. картинка в заливке">
            <a:extLst>
              <a:ext uri="{FF2B5EF4-FFF2-40B4-BE49-F238E27FC236}">
                <a16:creationId xmlns:a16="http://schemas.microsoft.com/office/drawing/2014/main" id="{93629BEF-A849-4854-9633-9ECC0798B3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911902" y="1060423"/>
            <a:ext cx="3743554" cy="5797405"/>
          </a:xfrm>
          <a:prstGeom prst="rect">
            <a:avLst/>
          </a:prstGeom>
        </p:spPr>
      </p:pic>
      <p:pic>
        <p:nvPicPr>
          <p:cNvPr id="27" name="Vector [Figma I9887:52703;7965:11868]" descr="Vector. векторный контур">
            <a:extLst>
              <a:ext uri="{FF2B5EF4-FFF2-40B4-BE49-F238E27FC236}">
                <a16:creationId xmlns:a16="http://schemas.microsoft.com/office/drawing/2014/main" id="{2CD2F846-2E3E-4392-8528-F0AA49F1A76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2641" y="1569378"/>
            <a:ext cx="281787" cy="402074"/>
          </a:xfrm>
          <a:prstGeom prst="rect">
            <a:avLst/>
          </a:prstGeom>
        </p:spPr>
      </p:pic>
      <p:pic>
        <p:nvPicPr>
          <p:cNvPr id="28" name="Vector [Figma I9887:52703;7965:11869]" descr="Vector. векторный контур">
            <a:extLst>
              <a:ext uri="{FF2B5EF4-FFF2-40B4-BE49-F238E27FC236}">
                <a16:creationId xmlns:a16="http://schemas.microsoft.com/office/drawing/2014/main" id="{AE304174-9AD5-42E9-8644-B14BCE74A99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3500" y="1640219"/>
            <a:ext cx="140069" cy="141706"/>
          </a:xfrm>
          <a:prstGeom prst="rect">
            <a:avLst/>
          </a:prstGeom>
        </p:spPr>
      </p:pic>
      <p:sp>
        <p:nvSpPr>
          <p:cNvPr id="29" name="Lorem ipsum dolor  sit amet, consectetuer [Figma 9887:52704]">
            <a:extLst>
              <a:ext uri="{FF2B5EF4-FFF2-40B4-BE49-F238E27FC236}">
                <a16:creationId xmlns:a16="http://schemas.microsoft.com/office/drawing/2014/main" id="{DB5C7AFB-CE15-4660-BC1B-5FB1DFE69E13}"/>
              </a:ext>
            </a:extLst>
          </p:cNvPr>
          <p:cNvSpPr txBox="1"/>
          <p:nvPr userDrawn="1"/>
        </p:nvSpPr>
        <p:spPr>
          <a:xfrm>
            <a:off x="1009625" y="1559517"/>
            <a:ext cx="1974801" cy="45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0" spc="-50" dirty="0">
                <a:solidFill>
                  <a:srgbClr val="FFFFFF"/>
                </a:solidFill>
                <a:latin typeface="VTB Group Book" panose="020B0503040504020204" pitchFamily="34" charset="-52"/>
                <a:ea typeface="VTB Group" pitchFamily="34" charset="-122"/>
                <a:cs typeface="VTB Group" pitchFamily="34" charset="-120"/>
              </a:rPr>
              <a:t>Lorem ipsum dolor </a:t>
            </a:r>
            <a:br>
              <a:rPr dirty="0">
                <a:latin typeface="VTB Group Book" panose="020B0503040504020204" pitchFamily="34" charset="-52"/>
              </a:rPr>
            </a:br>
            <a:r>
              <a:rPr lang="en-US" sz="1400" kern="0" spc="-50" dirty="0">
                <a:solidFill>
                  <a:srgbClr val="FFFFFF"/>
                </a:solidFill>
                <a:latin typeface="VTB Group Book" panose="020B0503040504020204" pitchFamily="34" charset="-52"/>
                <a:ea typeface="VTB Group" pitchFamily="34" charset="-122"/>
                <a:cs typeface="VTB Group" pitchFamily="34" charset="-120"/>
              </a:rPr>
              <a:t>sit amet, consectetuer</a:t>
            </a:r>
            <a:endParaRPr lang="en-US" sz="1400" dirty="0">
              <a:latin typeface="VTB Group Book" panose="020B0503040504020204" pitchFamily="34" charset="-52"/>
            </a:endParaRPr>
          </a:p>
        </p:txBody>
      </p:sp>
      <p:sp>
        <p:nvSpPr>
          <p:cNvPr id="30" name="Lorem ipsum dolor sit dolor amet, consectetuer adipiscing elit sit. [Figma 9887:52705]">
            <a:extLst>
              <a:ext uri="{FF2B5EF4-FFF2-40B4-BE49-F238E27FC236}">
                <a16:creationId xmlns:a16="http://schemas.microsoft.com/office/drawing/2014/main" id="{3C1AAD46-5CEF-432D-BCCF-AED43C6779D0}"/>
              </a:ext>
            </a:extLst>
          </p:cNvPr>
          <p:cNvSpPr txBox="1"/>
          <p:nvPr userDrawn="1"/>
        </p:nvSpPr>
        <p:spPr>
          <a:xfrm>
            <a:off x="571486" y="2477273"/>
            <a:ext cx="2412940" cy="386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0" spc="-15" dirty="0">
                <a:solidFill>
                  <a:srgbClr val="FFFFFF"/>
                </a:solidFill>
                <a:latin typeface="VTB Group Light" pitchFamily="34" charset="0"/>
                <a:ea typeface="VTB Group Light" pitchFamily="34" charset="-122"/>
                <a:cs typeface="VTB Group Light" pitchFamily="34" charset="-120"/>
              </a:rPr>
              <a:t>Lorem ipsum dolor sit dolor amet, consectetuer adipiscing elit sit.</a:t>
            </a:r>
            <a:endParaRPr lang="en-US" sz="1200" dirty="0">
              <a:latin typeface="VTB Group Book" panose="020B0503040504020204" pitchFamily="34" charset="-52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6"/>
          </p:nvPr>
        </p:nvSpPr>
        <p:spPr>
          <a:xfrm>
            <a:off x="3354659" y="3362324"/>
            <a:ext cx="3757163" cy="115517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440"/>
              </a:lnSpc>
              <a:buClr>
                <a:srgbClr val="1E4BD2"/>
              </a:buClr>
              <a:buSzPct val="120000"/>
              <a:buFont typeface="Arial" panose="020B0604020202020204" pitchFamily="34" charset="0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8" name="Lorem ipsum dolor sit, consectetuer adipiscing. [Figma 9887:52717]">
            <a:extLst>
              <a:ext uri="{FF2B5EF4-FFF2-40B4-BE49-F238E27FC236}">
                <a16:creationId xmlns:a16="http://schemas.microsoft.com/office/drawing/2014/main" id="{41D12589-BDD1-4BA6-8A41-9D554DDA6F4C}"/>
              </a:ext>
            </a:extLst>
          </p:cNvPr>
          <p:cNvSpPr txBox="1"/>
          <p:nvPr userDrawn="1"/>
        </p:nvSpPr>
        <p:spPr>
          <a:xfrm>
            <a:off x="571486" y="3269733"/>
            <a:ext cx="2412940" cy="45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0" spc="-50" dirty="0">
                <a:solidFill>
                  <a:srgbClr val="FFFFFF"/>
                </a:solidFill>
                <a:latin typeface="VTB Group Book" panose="020B0503040504020204" pitchFamily="34" charset="-52"/>
                <a:ea typeface="VTB Group" pitchFamily="34" charset="-122"/>
                <a:cs typeface="VTB Group" pitchFamily="34" charset="-120"/>
              </a:rPr>
              <a:t>Lorem ipsum dolor sit, consectetuer adipiscing.</a:t>
            </a:r>
            <a:endParaRPr lang="en-US" sz="1400" dirty="0">
              <a:latin typeface="VTB Group Book" panose="020B0503040504020204" pitchFamily="34" charset="-52"/>
            </a:endParaRPr>
          </a:p>
        </p:txBody>
      </p:sp>
      <p:sp>
        <p:nvSpPr>
          <p:cNvPr id="39" name="Lorem ipsum dolor sit dolor amet, consectetuer adipiscing elit sit. [Figma 9887:52718]">
            <a:extLst>
              <a:ext uri="{FF2B5EF4-FFF2-40B4-BE49-F238E27FC236}">
                <a16:creationId xmlns:a16="http://schemas.microsoft.com/office/drawing/2014/main" id="{959FFAE5-E9C3-466C-A4C5-879E38309AB7}"/>
              </a:ext>
            </a:extLst>
          </p:cNvPr>
          <p:cNvSpPr txBox="1"/>
          <p:nvPr userDrawn="1"/>
        </p:nvSpPr>
        <p:spPr>
          <a:xfrm>
            <a:off x="571486" y="4219238"/>
            <a:ext cx="2412940" cy="386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0" spc="-15" dirty="0">
                <a:solidFill>
                  <a:srgbClr val="FFFFFF"/>
                </a:solidFill>
                <a:latin typeface="VTB Group Light" pitchFamily="34" charset="0"/>
                <a:ea typeface="VTB Group Light" pitchFamily="34" charset="-122"/>
                <a:cs typeface="VTB Group Light" pitchFamily="34" charset="-120"/>
              </a:rPr>
              <a:t>Lorem ipsum dolor sit dolor amet, consectetuer adipiscing elit sit.</a:t>
            </a:r>
            <a:endParaRPr lang="en-US" sz="1200" dirty="0">
              <a:latin typeface="VTB Group Book" panose="020B0503040504020204" pitchFamily="34" charset="-52"/>
            </a:endParaRPr>
          </a:p>
        </p:txBody>
      </p:sp>
      <p:sp>
        <p:nvSpPr>
          <p:cNvPr id="46" name="Lorem ipsum dolor sit, consectetuer adipiscing. [Figma 9887:52730]">
            <a:extLst>
              <a:ext uri="{FF2B5EF4-FFF2-40B4-BE49-F238E27FC236}">
                <a16:creationId xmlns:a16="http://schemas.microsoft.com/office/drawing/2014/main" id="{2E21D31F-D01B-43F3-B040-C75B36CE54E1}"/>
              </a:ext>
            </a:extLst>
          </p:cNvPr>
          <p:cNvSpPr txBox="1"/>
          <p:nvPr userDrawn="1"/>
        </p:nvSpPr>
        <p:spPr>
          <a:xfrm>
            <a:off x="571486" y="5011722"/>
            <a:ext cx="2412940" cy="45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0" spc="-50" dirty="0">
                <a:solidFill>
                  <a:srgbClr val="FFFFFF"/>
                </a:solidFill>
                <a:latin typeface="VTB Group Book" panose="020B0503040504020204" pitchFamily="34" charset="-52"/>
                <a:ea typeface="VTB Group" pitchFamily="34" charset="-122"/>
                <a:cs typeface="VTB Group" pitchFamily="34" charset="-120"/>
              </a:rPr>
              <a:t>Lorem ipsum dolor sit, consectetuer adipiscing.</a:t>
            </a:r>
            <a:endParaRPr lang="en-US" sz="1400" dirty="0">
              <a:latin typeface="VTB Group Book" panose="020B0503040504020204" pitchFamily="34" charset="-52"/>
            </a:endParaRPr>
          </a:p>
        </p:txBody>
      </p:sp>
      <p:sp>
        <p:nvSpPr>
          <p:cNvPr id="47" name="Lorem ipsum dolor sit dolor amet, consectetuer adipiscing elit sit. [Figma 9887:52731]">
            <a:extLst>
              <a:ext uri="{FF2B5EF4-FFF2-40B4-BE49-F238E27FC236}">
                <a16:creationId xmlns:a16="http://schemas.microsoft.com/office/drawing/2014/main" id="{12A569D8-5D40-4E62-A415-89E143BDAADB}"/>
              </a:ext>
            </a:extLst>
          </p:cNvPr>
          <p:cNvSpPr txBox="1"/>
          <p:nvPr userDrawn="1"/>
        </p:nvSpPr>
        <p:spPr>
          <a:xfrm>
            <a:off x="571486" y="5961227"/>
            <a:ext cx="2412940" cy="386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0" spc="-15" dirty="0">
                <a:solidFill>
                  <a:srgbClr val="FFFFFF"/>
                </a:solidFill>
                <a:latin typeface="VTB Group Light" pitchFamily="34" charset="0"/>
                <a:ea typeface="VTB Group Light" pitchFamily="34" charset="-122"/>
                <a:cs typeface="VTB Group Light" pitchFamily="34" charset="-120"/>
              </a:rPr>
              <a:t>Lorem ipsum dolor sit dolor amet, consectetuer adipiscing elit sit.</a:t>
            </a:r>
            <a:endParaRPr lang="en-US" sz="1200" dirty="0">
              <a:latin typeface="VTB Group Book" panose="020B0503040504020204" pitchFamily="34" charset="-52"/>
            </a:endParaRPr>
          </a:p>
        </p:txBody>
      </p:sp>
      <p:sp>
        <p:nvSpPr>
          <p:cNvPr id="56" name="Текст 2">
            <a:extLst>
              <a:ext uri="{FF2B5EF4-FFF2-40B4-BE49-F238E27FC236}">
                <a16:creationId xmlns:a16="http://schemas.microsoft.com/office/drawing/2014/main" id="{6B013C60-93D8-44DC-858E-8387466D836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54659" y="1618313"/>
            <a:ext cx="3757163" cy="115517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440"/>
              </a:lnSpc>
              <a:buClr>
                <a:srgbClr val="1E4BD2"/>
              </a:buClr>
              <a:buSzPct val="120000"/>
              <a:buFont typeface="Arial" panose="020B0604020202020204" pitchFamily="34" charset="0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8" name="Текст 57">
            <a:extLst>
              <a:ext uri="{FF2B5EF4-FFF2-40B4-BE49-F238E27FC236}">
                <a16:creationId xmlns:a16="http://schemas.microsoft.com/office/drawing/2014/main" id="{1F5ED31E-860B-4826-B915-E653D2F138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892453" y="5046827"/>
            <a:ext cx="3219369" cy="3280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1" name="Текст 60">
            <a:extLst>
              <a:ext uri="{FF2B5EF4-FFF2-40B4-BE49-F238E27FC236}">
                <a16:creationId xmlns:a16="http://schemas.microsoft.com/office/drawing/2014/main" id="{422F794A-FCF2-455B-B8FC-530D901EF6F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54659" y="5034894"/>
            <a:ext cx="537794" cy="340024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ts val="3200"/>
              </a:lnSpc>
              <a:buNone/>
              <a:defRPr kern="200" spc="-200" baseline="0">
                <a:solidFill>
                  <a:schemeClr val="accent4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3" name="Текст 57">
            <a:extLst>
              <a:ext uri="{FF2B5EF4-FFF2-40B4-BE49-F238E27FC236}">
                <a16:creationId xmlns:a16="http://schemas.microsoft.com/office/drawing/2014/main" id="{7B65048F-4EB2-4548-9A06-112B5DD7A60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892453" y="5511138"/>
            <a:ext cx="3219369" cy="3280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4" name="Текст 60">
            <a:extLst>
              <a:ext uri="{FF2B5EF4-FFF2-40B4-BE49-F238E27FC236}">
                <a16:creationId xmlns:a16="http://schemas.microsoft.com/office/drawing/2014/main" id="{59697712-5A49-4B1A-AAB3-6A9C71C480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354659" y="5499205"/>
            <a:ext cx="537794" cy="340024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ts val="3200"/>
              </a:lnSpc>
              <a:buNone/>
              <a:defRPr kern="200" spc="-200" baseline="0">
                <a:solidFill>
                  <a:schemeClr val="accent4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8" name="Текст 57">
            <a:extLst>
              <a:ext uri="{FF2B5EF4-FFF2-40B4-BE49-F238E27FC236}">
                <a16:creationId xmlns:a16="http://schemas.microsoft.com/office/drawing/2014/main" id="{4F3B7DC6-9CBE-45BB-AD41-70260203EC0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64805" y="2518961"/>
            <a:ext cx="2419621" cy="3280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57">
            <a:extLst>
              <a:ext uri="{FF2B5EF4-FFF2-40B4-BE49-F238E27FC236}">
                <a16:creationId xmlns:a16="http://schemas.microsoft.com/office/drawing/2014/main" id="{5EE92B83-90FE-4A4F-9A6F-76DCECCEE4C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110832" y="1704177"/>
            <a:ext cx="1879206" cy="4546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2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57">
            <a:extLst>
              <a:ext uri="{FF2B5EF4-FFF2-40B4-BE49-F238E27FC236}">
                <a16:creationId xmlns:a16="http://schemas.microsoft.com/office/drawing/2014/main" id="{0A2E724E-D062-4523-B125-8C6DFE0027A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64804" y="3273240"/>
            <a:ext cx="2425233" cy="4546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2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57">
            <a:extLst>
              <a:ext uri="{FF2B5EF4-FFF2-40B4-BE49-F238E27FC236}">
                <a16:creationId xmlns:a16="http://schemas.microsoft.com/office/drawing/2014/main" id="{5D7377E8-D22E-433B-82E2-FFE0FF2FBB1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4804" y="4259057"/>
            <a:ext cx="2419621" cy="3280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57">
            <a:extLst>
              <a:ext uri="{FF2B5EF4-FFF2-40B4-BE49-F238E27FC236}">
                <a16:creationId xmlns:a16="http://schemas.microsoft.com/office/drawing/2014/main" id="{7861D39B-BE95-41D3-B447-CAD71A76EB8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64804" y="4975410"/>
            <a:ext cx="2425233" cy="4546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2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57">
            <a:extLst>
              <a:ext uri="{FF2B5EF4-FFF2-40B4-BE49-F238E27FC236}">
                <a16:creationId xmlns:a16="http://schemas.microsoft.com/office/drawing/2014/main" id="{C401CE22-C242-4778-94AF-36C9A7E7EC0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64804" y="5961227"/>
            <a:ext cx="2419621" cy="3280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86858976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фото и текстом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Текст 3"/>
          <p:cNvSpPr>
            <a:spLocks noGrp="1"/>
          </p:cNvSpPr>
          <p:nvPr>
            <p:ph type="body" sz="quarter" idx="14"/>
          </p:nvPr>
        </p:nvSpPr>
        <p:spPr>
          <a:xfrm>
            <a:off x="545928" y="1537086"/>
            <a:ext cx="5295897" cy="198809"/>
          </a:xfrm>
          <a:prstGeom prst="rect">
            <a:avLst/>
          </a:prstGeom>
        </p:spPr>
        <p:txBody>
          <a:bodyPr lIns="0" tIns="0" rIns="0" bIns="0"/>
          <a:lstStyle>
            <a:lvl1pPr marL="0" indent="0" defTabSz="900000">
              <a:lnSpc>
                <a:spcPts val="1680"/>
              </a:lnSpc>
              <a:buNone/>
              <a:defRPr sz="1400" cap="all" baseline="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74" y="370687"/>
            <a:ext cx="9154800" cy="49594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Слайд с фото и текстом (1)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6"/>
          </p:nvPr>
        </p:nvSpPr>
        <p:spPr>
          <a:xfrm>
            <a:off x="1104900" y="2243341"/>
            <a:ext cx="4736954" cy="604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Текст 2"/>
          <p:cNvSpPr>
            <a:spLocks noGrp="1"/>
          </p:cNvSpPr>
          <p:nvPr>
            <p:ph type="body" sz="quarter" idx="17"/>
          </p:nvPr>
        </p:nvSpPr>
        <p:spPr>
          <a:xfrm>
            <a:off x="1104900" y="3057947"/>
            <a:ext cx="4736954" cy="604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5" name="Текст 2"/>
          <p:cNvSpPr>
            <a:spLocks noGrp="1"/>
          </p:cNvSpPr>
          <p:nvPr>
            <p:ph type="body" sz="quarter" idx="18"/>
          </p:nvPr>
        </p:nvSpPr>
        <p:spPr>
          <a:xfrm>
            <a:off x="1104872" y="3887209"/>
            <a:ext cx="4736954" cy="604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6" name="Текст 2"/>
          <p:cNvSpPr>
            <a:spLocks noGrp="1"/>
          </p:cNvSpPr>
          <p:nvPr>
            <p:ph type="body" sz="quarter" idx="19"/>
          </p:nvPr>
        </p:nvSpPr>
        <p:spPr>
          <a:xfrm>
            <a:off x="1104872" y="4723900"/>
            <a:ext cx="4736954" cy="604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4233B6F-F0ED-4FDE-B00E-BB76299C06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94C1B-C881-42F5-9B4F-0D613082994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F3D2157-8889-45C3-9EEB-E6CE7315C1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22951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фото и текстом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Текст 3"/>
          <p:cNvSpPr>
            <a:spLocks noGrp="1"/>
          </p:cNvSpPr>
          <p:nvPr>
            <p:ph type="body" sz="quarter" idx="14"/>
          </p:nvPr>
        </p:nvSpPr>
        <p:spPr>
          <a:xfrm>
            <a:off x="6341891" y="1537086"/>
            <a:ext cx="5295897" cy="198809"/>
          </a:xfrm>
          <a:prstGeom prst="rect">
            <a:avLst/>
          </a:prstGeom>
        </p:spPr>
        <p:txBody>
          <a:bodyPr lIns="0" tIns="0" rIns="0" bIns="0"/>
          <a:lstStyle>
            <a:lvl1pPr marL="0" indent="0" defTabSz="900000">
              <a:lnSpc>
                <a:spcPts val="1680"/>
              </a:lnSpc>
              <a:buNone/>
              <a:defRPr sz="1400" cap="all" baseline="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74" y="370687"/>
            <a:ext cx="9154800" cy="49594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Слайд с фото и текстом (2)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6"/>
          </p:nvPr>
        </p:nvSpPr>
        <p:spPr>
          <a:xfrm>
            <a:off x="6900863" y="2243341"/>
            <a:ext cx="4736954" cy="604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Текст 2"/>
          <p:cNvSpPr>
            <a:spLocks noGrp="1"/>
          </p:cNvSpPr>
          <p:nvPr>
            <p:ph type="body" sz="quarter" idx="17"/>
          </p:nvPr>
        </p:nvSpPr>
        <p:spPr>
          <a:xfrm>
            <a:off x="6900863" y="3057947"/>
            <a:ext cx="4736954" cy="604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5" name="Текст 2"/>
          <p:cNvSpPr>
            <a:spLocks noGrp="1"/>
          </p:cNvSpPr>
          <p:nvPr>
            <p:ph type="body" sz="quarter" idx="18"/>
          </p:nvPr>
        </p:nvSpPr>
        <p:spPr>
          <a:xfrm>
            <a:off x="6900835" y="3887209"/>
            <a:ext cx="4736954" cy="604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6" name="Текст 2"/>
          <p:cNvSpPr>
            <a:spLocks noGrp="1"/>
          </p:cNvSpPr>
          <p:nvPr>
            <p:ph type="body" sz="quarter" idx="19"/>
          </p:nvPr>
        </p:nvSpPr>
        <p:spPr>
          <a:xfrm>
            <a:off x="6900835" y="4723900"/>
            <a:ext cx="4736954" cy="604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4233B6F-F0ED-4FDE-B00E-BB76299C06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94C1B-C881-42F5-9B4F-0D613082994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F3D2157-8889-45C3-9EEB-E6CE7315C1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972669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74" y="370687"/>
            <a:ext cx="9154800" cy="49594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таблица</a:t>
            </a:r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4233B6F-F0ED-4FDE-B00E-BB76299C06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94C1B-C881-42F5-9B4F-0D613082994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F3D2157-8889-45C3-9EEB-E6CE7315C1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198642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 с текстом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3970"/>
            <a:ext cx="9154800" cy="501974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Таблица с текстом (1)</a:t>
            </a:r>
          </a:p>
        </p:txBody>
      </p:sp>
      <p:sp>
        <p:nvSpPr>
          <p:cNvPr id="78" name="Текст 2"/>
          <p:cNvSpPr>
            <a:spLocks noGrp="1"/>
          </p:cNvSpPr>
          <p:nvPr>
            <p:ph type="body" sz="quarter" idx="11"/>
          </p:nvPr>
        </p:nvSpPr>
        <p:spPr>
          <a:xfrm>
            <a:off x="888978" y="5508219"/>
            <a:ext cx="5902347" cy="2079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5"/>
          <p:cNvSpPr>
            <a:spLocks noGrp="1"/>
          </p:cNvSpPr>
          <p:nvPr>
            <p:ph type="body" sz="quarter" idx="12"/>
          </p:nvPr>
        </p:nvSpPr>
        <p:spPr>
          <a:xfrm>
            <a:off x="574465" y="5824874"/>
            <a:ext cx="6216860" cy="3619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endParaRPr lang="ru-RU" dirty="0"/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0579E37A-7661-4F26-BB2D-B8CBF9E12B0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8BFF49-1386-448F-814C-A895F3F8CA69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9A0124F-DA40-4B94-AAAA-E47280653E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438250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 с текстом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3970"/>
            <a:ext cx="9154800" cy="501974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Таблица с текстом (2)</a:t>
            </a:r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0579E37A-7661-4F26-BB2D-B8CBF9E12B0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8BFF49-1386-448F-814C-A895F3F8CA69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9A0124F-DA40-4B94-AAAA-E47280653E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09A0BC01-4933-4B1F-9948-F60ED78AF7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271000" y="2449830"/>
            <a:ext cx="2285711" cy="366522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00"/>
              </a:lnSpc>
              <a:buNone/>
              <a:defRPr sz="12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1E07E58-B2CE-44C2-BAE3-E988EDAE1AD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271000" y="1536925"/>
            <a:ext cx="2285711" cy="71325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200" spc="-2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61241085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руктурная схема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Структурная схема (1)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1829FBE-BA79-4C38-8507-4F3D32298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82" name="Текст 2"/>
          <p:cNvSpPr>
            <a:spLocks noGrp="1"/>
          </p:cNvSpPr>
          <p:nvPr>
            <p:ph type="body" sz="quarter" idx="16"/>
          </p:nvPr>
        </p:nvSpPr>
        <p:spPr>
          <a:xfrm>
            <a:off x="933427" y="3783684"/>
            <a:ext cx="1831473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3" name="Текст 5"/>
          <p:cNvSpPr>
            <a:spLocks noGrp="1"/>
          </p:cNvSpPr>
          <p:nvPr>
            <p:ph type="body" sz="quarter" idx="17"/>
          </p:nvPr>
        </p:nvSpPr>
        <p:spPr>
          <a:xfrm>
            <a:off x="560292" y="4174448"/>
            <a:ext cx="2260543" cy="7441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1"/>
          </p:nvPr>
        </p:nvSpPr>
        <p:spPr>
          <a:xfrm>
            <a:off x="571486" y="2392615"/>
            <a:ext cx="5200520" cy="5410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endParaRPr lang="ru-RU" dirty="0"/>
          </a:p>
        </p:txBody>
      </p:sp>
      <p:sp>
        <p:nvSpPr>
          <p:cNvPr id="34" name="Текст 2"/>
          <p:cNvSpPr>
            <a:spLocks noGrp="1"/>
          </p:cNvSpPr>
          <p:nvPr>
            <p:ph type="body" sz="quarter" idx="24"/>
          </p:nvPr>
        </p:nvSpPr>
        <p:spPr>
          <a:xfrm>
            <a:off x="571486" y="2041741"/>
            <a:ext cx="5200520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1" name="Текст 5">
            <a:extLst>
              <a:ext uri="{FF2B5EF4-FFF2-40B4-BE49-F238E27FC236}">
                <a16:creationId xmlns:a16="http://schemas.microsoft.com/office/drawing/2014/main" id="{4DF0A25E-588C-4635-BC04-9183459F797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419994" y="2392615"/>
            <a:ext cx="5200520" cy="5410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tx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endParaRPr lang="ru-RU" dirty="0"/>
          </a:p>
        </p:txBody>
      </p:sp>
      <p:sp>
        <p:nvSpPr>
          <p:cNvPr id="42" name="Текст 2">
            <a:extLst>
              <a:ext uri="{FF2B5EF4-FFF2-40B4-BE49-F238E27FC236}">
                <a16:creationId xmlns:a16="http://schemas.microsoft.com/office/drawing/2014/main" id="{43EEE1BC-4EA4-43F5-BEA9-3F9BE8263A1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19994" y="2041741"/>
            <a:ext cx="5200520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grpSp>
        <p:nvGrpSpPr>
          <p:cNvPr id="43" name="Группа 42">
            <a:extLst>
              <a:ext uri="{FF2B5EF4-FFF2-40B4-BE49-F238E27FC236}">
                <a16:creationId xmlns:a16="http://schemas.microsoft.com/office/drawing/2014/main" id="{A43565A9-9132-4DAC-B0E7-4F2965E3E8AB}"/>
              </a:ext>
            </a:extLst>
          </p:cNvPr>
          <p:cNvGrpSpPr/>
          <p:nvPr userDrawn="1"/>
        </p:nvGrpSpPr>
        <p:grpSpPr>
          <a:xfrm>
            <a:off x="585240" y="3791922"/>
            <a:ext cx="237651" cy="237648"/>
            <a:chOff x="585240" y="3791922"/>
            <a:chExt cx="237651" cy="237648"/>
          </a:xfrm>
        </p:grpSpPr>
        <p:pic>
          <p:nvPicPr>
            <p:cNvPr id="44" name="Star 3 (Stroke) [Figma I9887:64069;7965:11807]" descr="Star 3 (Stroke). векторный контур">
              <a:extLst>
                <a:ext uri="{FF2B5EF4-FFF2-40B4-BE49-F238E27FC236}">
                  <a16:creationId xmlns:a16="http://schemas.microsoft.com/office/drawing/2014/main" id="{21CEF5B3-E283-45A8-9D60-3BD291BD5F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5240" y="3791922"/>
              <a:ext cx="237651" cy="237648"/>
            </a:xfrm>
            <a:prstGeom prst="rect">
              <a:avLst/>
            </a:prstGeom>
          </p:spPr>
        </p:pic>
        <p:pic>
          <p:nvPicPr>
            <p:cNvPr id="45" name="Vector 32 (Stroke) [Figma I9887:64069;7965:11808]" descr="Vector 32 (Stroke). векторный контур">
              <a:extLst>
                <a:ext uri="{FF2B5EF4-FFF2-40B4-BE49-F238E27FC236}">
                  <a16:creationId xmlns:a16="http://schemas.microsoft.com/office/drawing/2014/main" id="{BE655AF3-0A1F-4266-AA5B-E905DBCBDD5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58288" y="3877620"/>
              <a:ext cx="90581" cy="66723"/>
            </a:xfrm>
            <a:prstGeom prst="rect">
              <a:avLst/>
            </a:prstGeom>
          </p:spPr>
        </p:pic>
      </p:grpSp>
      <p:sp>
        <p:nvSpPr>
          <p:cNvPr id="48" name="Текст 2">
            <a:extLst>
              <a:ext uri="{FF2B5EF4-FFF2-40B4-BE49-F238E27FC236}">
                <a16:creationId xmlns:a16="http://schemas.microsoft.com/office/drawing/2014/main" id="{811D7049-6400-48E1-87D8-698C59FB6FD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036219" y="3783684"/>
            <a:ext cx="1679852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9" name="Текст 5">
            <a:extLst>
              <a:ext uri="{FF2B5EF4-FFF2-40B4-BE49-F238E27FC236}">
                <a16:creationId xmlns:a16="http://schemas.microsoft.com/office/drawing/2014/main" id="{C2CBE8E8-07BC-4D3B-9451-3727631EBF5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511463" y="4174448"/>
            <a:ext cx="2260543" cy="7441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0" name="Текст 2">
            <a:extLst>
              <a:ext uri="{FF2B5EF4-FFF2-40B4-BE49-F238E27FC236}">
                <a16:creationId xmlns:a16="http://schemas.microsoft.com/office/drawing/2014/main" id="{21168D1B-800F-42CB-8367-9272DBB9881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511463" y="3666291"/>
            <a:ext cx="490954" cy="477084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1920"/>
              </a:lnSpc>
              <a:buNone/>
              <a:defRPr sz="3200" kern="200" spc="-200" baseline="0">
                <a:solidFill>
                  <a:schemeClr val="accent4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51" name="Текст 2">
            <a:extLst>
              <a:ext uri="{FF2B5EF4-FFF2-40B4-BE49-F238E27FC236}">
                <a16:creationId xmlns:a16="http://schemas.microsoft.com/office/drawing/2014/main" id="{1B245B9A-2E3F-4BBC-B1BF-A70BABC0563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957151" y="3783684"/>
            <a:ext cx="1679852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2" name="Текст 5">
            <a:extLst>
              <a:ext uri="{FF2B5EF4-FFF2-40B4-BE49-F238E27FC236}">
                <a16:creationId xmlns:a16="http://schemas.microsoft.com/office/drawing/2014/main" id="{704EE517-5866-47B2-82F9-3674A704416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432395" y="4174448"/>
            <a:ext cx="2260543" cy="7441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00"/>
              </a:lnSpc>
              <a:buNone/>
              <a:defRPr sz="14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3" name="Текст 2">
            <a:extLst>
              <a:ext uri="{FF2B5EF4-FFF2-40B4-BE49-F238E27FC236}">
                <a16:creationId xmlns:a16="http://schemas.microsoft.com/office/drawing/2014/main" id="{67CBC79F-9224-48B5-90FF-F82006DF822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32395" y="3666291"/>
            <a:ext cx="490954" cy="477084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1920"/>
              </a:lnSpc>
              <a:buNone/>
              <a:defRPr sz="3200" kern="200" spc="-2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54" name="Текст 5">
            <a:extLst>
              <a:ext uri="{FF2B5EF4-FFF2-40B4-BE49-F238E27FC236}">
                <a16:creationId xmlns:a16="http://schemas.microsoft.com/office/drawing/2014/main" id="{BB159815-731B-46C6-ABB8-2EB1BE26BE2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9366106" y="3771304"/>
            <a:ext cx="2260543" cy="10991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5" name="Текст 5">
            <a:extLst>
              <a:ext uri="{FF2B5EF4-FFF2-40B4-BE49-F238E27FC236}">
                <a16:creationId xmlns:a16="http://schemas.microsoft.com/office/drawing/2014/main" id="{7420B96A-A18A-41BC-A348-AD471D4CFE6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85240" y="5681917"/>
            <a:ext cx="11039741" cy="5873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400"/>
              </a:lnSpc>
              <a:buNone/>
              <a:defRPr sz="12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947228849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руктурная схема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Структурная схема (2)</a:t>
            </a:r>
          </a:p>
        </p:txBody>
      </p:sp>
      <p:sp>
        <p:nvSpPr>
          <p:cNvPr id="79" name="Текст 5"/>
          <p:cNvSpPr>
            <a:spLocks noGrp="1"/>
          </p:cNvSpPr>
          <p:nvPr>
            <p:ph type="body" sz="quarter" idx="13"/>
          </p:nvPr>
        </p:nvSpPr>
        <p:spPr>
          <a:xfrm>
            <a:off x="8146817" y="2163279"/>
            <a:ext cx="3498819" cy="126572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Clr>
                <a:srgbClr val="1E4BD2"/>
              </a:buClr>
              <a:buSzPct val="120000"/>
              <a:buFont typeface="Arial" panose="020B0604020202020204" pitchFamily="34" charset="0"/>
              <a:buChar char="•"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  <a:endParaRPr lang="en-US" dirty="0"/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>
          <a:xfrm>
            <a:off x="577836" y="3342081"/>
            <a:ext cx="3009852" cy="27733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1"/>
          </p:nvPr>
        </p:nvSpPr>
        <p:spPr>
          <a:xfrm>
            <a:off x="571486" y="3720206"/>
            <a:ext cx="3016202" cy="7422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endParaRPr lang="ru-RU" dirty="0"/>
          </a:p>
        </p:txBody>
      </p:sp>
      <p:sp>
        <p:nvSpPr>
          <p:cNvPr id="82" name="Текст 2"/>
          <p:cNvSpPr>
            <a:spLocks noGrp="1"/>
          </p:cNvSpPr>
          <p:nvPr>
            <p:ph type="body" sz="quarter" idx="16"/>
          </p:nvPr>
        </p:nvSpPr>
        <p:spPr>
          <a:xfrm>
            <a:off x="5426395" y="4462484"/>
            <a:ext cx="1831473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3" name="Текст 5"/>
          <p:cNvSpPr>
            <a:spLocks noGrp="1"/>
          </p:cNvSpPr>
          <p:nvPr>
            <p:ph type="body" sz="quarter" idx="17"/>
          </p:nvPr>
        </p:nvSpPr>
        <p:spPr>
          <a:xfrm>
            <a:off x="4997325" y="4865380"/>
            <a:ext cx="2260543" cy="86866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4" name="Текст 2"/>
          <p:cNvSpPr>
            <a:spLocks noGrp="1"/>
          </p:cNvSpPr>
          <p:nvPr>
            <p:ph type="body" sz="quarter" idx="24"/>
          </p:nvPr>
        </p:nvSpPr>
        <p:spPr>
          <a:xfrm>
            <a:off x="5426395" y="2157435"/>
            <a:ext cx="1831473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5" name="Текст 5"/>
          <p:cNvSpPr>
            <a:spLocks noGrp="1"/>
          </p:cNvSpPr>
          <p:nvPr>
            <p:ph type="body" sz="quarter" idx="25"/>
          </p:nvPr>
        </p:nvSpPr>
        <p:spPr>
          <a:xfrm>
            <a:off x="4997325" y="2560331"/>
            <a:ext cx="2260543" cy="86866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0" name="Текст 5"/>
          <p:cNvSpPr>
            <a:spLocks noGrp="1"/>
          </p:cNvSpPr>
          <p:nvPr>
            <p:ph type="body" sz="quarter" idx="26"/>
          </p:nvPr>
        </p:nvSpPr>
        <p:spPr>
          <a:xfrm>
            <a:off x="8172247" y="4462484"/>
            <a:ext cx="3498819" cy="126572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Clr>
                <a:srgbClr val="1E4BD2"/>
              </a:buClr>
              <a:buSzPct val="120000"/>
              <a:buFont typeface="Arial" panose="020B0604020202020204" pitchFamily="34" charset="0"/>
              <a:buChar char="•"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  <a:endParaRPr lang="en-US" dirty="0"/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1829FBE-BA79-4C38-8507-4F3D32298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29177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руктурная схема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Диаграмма </a:t>
            </a:r>
            <a:r>
              <a:rPr lang="ru-RU" dirty="0" err="1"/>
              <a:t>венна</a:t>
            </a:r>
            <a:endParaRPr lang="ru-RU" dirty="0"/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1829FBE-BA79-4C38-8507-4F3D32298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85" name="Frame 2147204059 — фон [Figma 9887:64130:background]">
            <a:extLst>
              <a:ext uri="{FF2B5EF4-FFF2-40B4-BE49-F238E27FC236}">
                <a16:creationId xmlns:a16="http://schemas.microsoft.com/office/drawing/2014/main" id="{143DCE75-69D1-49C0-9655-3C3E96531109}"/>
              </a:ext>
            </a:extLst>
          </p:cNvPr>
          <p:cNvSpPr/>
          <p:nvPr userDrawn="1"/>
        </p:nvSpPr>
        <p:spPr>
          <a:xfrm>
            <a:off x="380990" y="1377916"/>
            <a:ext cx="11429714" cy="4971926"/>
          </a:xfrm>
          <a:prstGeom prst="roundRect">
            <a:avLst>
              <a:gd name="adj" fmla="val 1916"/>
            </a:avLst>
          </a:prstGeom>
          <a:solidFill>
            <a:srgbClr val="EAEDF5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Ellipse [Figma 9887:64163]">
            <a:extLst>
              <a:ext uri="{FF2B5EF4-FFF2-40B4-BE49-F238E27FC236}">
                <a16:creationId xmlns:a16="http://schemas.microsoft.com/office/drawing/2014/main" id="{8BAFF639-14A8-4182-B81B-B969761EFE6A}"/>
              </a:ext>
            </a:extLst>
          </p:cNvPr>
          <p:cNvSpPr/>
          <p:nvPr userDrawn="1"/>
        </p:nvSpPr>
        <p:spPr>
          <a:xfrm>
            <a:off x="5435464" y="3765456"/>
            <a:ext cx="88898" cy="8889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Полилиния: фигура 95">
            <a:extLst>
              <a:ext uri="{FF2B5EF4-FFF2-40B4-BE49-F238E27FC236}">
                <a16:creationId xmlns:a16="http://schemas.microsoft.com/office/drawing/2014/main" id="{93D0BD2F-3D4A-4F81-BD25-D54D50B8384D}"/>
              </a:ext>
            </a:extLst>
          </p:cNvPr>
          <p:cNvSpPr/>
          <p:nvPr/>
        </p:nvSpPr>
        <p:spPr>
          <a:xfrm rot="1" flipV="1">
            <a:off x="6057749" y="5092573"/>
            <a:ext cx="88897" cy="88766"/>
          </a:xfrm>
          <a:custGeom>
            <a:avLst/>
            <a:gdLst>
              <a:gd name="connsiteX0" fmla="*/ 89762 w 88897"/>
              <a:gd name="connsiteY0" fmla="*/ 44383 h 88766"/>
              <a:gd name="connsiteX1" fmla="*/ 45313 w 88897"/>
              <a:gd name="connsiteY1" fmla="*/ 88766 h 88766"/>
              <a:gd name="connsiteX2" fmla="*/ 864 w 88897"/>
              <a:gd name="connsiteY2" fmla="*/ 44383 h 88766"/>
              <a:gd name="connsiteX3" fmla="*/ 45313 w 88897"/>
              <a:gd name="connsiteY3" fmla="*/ 0 h 88766"/>
              <a:gd name="connsiteX4" fmla="*/ 89762 w 88897"/>
              <a:gd name="connsiteY4" fmla="*/ 44383 h 88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897" h="88766">
                <a:moveTo>
                  <a:pt x="89762" y="44383"/>
                </a:moveTo>
                <a:cubicBezTo>
                  <a:pt x="89762" y="68895"/>
                  <a:pt x="69861" y="88766"/>
                  <a:pt x="45313" y="88766"/>
                </a:cubicBezTo>
                <a:cubicBezTo>
                  <a:pt x="20764" y="88766"/>
                  <a:pt x="864" y="68895"/>
                  <a:pt x="864" y="44383"/>
                </a:cubicBezTo>
                <a:cubicBezTo>
                  <a:pt x="864" y="19871"/>
                  <a:pt x="20764" y="0"/>
                  <a:pt x="45313" y="0"/>
                </a:cubicBezTo>
                <a:cubicBezTo>
                  <a:pt x="69861" y="0"/>
                  <a:pt x="89762" y="19871"/>
                  <a:pt x="89762" y="44383"/>
                </a:cubicBezTo>
                <a:close/>
              </a:path>
            </a:pathLst>
          </a:custGeom>
          <a:solidFill>
            <a:srgbClr val="FFFFFF"/>
          </a:solidFill>
          <a:ln w="634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97" name="Ellipse [Figma 9887:64170]">
            <a:extLst>
              <a:ext uri="{FF2B5EF4-FFF2-40B4-BE49-F238E27FC236}">
                <a16:creationId xmlns:a16="http://schemas.microsoft.com/office/drawing/2014/main" id="{146E4B24-0F4D-43DA-A95F-0B7988E70471}"/>
              </a:ext>
            </a:extLst>
          </p:cNvPr>
          <p:cNvSpPr/>
          <p:nvPr userDrawn="1"/>
        </p:nvSpPr>
        <p:spPr>
          <a:xfrm>
            <a:off x="2597085" y="3867053"/>
            <a:ext cx="50799" cy="5079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Текст 2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761982" y="1719897"/>
            <a:ext cx="2630668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</a:t>
            </a:r>
          </a:p>
        </p:txBody>
      </p:sp>
      <p:sp>
        <p:nvSpPr>
          <p:cNvPr id="83" name="Текст 5"/>
          <p:cNvSpPr>
            <a:spLocks noGrp="1"/>
          </p:cNvSpPr>
          <p:nvPr userDrawn="1">
            <p:ph type="body" sz="quarter" idx="17"/>
          </p:nvPr>
        </p:nvSpPr>
        <p:spPr>
          <a:xfrm>
            <a:off x="747448" y="2047876"/>
            <a:ext cx="2630668" cy="54525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4" name="Текст 2">
            <a:extLst>
              <a:ext uri="{FF2B5EF4-FFF2-40B4-BE49-F238E27FC236}">
                <a16:creationId xmlns:a16="http://schemas.microsoft.com/office/drawing/2014/main" id="{03B73AE0-BB68-4609-A6C7-CB4B4660A45E}"/>
              </a:ext>
            </a:extLst>
          </p:cNvPr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5159962" y="2403281"/>
            <a:ext cx="1877396" cy="24618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ts val="192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</a:t>
            </a:r>
          </a:p>
        </p:txBody>
      </p:sp>
      <p:sp>
        <p:nvSpPr>
          <p:cNvPr id="105" name="Текст 5">
            <a:extLst>
              <a:ext uri="{FF2B5EF4-FFF2-40B4-BE49-F238E27FC236}">
                <a16:creationId xmlns:a16="http://schemas.microsoft.com/office/drawing/2014/main" id="{8DDEC0A7-16B8-481A-B5E5-924BB89A5DB7}"/>
              </a:ext>
            </a:extLst>
          </p:cNvPr>
          <p:cNvSpPr>
            <a:spLocks noGrp="1"/>
          </p:cNvSpPr>
          <p:nvPr userDrawn="1">
            <p:ph type="body" sz="quarter" idx="29"/>
          </p:nvPr>
        </p:nvSpPr>
        <p:spPr>
          <a:xfrm>
            <a:off x="5145428" y="2731260"/>
            <a:ext cx="1877396" cy="545252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6" name="Текст 2">
            <a:extLst>
              <a:ext uri="{FF2B5EF4-FFF2-40B4-BE49-F238E27FC236}">
                <a16:creationId xmlns:a16="http://schemas.microsoft.com/office/drawing/2014/main" id="{D78EA89E-087E-4492-B2BF-A350C015A0DE}"/>
              </a:ext>
            </a:extLst>
          </p:cNvPr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4029605" y="4409771"/>
            <a:ext cx="1877396" cy="24618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ts val="192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</a:t>
            </a:r>
          </a:p>
        </p:txBody>
      </p:sp>
      <p:sp>
        <p:nvSpPr>
          <p:cNvPr id="107" name="Текст 5">
            <a:extLst>
              <a:ext uri="{FF2B5EF4-FFF2-40B4-BE49-F238E27FC236}">
                <a16:creationId xmlns:a16="http://schemas.microsoft.com/office/drawing/2014/main" id="{E1666147-F70F-41A7-B7BE-97BABCBBC3EA}"/>
              </a:ext>
            </a:extLst>
          </p:cNvPr>
          <p:cNvSpPr>
            <a:spLocks noGrp="1"/>
          </p:cNvSpPr>
          <p:nvPr userDrawn="1">
            <p:ph type="body" sz="quarter" idx="31"/>
          </p:nvPr>
        </p:nvSpPr>
        <p:spPr>
          <a:xfrm>
            <a:off x="4015071" y="4737750"/>
            <a:ext cx="1877396" cy="545252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8" name="Текст 2">
            <a:extLst>
              <a:ext uri="{FF2B5EF4-FFF2-40B4-BE49-F238E27FC236}">
                <a16:creationId xmlns:a16="http://schemas.microsoft.com/office/drawing/2014/main" id="{CB7AC794-6B16-4835-98FC-2BB3388274C1}"/>
              </a:ext>
            </a:extLst>
          </p:cNvPr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6397204" y="4387618"/>
            <a:ext cx="1877396" cy="24618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ts val="192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</a:t>
            </a:r>
          </a:p>
        </p:txBody>
      </p:sp>
      <p:sp>
        <p:nvSpPr>
          <p:cNvPr id="109" name="Текст 5">
            <a:extLst>
              <a:ext uri="{FF2B5EF4-FFF2-40B4-BE49-F238E27FC236}">
                <a16:creationId xmlns:a16="http://schemas.microsoft.com/office/drawing/2014/main" id="{4F655215-8C2B-45EC-8E34-B7B22609727B}"/>
              </a:ext>
            </a:extLst>
          </p:cNvPr>
          <p:cNvSpPr>
            <a:spLocks noGrp="1"/>
          </p:cNvSpPr>
          <p:nvPr userDrawn="1">
            <p:ph type="body" sz="quarter" idx="33"/>
          </p:nvPr>
        </p:nvSpPr>
        <p:spPr>
          <a:xfrm>
            <a:off x="6382670" y="4715597"/>
            <a:ext cx="1877396" cy="545252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0" name="Текст 2">
            <a:extLst>
              <a:ext uri="{FF2B5EF4-FFF2-40B4-BE49-F238E27FC236}">
                <a16:creationId xmlns:a16="http://schemas.microsoft.com/office/drawing/2014/main" id="{8FEB028D-EA92-4653-8D7A-C0F8FD68507E}"/>
              </a:ext>
            </a:extLst>
          </p:cNvPr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748470" y="5086059"/>
            <a:ext cx="2644179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</a:t>
            </a:r>
          </a:p>
        </p:txBody>
      </p:sp>
      <p:sp>
        <p:nvSpPr>
          <p:cNvPr id="111" name="Текст 5">
            <a:extLst>
              <a:ext uri="{FF2B5EF4-FFF2-40B4-BE49-F238E27FC236}">
                <a16:creationId xmlns:a16="http://schemas.microsoft.com/office/drawing/2014/main" id="{BE1D1178-0E40-47F7-B374-13D7CCAE0495}"/>
              </a:ext>
            </a:extLst>
          </p:cNvPr>
          <p:cNvSpPr>
            <a:spLocks noGrp="1"/>
          </p:cNvSpPr>
          <p:nvPr userDrawn="1">
            <p:ph type="body" sz="quarter" idx="35"/>
          </p:nvPr>
        </p:nvSpPr>
        <p:spPr>
          <a:xfrm>
            <a:off x="733936" y="5414038"/>
            <a:ext cx="2644179" cy="54525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2" name="Текст 2">
            <a:extLst>
              <a:ext uri="{FF2B5EF4-FFF2-40B4-BE49-F238E27FC236}">
                <a16:creationId xmlns:a16="http://schemas.microsoft.com/office/drawing/2014/main" id="{5D31FD95-6142-4B01-A620-A1787AA00490}"/>
              </a:ext>
            </a:extLst>
          </p:cNvPr>
          <p:cNvSpPr>
            <a:spLocks noGrp="1"/>
          </p:cNvSpPr>
          <p:nvPr userDrawn="1">
            <p:ph type="body" sz="quarter" idx="36" hasCustomPrompt="1"/>
          </p:nvPr>
        </p:nvSpPr>
        <p:spPr>
          <a:xfrm>
            <a:off x="8894582" y="1728516"/>
            <a:ext cx="2630668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</a:t>
            </a:r>
          </a:p>
        </p:txBody>
      </p:sp>
      <p:sp>
        <p:nvSpPr>
          <p:cNvPr id="113" name="Текст 5">
            <a:extLst>
              <a:ext uri="{FF2B5EF4-FFF2-40B4-BE49-F238E27FC236}">
                <a16:creationId xmlns:a16="http://schemas.microsoft.com/office/drawing/2014/main" id="{9BE718C1-ECA5-4944-99B1-9FC9A53AB16C}"/>
              </a:ext>
            </a:extLst>
          </p:cNvPr>
          <p:cNvSpPr>
            <a:spLocks noGrp="1"/>
          </p:cNvSpPr>
          <p:nvPr userDrawn="1">
            <p:ph type="body" sz="quarter" idx="37"/>
          </p:nvPr>
        </p:nvSpPr>
        <p:spPr>
          <a:xfrm>
            <a:off x="8880048" y="2056495"/>
            <a:ext cx="2630668" cy="54525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4" name="Текст 2">
            <a:extLst>
              <a:ext uri="{FF2B5EF4-FFF2-40B4-BE49-F238E27FC236}">
                <a16:creationId xmlns:a16="http://schemas.microsoft.com/office/drawing/2014/main" id="{2D8FAA86-E294-4726-A8A0-71DB7A4E1A27}"/>
              </a:ext>
            </a:extLst>
          </p:cNvPr>
          <p:cNvSpPr>
            <a:spLocks noGrp="1"/>
          </p:cNvSpPr>
          <p:nvPr userDrawn="1">
            <p:ph type="body" sz="quarter" idx="38" hasCustomPrompt="1"/>
          </p:nvPr>
        </p:nvSpPr>
        <p:spPr>
          <a:xfrm>
            <a:off x="8905276" y="3268654"/>
            <a:ext cx="851751" cy="8556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200" spc="-6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115" name="Текст 5">
            <a:extLst>
              <a:ext uri="{FF2B5EF4-FFF2-40B4-BE49-F238E27FC236}">
                <a16:creationId xmlns:a16="http://schemas.microsoft.com/office/drawing/2014/main" id="{A66286F5-5C88-4E32-A361-9E3EB4961E2F}"/>
              </a:ext>
            </a:extLst>
          </p:cNvPr>
          <p:cNvSpPr>
            <a:spLocks noGrp="1"/>
          </p:cNvSpPr>
          <p:nvPr userDrawn="1">
            <p:ph type="body" sz="quarter" idx="39"/>
          </p:nvPr>
        </p:nvSpPr>
        <p:spPr>
          <a:xfrm>
            <a:off x="8901127" y="4208791"/>
            <a:ext cx="2554273" cy="7791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26694458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зырьковая 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Пузырьковая диаграмма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1829FBE-BA79-4C38-8507-4F3D32298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pic>
        <p:nvPicPr>
          <p:cNvPr id="59" name="Frame 2147204091 [Figma 9887:63783]" descr="Frame 2147204091. прозрачность группы">
            <a:extLst>
              <a:ext uri="{FF2B5EF4-FFF2-40B4-BE49-F238E27FC236}">
                <a16:creationId xmlns:a16="http://schemas.microsoft.com/office/drawing/2014/main" id="{0ADA4248-ACD7-4CD6-92F0-5C35EDA8A79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18106" y="2849987"/>
            <a:ext cx="3174921" cy="3174921"/>
          </a:xfrm>
          <a:prstGeom prst="rect">
            <a:avLst/>
          </a:prstGeom>
        </p:spPr>
      </p:pic>
      <p:sp>
        <p:nvSpPr>
          <p:cNvPr id="82" name="Текст 5">
            <a:extLst>
              <a:ext uri="{FF2B5EF4-FFF2-40B4-BE49-F238E27FC236}">
                <a16:creationId xmlns:a16="http://schemas.microsoft.com/office/drawing/2014/main" id="{6ACF8E65-60E6-4072-AC11-96224D1DF4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50055" y="2373566"/>
            <a:ext cx="5270154" cy="383502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Clr>
                <a:srgbClr val="1E4BD2"/>
              </a:buClr>
              <a:buSzPct val="120000"/>
              <a:buFont typeface="Arial" panose="020B0604020202020204" pitchFamily="34" charset="0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3" name="Текст 2">
            <a:extLst>
              <a:ext uri="{FF2B5EF4-FFF2-40B4-BE49-F238E27FC236}">
                <a16:creationId xmlns:a16="http://schemas.microsoft.com/office/drawing/2014/main" id="{B889F4C0-0613-4921-A3EE-6BAE39976B6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908627" y="1541657"/>
            <a:ext cx="4759498" cy="44673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</a:t>
            </a:r>
          </a:p>
        </p:txBody>
      </p:sp>
      <p:sp>
        <p:nvSpPr>
          <p:cNvPr id="84" name="Текст 2">
            <a:extLst>
              <a:ext uri="{FF2B5EF4-FFF2-40B4-BE49-F238E27FC236}">
                <a16:creationId xmlns:a16="http://schemas.microsoft.com/office/drawing/2014/main" id="{2B1640A0-36E4-4A57-8BA5-C3F775C9B4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97502" y="1528995"/>
            <a:ext cx="5115364" cy="44673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 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0C95A4DB-9C1C-4735-8353-D20AAD7EAE8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83864" y="2209251"/>
            <a:ext cx="631031" cy="1409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D9D2DBBC-C9C8-4C44-A052-7A4EAF2DB95B}"/>
              </a:ext>
            </a:extLst>
          </p:cNvPr>
          <p:cNvSpPr/>
          <p:nvPr userDrawn="1"/>
        </p:nvSpPr>
        <p:spPr>
          <a:xfrm>
            <a:off x="571486" y="2209251"/>
            <a:ext cx="144000" cy="144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85" name="Текст 8">
            <a:extLst>
              <a:ext uri="{FF2B5EF4-FFF2-40B4-BE49-F238E27FC236}">
                <a16:creationId xmlns:a16="http://schemas.microsoft.com/office/drawing/2014/main" id="{E6AB38F0-EF0B-401F-ABC9-F2F9C7E50A9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702294" y="2209251"/>
            <a:ext cx="631031" cy="1409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86" name="Овал 85">
            <a:extLst>
              <a:ext uri="{FF2B5EF4-FFF2-40B4-BE49-F238E27FC236}">
                <a16:creationId xmlns:a16="http://schemas.microsoft.com/office/drawing/2014/main" id="{51D16754-5BD9-4C0C-9F4A-62536C81273E}"/>
              </a:ext>
            </a:extLst>
          </p:cNvPr>
          <p:cNvSpPr/>
          <p:nvPr userDrawn="1"/>
        </p:nvSpPr>
        <p:spPr>
          <a:xfrm>
            <a:off x="1489916" y="2209251"/>
            <a:ext cx="144000" cy="14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89" name="Текст 8">
            <a:extLst>
              <a:ext uri="{FF2B5EF4-FFF2-40B4-BE49-F238E27FC236}">
                <a16:creationId xmlns:a16="http://schemas.microsoft.com/office/drawing/2014/main" id="{442564AD-16C4-452D-823E-6B93D7EE972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621401" y="2209251"/>
            <a:ext cx="631031" cy="1409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90" name="Овал 89">
            <a:extLst>
              <a:ext uri="{FF2B5EF4-FFF2-40B4-BE49-F238E27FC236}">
                <a16:creationId xmlns:a16="http://schemas.microsoft.com/office/drawing/2014/main" id="{CEC48FC3-74EA-4389-BDF3-45E492411916}"/>
              </a:ext>
            </a:extLst>
          </p:cNvPr>
          <p:cNvSpPr/>
          <p:nvPr userDrawn="1"/>
        </p:nvSpPr>
        <p:spPr>
          <a:xfrm>
            <a:off x="2409023" y="2209251"/>
            <a:ext cx="144000" cy="14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91" name="Текст 8">
            <a:extLst>
              <a:ext uri="{FF2B5EF4-FFF2-40B4-BE49-F238E27FC236}">
                <a16:creationId xmlns:a16="http://schemas.microsoft.com/office/drawing/2014/main" id="{72B0736C-1442-4FCD-AC17-463B3C0B703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543218" y="2209251"/>
            <a:ext cx="631031" cy="1409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92" name="Овал 91">
            <a:extLst>
              <a:ext uri="{FF2B5EF4-FFF2-40B4-BE49-F238E27FC236}">
                <a16:creationId xmlns:a16="http://schemas.microsoft.com/office/drawing/2014/main" id="{BCF6C106-3D9C-4508-8A11-5D2ED900ED1A}"/>
              </a:ext>
            </a:extLst>
          </p:cNvPr>
          <p:cNvSpPr/>
          <p:nvPr userDrawn="1"/>
        </p:nvSpPr>
        <p:spPr>
          <a:xfrm>
            <a:off x="3330840" y="2209251"/>
            <a:ext cx="144000" cy="144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93" name="Текст 8">
            <a:extLst>
              <a:ext uri="{FF2B5EF4-FFF2-40B4-BE49-F238E27FC236}">
                <a16:creationId xmlns:a16="http://schemas.microsoft.com/office/drawing/2014/main" id="{FC3E76E5-8845-485D-94D7-02094D49405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83864" y="2438728"/>
            <a:ext cx="631031" cy="1409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94" name="Овал 93">
            <a:extLst>
              <a:ext uri="{FF2B5EF4-FFF2-40B4-BE49-F238E27FC236}">
                <a16:creationId xmlns:a16="http://schemas.microsoft.com/office/drawing/2014/main" id="{F0F6FB23-943B-4232-A8E4-24A27654B752}"/>
              </a:ext>
            </a:extLst>
          </p:cNvPr>
          <p:cNvSpPr/>
          <p:nvPr userDrawn="1"/>
        </p:nvSpPr>
        <p:spPr>
          <a:xfrm>
            <a:off x="571486" y="2438728"/>
            <a:ext cx="144000" cy="144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95" name="Текст 8">
            <a:extLst>
              <a:ext uri="{FF2B5EF4-FFF2-40B4-BE49-F238E27FC236}">
                <a16:creationId xmlns:a16="http://schemas.microsoft.com/office/drawing/2014/main" id="{2AE5C641-8419-4610-8E55-9B193413F35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702294" y="2438728"/>
            <a:ext cx="631031" cy="1409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96" name="Овал 95">
            <a:extLst>
              <a:ext uri="{FF2B5EF4-FFF2-40B4-BE49-F238E27FC236}">
                <a16:creationId xmlns:a16="http://schemas.microsoft.com/office/drawing/2014/main" id="{0797E723-6244-483C-B1A2-06FE503C9B5E}"/>
              </a:ext>
            </a:extLst>
          </p:cNvPr>
          <p:cNvSpPr/>
          <p:nvPr userDrawn="1"/>
        </p:nvSpPr>
        <p:spPr>
          <a:xfrm>
            <a:off x="1489916" y="2438728"/>
            <a:ext cx="144000" cy="14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97" name="Текст 8">
            <a:extLst>
              <a:ext uri="{FF2B5EF4-FFF2-40B4-BE49-F238E27FC236}">
                <a16:creationId xmlns:a16="http://schemas.microsoft.com/office/drawing/2014/main" id="{F5BBB98B-B9A7-4357-A750-960A6C5D755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621401" y="2438728"/>
            <a:ext cx="631031" cy="1409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04" name="Овал 103">
            <a:extLst>
              <a:ext uri="{FF2B5EF4-FFF2-40B4-BE49-F238E27FC236}">
                <a16:creationId xmlns:a16="http://schemas.microsoft.com/office/drawing/2014/main" id="{77FC2925-B01A-4587-9F22-79BE6468D157}"/>
              </a:ext>
            </a:extLst>
          </p:cNvPr>
          <p:cNvSpPr/>
          <p:nvPr userDrawn="1"/>
        </p:nvSpPr>
        <p:spPr>
          <a:xfrm>
            <a:off x="2409023" y="2438728"/>
            <a:ext cx="144000" cy="14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105" name="Текст 8">
            <a:extLst>
              <a:ext uri="{FF2B5EF4-FFF2-40B4-BE49-F238E27FC236}">
                <a16:creationId xmlns:a16="http://schemas.microsoft.com/office/drawing/2014/main" id="{1B9FFA4A-F4A3-4C2F-9D13-6A85776473A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543218" y="2438728"/>
            <a:ext cx="631031" cy="1409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06" name="Овал 105">
            <a:extLst>
              <a:ext uri="{FF2B5EF4-FFF2-40B4-BE49-F238E27FC236}">
                <a16:creationId xmlns:a16="http://schemas.microsoft.com/office/drawing/2014/main" id="{D1269040-F0F2-46E2-9430-296934C558D7}"/>
              </a:ext>
            </a:extLst>
          </p:cNvPr>
          <p:cNvSpPr/>
          <p:nvPr userDrawn="1"/>
        </p:nvSpPr>
        <p:spPr>
          <a:xfrm>
            <a:off x="3330840" y="2438728"/>
            <a:ext cx="144000" cy="144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107" name="Текст 8">
            <a:extLst>
              <a:ext uri="{FF2B5EF4-FFF2-40B4-BE49-F238E27FC236}">
                <a16:creationId xmlns:a16="http://schemas.microsoft.com/office/drawing/2014/main" id="{925EF63B-8D13-45B5-8B1D-F6647CAA5D3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920023" y="2838493"/>
            <a:ext cx="914744" cy="26095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строчки</a:t>
            </a:r>
          </a:p>
        </p:txBody>
      </p:sp>
      <p:sp>
        <p:nvSpPr>
          <p:cNvPr id="109" name="Текст 8">
            <a:extLst>
              <a:ext uri="{FF2B5EF4-FFF2-40B4-BE49-F238E27FC236}">
                <a16:creationId xmlns:a16="http://schemas.microsoft.com/office/drawing/2014/main" id="{0766D8B1-AFF9-4237-98B2-2485AEDF008B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938333" y="3353338"/>
            <a:ext cx="914744" cy="13924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10" name="Текст 8">
            <a:extLst>
              <a:ext uri="{FF2B5EF4-FFF2-40B4-BE49-F238E27FC236}">
                <a16:creationId xmlns:a16="http://schemas.microsoft.com/office/drawing/2014/main" id="{0B11F69F-3029-4579-942A-AAF5B28D8CA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938333" y="4378997"/>
            <a:ext cx="914744" cy="13924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11" name="Текст 8">
            <a:extLst>
              <a:ext uri="{FF2B5EF4-FFF2-40B4-BE49-F238E27FC236}">
                <a16:creationId xmlns:a16="http://schemas.microsoft.com/office/drawing/2014/main" id="{801E9BAE-07B9-4799-B15C-5CEB5C44B2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938333" y="5425012"/>
            <a:ext cx="914744" cy="13924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12" name="Текст 8">
            <a:extLst>
              <a:ext uri="{FF2B5EF4-FFF2-40B4-BE49-F238E27FC236}">
                <a16:creationId xmlns:a16="http://schemas.microsoft.com/office/drawing/2014/main" id="{19D5D318-45BD-4ADA-9F42-EE3891D6293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60180" y="6094234"/>
            <a:ext cx="792843" cy="13924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960"/>
              </a:lnSpc>
              <a:buNone/>
              <a:defRPr sz="8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13" name="Текст 8">
            <a:extLst>
              <a:ext uri="{FF2B5EF4-FFF2-40B4-BE49-F238E27FC236}">
                <a16:creationId xmlns:a16="http://schemas.microsoft.com/office/drawing/2014/main" id="{2C7B6D5E-E98F-4077-9C51-728DC45BE47E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809144" y="6117944"/>
            <a:ext cx="792843" cy="13924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960"/>
              </a:lnSpc>
              <a:buNone/>
              <a:defRPr sz="8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14" name="Текст 8">
            <a:extLst>
              <a:ext uri="{FF2B5EF4-FFF2-40B4-BE49-F238E27FC236}">
                <a16:creationId xmlns:a16="http://schemas.microsoft.com/office/drawing/2014/main" id="{58AF2E7C-6B83-4176-BFFB-2F9836687AD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858108" y="6117944"/>
            <a:ext cx="792843" cy="13924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960"/>
              </a:lnSpc>
              <a:buNone/>
              <a:defRPr sz="8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15" name="Текст 8">
            <a:extLst>
              <a:ext uri="{FF2B5EF4-FFF2-40B4-BE49-F238E27FC236}">
                <a16:creationId xmlns:a16="http://schemas.microsoft.com/office/drawing/2014/main" id="{7A2681FD-8DB0-4854-B312-D1916D616FDE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71485" y="5947633"/>
            <a:ext cx="932574" cy="26095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строчки</a:t>
            </a:r>
          </a:p>
        </p:txBody>
      </p:sp>
      <p:sp>
        <p:nvSpPr>
          <p:cNvPr id="118" name="Текст 8">
            <a:extLst>
              <a:ext uri="{FF2B5EF4-FFF2-40B4-BE49-F238E27FC236}">
                <a16:creationId xmlns:a16="http://schemas.microsoft.com/office/drawing/2014/main" id="{21C6D5A7-A41F-4965-B92F-63E66B2E322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391754" y="3048001"/>
            <a:ext cx="345390" cy="30533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buNone/>
              <a:defRPr sz="1400" kern="400" spc="-1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121" name="Текст 8">
            <a:extLst>
              <a:ext uri="{FF2B5EF4-FFF2-40B4-BE49-F238E27FC236}">
                <a16:creationId xmlns:a16="http://schemas.microsoft.com/office/drawing/2014/main" id="{2157C86C-AE77-4D15-AEA1-5C2652060B31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784796" y="4024398"/>
            <a:ext cx="345390" cy="30533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buNone/>
              <a:defRPr sz="1400" kern="400" spc="-1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122" name="Текст 8">
            <a:extLst>
              <a:ext uri="{FF2B5EF4-FFF2-40B4-BE49-F238E27FC236}">
                <a16:creationId xmlns:a16="http://schemas.microsoft.com/office/drawing/2014/main" id="{2B468D17-1AC4-40BE-9EB1-B326D9385B2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629065" y="3621221"/>
            <a:ext cx="345390" cy="30533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buNone/>
              <a:defRPr sz="1400" kern="400" spc="-1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123" name="Текст 8">
            <a:extLst>
              <a:ext uri="{FF2B5EF4-FFF2-40B4-BE49-F238E27FC236}">
                <a16:creationId xmlns:a16="http://schemas.microsoft.com/office/drawing/2014/main" id="{45E5E3DC-BFFF-4BB0-8AF5-42F7C809745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4274703" y="3806509"/>
            <a:ext cx="345390" cy="30533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buNone/>
              <a:defRPr sz="1400" kern="400" spc="-1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124" name="Текст 8">
            <a:extLst>
              <a:ext uri="{FF2B5EF4-FFF2-40B4-BE49-F238E27FC236}">
                <a16:creationId xmlns:a16="http://schemas.microsoft.com/office/drawing/2014/main" id="{1839F083-B673-4BF4-B8A5-6B6CA933972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205565" y="5411592"/>
            <a:ext cx="345390" cy="30533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buNone/>
              <a:defRPr sz="1400" kern="400" spc="-1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125" name="Текст 8">
            <a:extLst>
              <a:ext uri="{FF2B5EF4-FFF2-40B4-BE49-F238E27FC236}">
                <a16:creationId xmlns:a16="http://schemas.microsoft.com/office/drawing/2014/main" id="{C388E098-50DA-41C3-9D6C-EEBD4B139CA5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566871" y="4995658"/>
            <a:ext cx="248641" cy="2008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buNone/>
              <a:defRPr sz="1400" kern="400" spc="-1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126" name="Текст 8">
            <a:extLst>
              <a:ext uri="{FF2B5EF4-FFF2-40B4-BE49-F238E27FC236}">
                <a16:creationId xmlns:a16="http://schemas.microsoft.com/office/drawing/2014/main" id="{A8D43105-6F24-458D-BA40-4304BC86DFF4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208199" y="4392849"/>
            <a:ext cx="218112" cy="20758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buNone/>
              <a:defRPr sz="1400" kern="400" spc="-1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238060264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Диаграммы и карточ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2 Диаграммы и карточка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1829FBE-BA79-4C38-8507-4F3D32298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5" name="Текст 4">
            <a:extLst>
              <a:ext uri="{FF2B5EF4-FFF2-40B4-BE49-F238E27FC236}">
                <a16:creationId xmlns:a16="http://schemas.microsoft.com/office/drawing/2014/main" id="{29A9E8E6-08ED-4159-872F-C655C7080CD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86762" y="1578497"/>
            <a:ext cx="4748888" cy="37412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раздела</a:t>
            </a:r>
          </a:p>
        </p:txBody>
      </p:sp>
      <p:sp>
        <p:nvSpPr>
          <p:cNvPr id="63" name="Текст 4">
            <a:extLst>
              <a:ext uri="{FF2B5EF4-FFF2-40B4-BE49-F238E27FC236}">
                <a16:creationId xmlns:a16="http://schemas.microsoft.com/office/drawing/2014/main" id="{6F184D21-8E1D-47E9-8716-D2D68C1C692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861943" y="1578497"/>
            <a:ext cx="4748888" cy="37412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</a:t>
            </a:r>
            <a:r>
              <a:rPr lang="ru-RU" dirty="0" err="1"/>
              <a:t>разздела</a:t>
            </a:r>
            <a:endParaRPr lang="ru-RU" dirty="0"/>
          </a:p>
        </p:txBody>
      </p:sp>
      <p:sp>
        <p:nvSpPr>
          <p:cNvPr id="65" name="Текст 4">
            <a:extLst>
              <a:ext uri="{FF2B5EF4-FFF2-40B4-BE49-F238E27FC236}">
                <a16:creationId xmlns:a16="http://schemas.microsoft.com/office/drawing/2014/main" id="{B4FF79CC-6C81-4E3D-9CBB-B4FD5652107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95328" y="5212012"/>
            <a:ext cx="2484142" cy="37412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800"/>
              </a:lnSpc>
              <a:buNone/>
              <a:defRPr sz="18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раздела</a:t>
            </a:r>
          </a:p>
        </p:txBody>
      </p:sp>
      <p:sp>
        <p:nvSpPr>
          <p:cNvPr id="70" name="Текст 4">
            <a:extLst>
              <a:ext uri="{FF2B5EF4-FFF2-40B4-BE49-F238E27FC236}">
                <a16:creationId xmlns:a16="http://schemas.microsoft.com/office/drawing/2014/main" id="{9AE42752-DC29-479D-A8FD-DB669126503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71485" y="5669292"/>
            <a:ext cx="7591439" cy="49249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ts val="16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13333325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Кольцевая 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77501"/>
            <a:ext cx="9154800" cy="495624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>
                <a:effectLst/>
              </a:rPr>
              <a:t>пузырьковая диаграмма</a:t>
            </a:r>
            <a:endParaRPr lang="ru-RU" dirty="0"/>
          </a:p>
        </p:txBody>
      </p:sp>
      <p:sp>
        <p:nvSpPr>
          <p:cNvPr id="16" name="Номер слайда 4">
            <a:extLst>
              <a:ext uri="{FF2B5EF4-FFF2-40B4-BE49-F238E27FC236}">
                <a16:creationId xmlns:a16="http://schemas.microsoft.com/office/drawing/2014/main" id="{15898042-DD2A-4A1C-8E4F-A38FFDF3D34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4FA5F9-3777-43AA-8E5A-9BAC1BCBECEA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5FB2A88-F839-4508-B107-B1B544FE62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70" name="Текст 69">
            <a:extLst>
              <a:ext uri="{FF2B5EF4-FFF2-40B4-BE49-F238E27FC236}">
                <a16:creationId xmlns:a16="http://schemas.microsoft.com/office/drawing/2014/main" id="{4D912E6B-7E22-4ECD-9C47-79265761794C}"/>
              </a:ext>
            </a:extLst>
          </p:cNvPr>
          <p:cNvSpPr>
            <a:spLocks noGrp="1"/>
          </p:cNvSpPr>
          <p:nvPr userDrawn="1">
            <p:ph type="body" sz="quarter" idx="22"/>
          </p:nvPr>
        </p:nvSpPr>
        <p:spPr>
          <a:xfrm>
            <a:off x="6908800" y="1532847"/>
            <a:ext cx="4677410" cy="51053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69">
            <a:extLst>
              <a:ext uri="{FF2B5EF4-FFF2-40B4-BE49-F238E27FC236}">
                <a16:creationId xmlns:a16="http://schemas.microsoft.com/office/drawing/2014/main" id="{0FC53DB5-60B5-4385-92AF-A6DC80E3134A}"/>
              </a:ext>
            </a:extLst>
          </p:cNvPr>
          <p:cNvSpPr>
            <a:spLocks noGrp="1"/>
          </p:cNvSpPr>
          <p:nvPr userDrawn="1">
            <p:ph type="body" sz="quarter" idx="23"/>
          </p:nvPr>
        </p:nvSpPr>
        <p:spPr>
          <a:xfrm>
            <a:off x="6908800" y="2416885"/>
            <a:ext cx="4677410" cy="3358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69">
            <a:extLst>
              <a:ext uri="{FF2B5EF4-FFF2-40B4-BE49-F238E27FC236}">
                <a16:creationId xmlns:a16="http://schemas.microsoft.com/office/drawing/2014/main" id="{96436BF2-CDF4-4603-A5EC-AB171A47DB1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7841" y="5586587"/>
            <a:ext cx="3726213" cy="594849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ts val="14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69">
            <a:extLst>
              <a:ext uri="{FF2B5EF4-FFF2-40B4-BE49-F238E27FC236}">
                <a16:creationId xmlns:a16="http://schemas.microsoft.com/office/drawing/2014/main" id="{66CF7010-0B08-467F-954C-FFD2044995F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413340" y="5102097"/>
            <a:ext cx="5172870" cy="1054709"/>
          </a:xfrm>
          <a:prstGeom prst="rect">
            <a:avLst/>
          </a:prstGeom>
        </p:spPr>
        <p:txBody>
          <a:bodyPr lIns="0" tIns="0" rIns="0" bIns="0" anchor="t" anchorCtr="0"/>
          <a:lstStyle>
            <a:lvl1pPr marL="179388" indent="-179388">
              <a:lnSpc>
                <a:spcPts val="1400"/>
              </a:lnSpc>
              <a:buClr>
                <a:srgbClr val="1E4BD2"/>
              </a:buClr>
              <a:buSzPct val="120000"/>
              <a:buFont typeface="VTB Group Light" panose="020B0403040504020204" pitchFamily="34" charset="-52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  <a:endParaRPr lang="en-US" dirty="0"/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69">
            <a:extLst>
              <a:ext uri="{FF2B5EF4-FFF2-40B4-BE49-F238E27FC236}">
                <a16:creationId xmlns:a16="http://schemas.microsoft.com/office/drawing/2014/main" id="{5E4C52A8-B90A-4B1E-A457-C3C6E098170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168372" y="1532847"/>
            <a:ext cx="4677410" cy="51053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69">
            <a:extLst>
              <a:ext uri="{FF2B5EF4-FFF2-40B4-BE49-F238E27FC236}">
                <a16:creationId xmlns:a16="http://schemas.microsoft.com/office/drawing/2014/main" id="{294D9EAF-D4F1-418B-A9CF-6858DB3CB6D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908800" y="3409396"/>
            <a:ext cx="4677410" cy="3358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730010587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Лепестковая 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Текст 69">
            <a:extLst>
              <a:ext uri="{FF2B5EF4-FFF2-40B4-BE49-F238E27FC236}">
                <a16:creationId xmlns:a16="http://schemas.microsoft.com/office/drawing/2014/main" id="{D49FA5EF-39E6-42FD-A94A-CADD778324B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71486" y="5014253"/>
            <a:ext cx="4082948" cy="38607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0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7" name="Текст 69">
            <a:extLst>
              <a:ext uri="{FF2B5EF4-FFF2-40B4-BE49-F238E27FC236}">
                <a16:creationId xmlns:a16="http://schemas.microsoft.com/office/drawing/2014/main" id="{1AF8A0D3-09D2-4F66-954C-A53CBF804B4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71486" y="5527315"/>
            <a:ext cx="4082948" cy="813175"/>
          </a:xfrm>
          <a:prstGeom prst="rect">
            <a:avLst/>
          </a:prstGeom>
        </p:spPr>
        <p:txBody>
          <a:bodyPr lIns="0" tIns="0" rIns="0" bIns="0" anchor="t" anchorCtr="0"/>
          <a:lstStyle>
            <a:lvl1pPr marL="179388" indent="-179388">
              <a:lnSpc>
                <a:spcPts val="1400"/>
              </a:lnSpc>
              <a:buClr>
                <a:srgbClr val="1E4BD2"/>
              </a:buClr>
              <a:buSzPct val="120000"/>
              <a:buFont typeface="VTB Group Light" panose="020B0403040504020204" pitchFamily="34" charset="-52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  <a:endParaRPr lang="en-US" dirty="0"/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77501"/>
            <a:ext cx="9154800" cy="495624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>
                <a:effectLst/>
              </a:rPr>
              <a:t>лепестковая диаграмма</a:t>
            </a:r>
            <a:endParaRPr lang="ru-RU" dirty="0"/>
          </a:p>
        </p:txBody>
      </p:sp>
      <p:sp>
        <p:nvSpPr>
          <p:cNvPr id="16" name="Номер слайда 4">
            <a:extLst>
              <a:ext uri="{FF2B5EF4-FFF2-40B4-BE49-F238E27FC236}">
                <a16:creationId xmlns:a16="http://schemas.microsoft.com/office/drawing/2014/main" id="{15898042-DD2A-4A1C-8E4F-A38FFDF3D34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4FA5F9-3777-43AA-8E5A-9BAC1BCBECEA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5FB2A88-F839-4508-B107-B1B544FE62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103" name="Текст 69">
            <a:extLst>
              <a:ext uri="{FF2B5EF4-FFF2-40B4-BE49-F238E27FC236}">
                <a16:creationId xmlns:a16="http://schemas.microsoft.com/office/drawing/2014/main" id="{22D29AAC-E8B1-4814-83C4-1D1AC4DBCA8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486" y="1530299"/>
            <a:ext cx="4082948" cy="38607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0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4" name="Текст 69">
            <a:extLst>
              <a:ext uri="{FF2B5EF4-FFF2-40B4-BE49-F238E27FC236}">
                <a16:creationId xmlns:a16="http://schemas.microsoft.com/office/drawing/2014/main" id="{73FA3067-9B19-442C-9CBC-F436E39E73A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1486" y="2043361"/>
            <a:ext cx="4082948" cy="813175"/>
          </a:xfrm>
          <a:prstGeom prst="rect">
            <a:avLst/>
          </a:prstGeom>
        </p:spPr>
        <p:txBody>
          <a:bodyPr lIns="0" tIns="0" rIns="0" bIns="0" anchor="t" anchorCtr="0"/>
          <a:lstStyle>
            <a:lvl1pPr marL="179388" indent="-179388">
              <a:lnSpc>
                <a:spcPts val="1400"/>
              </a:lnSpc>
              <a:buClr>
                <a:srgbClr val="1E4BD2"/>
              </a:buClr>
              <a:buSzPct val="120000"/>
              <a:buFont typeface="VTB Group Light" panose="020B0403040504020204" pitchFamily="34" charset="-52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  <a:endParaRPr lang="en-US" dirty="0"/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9" name="Текст 69">
            <a:extLst>
              <a:ext uri="{FF2B5EF4-FFF2-40B4-BE49-F238E27FC236}">
                <a16:creationId xmlns:a16="http://schemas.microsoft.com/office/drawing/2014/main" id="{DE2DCFCE-0D55-4ABA-9C37-4B7145E0DC10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71486" y="3262817"/>
            <a:ext cx="4082948" cy="38607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0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0" name="Текст 69">
            <a:extLst>
              <a:ext uri="{FF2B5EF4-FFF2-40B4-BE49-F238E27FC236}">
                <a16:creationId xmlns:a16="http://schemas.microsoft.com/office/drawing/2014/main" id="{179694DC-C04E-49FC-AF8B-CD18D1F3298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71486" y="3775879"/>
            <a:ext cx="4082948" cy="813175"/>
          </a:xfrm>
          <a:prstGeom prst="rect">
            <a:avLst/>
          </a:prstGeom>
        </p:spPr>
        <p:txBody>
          <a:bodyPr lIns="0" tIns="0" rIns="0" bIns="0" anchor="t" anchorCtr="0"/>
          <a:lstStyle>
            <a:lvl1pPr marL="179388" indent="-179388">
              <a:lnSpc>
                <a:spcPts val="1400"/>
              </a:lnSpc>
              <a:buClr>
                <a:srgbClr val="1E4BD2"/>
              </a:buClr>
              <a:buSzPct val="120000"/>
              <a:buFont typeface="VTB Group Light" panose="020B0403040504020204" pitchFamily="34" charset="-52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  <a:endParaRPr lang="en-US" dirty="0"/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3" name="Текст 69">
            <a:extLst>
              <a:ext uri="{FF2B5EF4-FFF2-40B4-BE49-F238E27FC236}">
                <a16:creationId xmlns:a16="http://schemas.microsoft.com/office/drawing/2014/main" id="{E7CBE3E2-D8ED-466F-A287-FF222B4FA1B8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1092889" y="3176548"/>
            <a:ext cx="857825" cy="17253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800"/>
              </a:lnSpc>
              <a:buNone/>
              <a:defRPr sz="8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4" name="Текст 69">
            <a:extLst>
              <a:ext uri="{FF2B5EF4-FFF2-40B4-BE49-F238E27FC236}">
                <a16:creationId xmlns:a16="http://schemas.microsoft.com/office/drawing/2014/main" id="{C66D2BC6-F0BE-4973-9B8B-BE44AF8430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0092869" y="3689506"/>
            <a:ext cx="1718141" cy="416464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ts val="14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6" name="Текст 69">
            <a:extLst>
              <a:ext uri="{FF2B5EF4-FFF2-40B4-BE49-F238E27FC236}">
                <a16:creationId xmlns:a16="http://schemas.microsoft.com/office/drawing/2014/main" id="{AFBDD3A6-A990-46EA-808D-4C8A13188D3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9468532" y="5572533"/>
            <a:ext cx="1848933" cy="416464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ts val="14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8" name="Текст 69">
            <a:extLst>
              <a:ext uri="{FF2B5EF4-FFF2-40B4-BE49-F238E27FC236}">
                <a16:creationId xmlns:a16="http://schemas.microsoft.com/office/drawing/2014/main" id="{7FA7E962-2AB6-4262-9D4F-25F03E0D94D2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05430" y="5572533"/>
            <a:ext cx="1848933" cy="416464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r">
              <a:lnSpc>
                <a:spcPts val="14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0" name="Текст 69">
            <a:extLst>
              <a:ext uri="{FF2B5EF4-FFF2-40B4-BE49-F238E27FC236}">
                <a16:creationId xmlns:a16="http://schemas.microsoft.com/office/drawing/2014/main" id="{C9D833C4-142D-4314-8AD0-FAA5551A8E7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0197" y="3689506"/>
            <a:ext cx="1309617" cy="416464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r">
              <a:lnSpc>
                <a:spcPts val="14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2" name="Текст 69">
            <a:extLst>
              <a:ext uri="{FF2B5EF4-FFF2-40B4-BE49-F238E27FC236}">
                <a16:creationId xmlns:a16="http://schemas.microsoft.com/office/drawing/2014/main" id="{48DE2511-ABD0-4A6F-8DB3-BF501E362DC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915754" y="1968500"/>
            <a:ext cx="1950445" cy="376293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ts val="14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6" name="Текст 69">
            <a:extLst>
              <a:ext uri="{FF2B5EF4-FFF2-40B4-BE49-F238E27FC236}">
                <a16:creationId xmlns:a16="http://schemas.microsoft.com/office/drawing/2014/main" id="{7CFBC5BE-C028-49EC-8EEB-13D7FB52B58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082644" y="3651820"/>
            <a:ext cx="524905" cy="17253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6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00%</a:t>
            </a:r>
          </a:p>
        </p:txBody>
      </p:sp>
      <p:sp>
        <p:nvSpPr>
          <p:cNvPr id="128" name="Текст 69">
            <a:extLst>
              <a:ext uri="{FF2B5EF4-FFF2-40B4-BE49-F238E27FC236}">
                <a16:creationId xmlns:a16="http://schemas.microsoft.com/office/drawing/2014/main" id="{12D1E27D-ED6B-4BFA-AF88-FE671D962EC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863569" y="4426939"/>
            <a:ext cx="524905" cy="17253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6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00%</a:t>
            </a:r>
          </a:p>
        </p:txBody>
      </p:sp>
      <p:sp>
        <p:nvSpPr>
          <p:cNvPr id="129" name="Текст 69">
            <a:extLst>
              <a:ext uri="{FF2B5EF4-FFF2-40B4-BE49-F238E27FC236}">
                <a16:creationId xmlns:a16="http://schemas.microsoft.com/office/drawing/2014/main" id="{E2F78813-2958-4589-BDDB-58D51E8D252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239681" y="3069627"/>
            <a:ext cx="524905" cy="17253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6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00%</a:t>
            </a:r>
          </a:p>
        </p:txBody>
      </p:sp>
      <p:sp>
        <p:nvSpPr>
          <p:cNvPr id="130" name="Текст 69">
            <a:extLst>
              <a:ext uri="{FF2B5EF4-FFF2-40B4-BE49-F238E27FC236}">
                <a16:creationId xmlns:a16="http://schemas.microsoft.com/office/drawing/2014/main" id="{9ACF6651-5639-4544-9734-6C4C1163F049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615794" y="4841716"/>
            <a:ext cx="524905" cy="17253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6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00%</a:t>
            </a:r>
          </a:p>
        </p:txBody>
      </p:sp>
    </p:spTree>
    <p:extLst>
      <p:ext uri="{BB962C8B-B14F-4D97-AF65-F5344CB8AC3E}">
        <p14:creationId xmlns:p14="http://schemas.microsoft.com/office/powerpoint/2010/main" val="82142831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иаграмма Ганн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77501"/>
            <a:ext cx="9154800" cy="495624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>
                <a:effectLst/>
              </a:rPr>
              <a:t>Диаграмма </a:t>
            </a:r>
            <a:r>
              <a:rPr lang="ru-RU" dirty="0" err="1">
                <a:effectLst/>
              </a:rPr>
              <a:t>ганна</a:t>
            </a:r>
            <a:endParaRPr lang="ru-RU" dirty="0"/>
          </a:p>
        </p:txBody>
      </p:sp>
      <p:sp>
        <p:nvSpPr>
          <p:cNvPr id="16" name="Номер слайда 4">
            <a:extLst>
              <a:ext uri="{FF2B5EF4-FFF2-40B4-BE49-F238E27FC236}">
                <a16:creationId xmlns:a16="http://schemas.microsoft.com/office/drawing/2014/main" id="{15898042-DD2A-4A1C-8E4F-A38FFDF3D34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4FA5F9-3777-43AA-8E5A-9BAC1BCBECEA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5FB2A88-F839-4508-B107-B1B544FE62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090044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тр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матрица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1829FBE-BA79-4C38-8507-4F3D32298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83" name="Текст 2">
            <a:extLst>
              <a:ext uri="{FF2B5EF4-FFF2-40B4-BE49-F238E27FC236}">
                <a16:creationId xmlns:a16="http://schemas.microsoft.com/office/drawing/2014/main" id="{B889F4C0-0613-4921-A3EE-6BAE39976B6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249714" y="1410681"/>
            <a:ext cx="7890982" cy="44673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92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</a:t>
            </a:r>
          </a:p>
        </p:txBody>
      </p:sp>
      <p:sp>
        <p:nvSpPr>
          <p:cNvPr id="84" name="Текст 2">
            <a:extLst>
              <a:ext uri="{FF2B5EF4-FFF2-40B4-BE49-F238E27FC236}">
                <a16:creationId xmlns:a16="http://schemas.microsoft.com/office/drawing/2014/main" id="{2B1640A0-36E4-4A57-8BA5-C3F775C9B4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80991" y="2225114"/>
            <a:ext cx="1393056" cy="44673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 </a:t>
            </a:r>
          </a:p>
        </p:txBody>
      </p:sp>
      <p:sp>
        <p:nvSpPr>
          <p:cNvPr id="110" name="Текст 8">
            <a:extLst>
              <a:ext uri="{FF2B5EF4-FFF2-40B4-BE49-F238E27FC236}">
                <a16:creationId xmlns:a16="http://schemas.microsoft.com/office/drawing/2014/main" id="{0B11F69F-3029-4579-942A-AAF5B28D8CA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1071" y="6132678"/>
            <a:ext cx="792843" cy="20757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>
              <a:lnSpc>
                <a:spcPct val="100000"/>
              </a:lnSpc>
              <a:buNone/>
              <a:defRPr sz="10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75" name="Текст 8">
            <a:extLst>
              <a:ext uri="{FF2B5EF4-FFF2-40B4-BE49-F238E27FC236}">
                <a16:creationId xmlns:a16="http://schemas.microsoft.com/office/drawing/2014/main" id="{B32A765B-9177-441C-86A8-1D227DA9050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981204" y="2000200"/>
            <a:ext cx="792843" cy="20757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>
              <a:lnSpc>
                <a:spcPct val="100000"/>
              </a:lnSpc>
              <a:buNone/>
              <a:defRPr sz="10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76" name="Текст 8">
            <a:extLst>
              <a:ext uri="{FF2B5EF4-FFF2-40B4-BE49-F238E27FC236}">
                <a16:creationId xmlns:a16="http://schemas.microsoft.com/office/drawing/2014/main" id="{618A559C-539F-4E32-B044-3D623A02F09D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0512282" y="6154862"/>
            <a:ext cx="792843" cy="20757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buNone/>
              <a:defRPr sz="10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79" name="Текст 2">
            <a:extLst>
              <a:ext uri="{FF2B5EF4-FFF2-40B4-BE49-F238E27FC236}">
                <a16:creationId xmlns:a16="http://schemas.microsoft.com/office/drawing/2014/main" id="{65E75AC2-7279-4458-8381-F86A3330B88B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512282" y="5609592"/>
            <a:ext cx="1393056" cy="44673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 </a:t>
            </a:r>
          </a:p>
        </p:txBody>
      </p:sp>
      <p:sp>
        <p:nvSpPr>
          <p:cNvPr id="80" name="Текст 2">
            <a:extLst>
              <a:ext uri="{FF2B5EF4-FFF2-40B4-BE49-F238E27FC236}">
                <a16:creationId xmlns:a16="http://schemas.microsoft.com/office/drawing/2014/main" id="{A387A644-5BE5-43A8-8EB2-0815282DCCAC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999959" y="3309671"/>
            <a:ext cx="3841895" cy="67359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920"/>
              </a:lnSpc>
              <a:buNone/>
              <a:defRPr sz="20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Название блока </a:t>
            </a:r>
          </a:p>
        </p:txBody>
      </p:sp>
      <p:sp>
        <p:nvSpPr>
          <p:cNvPr id="81" name="Текст 2">
            <a:extLst>
              <a:ext uri="{FF2B5EF4-FFF2-40B4-BE49-F238E27FC236}">
                <a16:creationId xmlns:a16="http://schemas.microsoft.com/office/drawing/2014/main" id="{470FFE1B-C8D7-4F68-9A9E-5A54E1585D2C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6350146" y="3307287"/>
            <a:ext cx="3841895" cy="67359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920"/>
              </a:lnSpc>
              <a:buNone/>
              <a:defRPr sz="20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Название блока </a:t>
            </a:r>
          </a:p>
        </p:txBody>
      </p:sp>
      <p:sp>
        <p:nvSpPr>
          <p:cNvPr id="87" name="Текст 2">
            <a:extLst>
              <a:ext uri="{FF2B5EF4-FFF2-40B4-BE49-F238E27FC236}">
                <a16:creationId xmlns:a16="http://schemas.microsoft.com/office/drawing/2014/main" id="{F79DA348-BC4B-40FD-8A95-FBC7F4D582CF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999807" y="5457985"/>
            <a:ext cx="3841895" cy="67359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920"/>
              </a:lnSpc>
              <a:buNone/>
              <a:defRPr sz="20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Название блока </a:t>
            </a:r>
          </a:p>
        </p:txBody>
      </p:sp>
      <p:sp>
        <p:nvSpPr>
          <p:cNvPr id="88" name="Текст 2">
            <a:extLst>
              <a:ext uri="{FF2B5EF4-FFF2-40B4-BE49-F238E27FC236}">
                <a16:creationId xmlns:a16="http://schemas.microsoft.com/office/drawing/2014/main" id="{05B00497-2400-4B85-BBD4-F7AA681B10CD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349994" y="5480840"/>
            <a:ext cx="3841895" cy="67359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920"/>
              </a:lnSpc>
              <a:buNone/>
              <a:defRPr sz="20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Название блока </a:t>
            </a:r>
          </a:p>
        </p:txBody>
      </p:sp>
    </p:spTree>
    <p:extLst>
      <p:ext uri="{BB962C8B-B14F-4D97-AF65-F5344CB8AC3E}">
        <p14:creationId xmlns:p14="http://schemas.microsoft.com/office/powerpoint/2010/main" val="2430092520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ймлай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 err="1"/>
              <a:t>Таймлайн</a:t>
            </a:r>
            <a:endParaRPr lang="ru-RU" dirty="0"/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1829FBE-BA79-4C38-8507-4F3D32298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554" name="Текст 9">
            <a:extLst>
              <a:ext uri="{FF2B5EF4-FFF2-40B4-BE49-F238E27FC236}">
                <a16:creationId xmlns:a16="http://schemas.microsoft.com/office/drawing/2014/main" id="{DEA490BF-A048-43B9-8298-7B7509BE22F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50919" y="1895525"/>
            <a:ext cx="70885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2020</a:t>
            </a:r>
            <a:endParaRPr lang="ru-RU" dirty="0"/>
          </a:p>
        </p:txBody>
      </p:sp>
      <p:pic>
        <p:nvPicPr>
          <p:cNvPr id="1065" name="Vector 36 [Figma 9887:67786]" descr="Vector 36. градиент в обводке">
            <a:extLst>
              <a:ext uri="{FF2B5EF4-FFF2-40B4-BE49-F238E27FC236}">
                <a16:creationId xmlns:a16="http://schemas.microsoft.com/office/drawing/2014/main" id="{E13ECE86-E6A0-47E0-B808-8244FD10668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3919440"/>
            <a:ext cx="12191695" cy="15875"/>
          </a:xfrm>
          <a:prstGeom prst="rect">
            <a:avLst/>
          </a:prstGeom>
        </p:spPr>
      </p:pic>
      <p:sp>
        <p:nvSpPr>
          <p:cNvPr id="1113" name="Текст 9">
            <a:extLst>
              <a:ext uri="{FF2B5EF4-FFF2-40B4-BE49-F238E27FC236}">
                <a16:creationId xmlns:a16="http://schemas.microsoft.com/office/drawing/2014/main" id="{B9582C21-D990-4715-9AA2-C0B08F60FC1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242140" y="2624237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0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14" name="Текст 9">
            <a:extLst>
              <a:ext uri="{FF2B5EF4-FFF2-40B4-BE49-F238E27FC236}">
                <a16:creationId xmlns:a16="http://schemas.microsoft.com/office/drawing/2014/main" id="{DCC3052A-058C-4292-B88B-D9280453B61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527237" y="5496047"/>
            <a:ext cx="70885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2020</a:t>
            </a:r>
            <a:endParaRPr lang="ru-RU" dirty="0"/>
          </a:p>
        </p:txBody>
      </p:sp>
      <p:sp>
        <p:nvSpPr>
          <p:cNvPr id="1118" name="Текст 9">
            <a:extLst>
              <a:ext uri="{FF2B5EF4-FFF2-40B4-BE49-F238E27FC236}">
                <a16:creationId xmlns:a16="http://schemas.microsoft.com/office/drawing/2014/main" id="{8E276605-B9ED-4C68-A6A8-A25B7692D40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790855" y="1211168"/>
            <a:ext cx="70885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2020</a:t>
            </a:r>
            <a:endParaRPr lang="ru-RU" dirty="0"/>
          </a:p>
        </p:txBody>
      </p:sp>
      <p:sp>
        <p:nvSpPr>
          <p:cNvPr id="1122" name="Текст 9">
            <a:extLst>
              <a:ext uri="{FF2B5EF4-FFF2-40B4-BE49-F238E27FC236}">
                <a16:creationId xmlns:a16="http://schemas.microsoft.com/office/drawing/2014/main" id="{D188547B-4206-4197-BC2D-80BE747C57A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048124" y="4808662"/>
            <a:ext cx="70885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2020</a:t>
            </a:r>
            <a:endParaRPr lang="ru-RU" dirty="0"/>
          </a:p>
        </p:txBody>
      </p:sp>
      <p:sp>
        <p:nvSpPr>
          <p:cNvPr id="1126" name="Текст 9">
            <a:extLst>
              <a:ext uri="{FF2B5EF4-FFF2-40B4-BE49-F238E27FC236}">
                <a16:creationId xmlns:a16="http://schemas.microsoft.com/office/drawing/2014/main" id="{2BF3ECB9-3224-45D1-ACAC-304FDB345C9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15222" y="1730265"/>
            <a:ext cx="70885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2020</a:t>
            </a:r>
            <a:endParaRPr lang="ru-RU" dirty="0"/>
          </a:p>
        </p:txBody>
      </p:sp>
      <p:sp>
        <p:nvSpPr>
          <p:cNvPr id="1130" name="Текст 9">
            <a:extLst>
              <a:ext uri="{FF2B5EF4-FFF2-40B4-BE49-F238E27FC236}">
                <a16:creationId xmlns:a16="http://schemas.microsoft.com/office/drawing/2014/main" id="{746598E2-0F17-4CF9-BB99-B96F7A70619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880153" y="5496047"/>
            <a:ext cx="70885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2020</a:t>
            </a:r>
            <a:endParaRPr lang="ru-RU" dirty="0"/>
          </a:p>
        </p:txBody>
      </p:sp>
      <p:sp>
        <p:nvSpPr>
          <p:cNvPr id="1134" name="Текст 9">
            <a:extLst>
              <a:ext uri="{FF2B5EF4-FFF2-40B4-BE49-F238E27FC236}">
                <a16:creationId xmlns:a16="http://schemas.microsoft.com/office/drawing/2014/main" id="{7EF3551B-00BA-498B-BCD2-A4345265B8A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219970" y="1211168"/>
            <a:ext cx="70885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2020</a:t>
            </a:r>
            <a:endParaRPr lang="ru-RU" dirty="0"/>
          </a:p>
        </p:txBody>
      </p:sp>
      <p:sp>
        <p:nvSpPr>
          <p:cNvPr id="34" name="Текст 9">
            <a:extLst>
              <a:ext uri="{FF2B5EF4-FFF2-40B4-BE49-F238E27FC236}">
                <a16:creationId xmlns:a16="http://schemas.microsoft.com/office/drawing/2014/main" id="{52999795-826E-4F24-8FD3-BD1E074100D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242139" y="2361840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5" name="Текст 9">
            <a:extLst>
              <a:ext uri="{FF2B5EF4-FFF2-40B4-BE49-F238E27FC236}">
                <a16:creationId xmlns:a16="http://schemas.microsoft.com/office/drawing/2014/main" id="{E0721123-2E0D-4C0B-B2C0-6A5BCBA362BF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3790856" y="1943051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0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6" name="Текст 9">
            <a:extLst>
              <a:ext uri="{FF2B5EF4-FFF2-40B4-BE49-F238E27FC236}">
                <a16:creationId xmlns:a16="http://schemas.microsoft.com/office/drawing/2014/main" id="{19AF734D-BC7E-4B5D-B453-DF8514C8B59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3790855" y="1680654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7" name="Текст 9">
            <a:extLst>
              <a:ext uri="{FF2B5EF4-FFF2-40B4-BE49-F238E27FC236}">
                <a16:creationId xmlns:a16="http://schemas.microsoft.com/office/drawing/2014/main" id="{B468A81F-F97E-4795-86CD-8D66EA73DDAC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315223" y="2466329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0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8" name="Текст 9">
            <a:extLst>
              <a:ext uri="{FF2B5EF4-FFF2-40B4-BE49-F238E27FC236}">
                <a16:creationId xmlns:a16="http://schemas.microsoft.com/office/drawing/2014/main" id="{760D3191-7C58-40A4-8302-F60796C070C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6315222" y="2203932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9" name="Текст 9">
            <a:extLst>
              <a:ext uri="{FF2B5EF4-FFF2-40B4-BE49-F238E27FC236}">
                <a16:creationId xmlns:a16="http://schemas.microsoft.com/office/drawing/2014/main" id="{F08B95F6-63E4-4F0D-9099-4ECFDB269F5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9219971" y="1926186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0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0" name="Текст 9">
            <a:extLst>
              <a:ext uri="{FF2B5EF4-FFF2-40B4-BE49-F238E27FC236}">
                <a16:creationId xmlns:a16="http://schemas.microsoft.com/office/drawing/2014/main" id="{345B571A-40AF-4C4C-B44C-6A3AE1C8D0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9219970" y="1663789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1" name="Текст 9">
            <a:extLst>
              <a:ext uri="{FF2B5EF4-FFF2-40B4-BE49-F238E27FC236}">
                <a16:creationId xmlns:a16="http://schemas.microsoft.com/office/drawing/2014/main" id="{9B7C3458-6D16-437B-8FA1-99DE43CC0F43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7880154" y="6225996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0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2" name="Текст 9">
            <a:extLst>
              <a:ext uri="{FF2B5EF4-FFF2-40B4-BE49-F238E27FC236}">
                <a16:creationId xmlns:a16="http://schemas.microsoft.com/office/drawing/2014/main" id="{2EC9A564-A1DC-46BC-AE8A-4BF0F8FBDEE0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7880153" y="5963599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3" name="Текст 9">
            <a:extLst>
              <a:ext uri="{FF2B5EF4-FFF2-40B4-BE49-F238E27FC236}">
                <a16:creationId xmlns:a16="http://schemas.microsoft.com/office/drawing/2014/main" id="{77604964-C9E5-4236-BBDD-99E3301B5CEE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5048125" y="5523676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0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4" name="Текст 9">
            <a:extLst>
              <a:ext uri="{FF2B5EF4-FFF2-40B4-BE49-F238E27FC236}">
                <a16:creationId xmlns:a16="http://schemas.microsoft.com/office/drawing/2014/main" id="{3196D22A-C934-43C1-8C26-ECDB1008A475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048124" y="5261279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5" name="Текст 9">
            <a:extLst>
              <a:ext uri="{FF2B5EF4-FFF2-40B4-BE49-F238E27FC236}">
                <a16:creationId xmlns:a16="http://schemas.microsoft.com/office/drawing/2014/main" id="{28F6CB83-5E57-40A5-A1B6-A5D58F0DD95D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2532183" y="6221627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0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6" name="Текст 9">
            <a:extLst>
              <a:ext uri="{FF2B5EF4-FFF2-40B4-BE49-F238E27FC236}">
                <a16:creationId xmlns:a16="http://schemas.microsoft.com/office/drawing/2014/main" id="{E27530BF-94E8-42B9-BDD8-0E29D561BC77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2532182" y="5959230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529878813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а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2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Контакты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1829FBE-BA79-4C38-8507-4F3D32298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pic>
        <p:nvPicPr>
          <p:cNvPr id="26" name="Line [Figma 9887:67838]" descr="Line. градиент в обводке">
            <a:extLst>
              <a:ext uri="{FF2B5EF4-FFF2-40B4-BE49-F238E27FC236}">
                <a16:creationId xmlns:a16="http://schemas.microsoft.com/office/drawing/2014/main" id="{2B6EBC08-B468-469E-924D-42171CE086C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0212" y="1339816"/>
            <a:ext cx="6606" cy="2520000"/>
          </a:xfrm>
          <a:prstGeom prst="rect">
            <a:avLst/>
          </a:prstGeom>
        </p:spPr>
      </p:pic>
      <p:pic>
        <p:nvPicPr>
          <p:cNvPr id="27" name="Vector [Figma 9887:67839]" descr="Vector. градиент в обводке">
            <a:extLst>
              <a:ext uri="{FF2B5EF4-FFF2-40B4-BE49-F238E27FC236}">
                <a16:creationId xmlns:a16="http://schemas.microsoft.com/office/drawing/2014/main" id="{E56B74DE-0252-4864-8AD6-5E049F184DD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3387" y="2362141"/>
            <a:ext cx="8089698" cy="6350"/>
          </a:xfrm>
          <a:prstGeom prst="rect">
            <a:avLst/>
          </a:prstGeom>
        </p:spPr>
      </p:pic>
      <p:pic>
        <p:nvPicPr>
          <p:cNvPr id="28" name="Vector [Figma 9887:67840]" descr="Vector. градиент в обводке">
            <a:extLst>
              <a:ext uri="{FF2B5EF4-FFF2-40B4-BE49-F238E27FC236}">
                <a16:creationId xmlns:a16="http://schemas.microsoft.com/office/drawing/2014/main" id="{09DD1619-D895-47E6-AE03-3613D1EA1EB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5247" y="3210192"/>
            <a:ext cx="8089698" cy="6350"/>
          </a:xfrm>
          <a:prstGeom prst="rect">
            <a:avLst/>
          </a:prstGeom>
        </p:spPr>
      </p:pic>
      <p:sp>
        <p:nvSpPr>
          <p:cNvPr id="10" name="Текст 9">
            <a:extLst>
              <a:ext uri="{FF2B5EF4-FFF2-40B4-BE49-F238E27FC236}">
                <a16:creationId xmlns:a16="http://schemas.microsoft.com/office/drawing/2014/main" id="{F729E2AA-E15D-4755-9855-3A226B5260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66020" y="1981956"/>
            <a:ext cx="3255962" cy="2825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buNone/>
              <a:defRPr sz="2000">
                <a:solidFill>
                  <a:srgbClr val="DCE0EB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54" name="Текст 9">
            <a:extLst>
              <a:ext uri="{FF2B5EF4-FFF2-40B4-BE49-F238E27FC236}">
                <a16:creationId xmlns:a16="http://schemas.microsoft.com/office/drawing/2014/main" id="{DEA490BF-A048-43B9-8298-7B7509BE22F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6020" y="1605189"/>
            <a:ext cx="447454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3200"/>
              </a:lnSpc>
              <a:buNone/>
              <a:defRPr sz="26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555" name="Текст 9">
            <a:extLst>
              <a:ext uri="{FF2B5EF4-FFF2-40B4-BE49-F238E27FC236}">
                <a16:creationId xmlns:a16="http://schemas.microsoft.com/office/drawing/2014/main" id="{9041DA87-DE44-4A52-B76A-221BB9E9D57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54074" y="3283420"/>
            <a:ext cx="1701348" cy="28258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8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8(900) 000-00-00</a:t>
            </a:r>
          </a:p>
        </p:txBody>
      </p:sp>
      <p:sp>
        <p:nvSpPr>
          <p:cNvPr id="556" name="Текст 9">
            <a:extLst>
              <a:ext uri="{FF2B5EF4-FFF2-40B4-BE49-F238E27FC236}">
                <a16:creationId xmlns:a16="http://schemas.microsoft.com/office/drawing/2014/main" id="{F594D22D-38EA-441B-8BA9-3BF11DA203A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368691" y="3283420"/>
            <a:ext cx="1740168" cy="28258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8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name@vtb.ru</a:t>
            </a:r>
            <a:endParaRPr lang="ru-RU" dirty="0"/>
          </a:p>
        </p:txBody>
      </p:sp>
      <p:sp>
        <p:nvSpPr>
          <p:cNvPr id="557" name="Текст 9">
            <a:extLst>
              <a:ext uri="{FF2B5EF4-FFF2-40B4-BE49-F238E27FC236}">
                <a16:creationId xmlns:a16="http://schemas.microsoft.com/office/drawing/2014/main" id="{2DC6E15E-917B-44FC-BB80-CAD6EEC4033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816543" y="3314079"/>
            <a:ext cx="1740168" cy="28258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8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Описание </a:t>
            </a:r>
            <a:r>
              <a:rPr lang="en-US" dirty="0"/>
              <a:t>QR</a:t>
            </a:r>
            <a:endParaRPr lang="ru-RU" dirty="0"/>
          </a:p>
        </p:txBody>
      </p:sp>
      <p:sp>
        <p:nvSpPr>
          <p:cNvPr id="558" name="Текст 9">
            <a:extLst>
              <a:ext uri="{FF2B5EF4-FFF2-40B4-BE49-F238E27FC236}">
                <a16:creationId xmlns:a16="http://schemas.microsoft.com/office/drawing/2014/main" id="{6FECFB43-AF64-4CBB-801F-E9DC4EE554D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66020" y="4518206"/>
            <a:ext cx="3255962" cy="2825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buNone/>
              <a:defRPr sz="20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59" name="Текст 9">
            <a:extLst>
              <a:ext uri="{FF2B5EF4-FFF2-40B4-BE49-F238E27FC236}">
                <a16:creationId xmlns:a16="http://schemas.microsoft.com/office/drawing/2014/main" id="{6CA01C6D-BAEC-4FCF-BBBD-2F29E121C2B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66020" y="4141439"/>
            <a:ext cx="447454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3200"/>
              </a:lnSpc>
              <a:buNone/>
              <a:defRPr sz="26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560" name="Текст 9">
            <a:extLst>
              <a:ext uri="{FF2B5EF4-FFF2-40B4-BE49-F238E27FC236}">
                <a16:creationId xmlns:a16="http://schemas.microsoft.com/office/drawing/2014/main" id="{8A9B6AB2-48C3-4B41-AB64-CA690B528CF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54074" y="5819670"/>
            <a:ext cx="1701348" cy="28258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800"/>
              </a:lnSpc>
              <a:buNone/>
              <a:defRPr sz="14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8(900) 000-00-00</a:t>
            </a:r>
          </a:p>
        </p:txBody>
      </p:sp>
      <p:sp>
        <p:nvSpPr>
          <p:cNvPr id="561" name="Текст 9">
            <a:extLst>
              <a:ext uri="{FF2B5EF4-FFF2-40B4-BE49-F238E27FC236}">
                <a16:creationId xmlns:a16="http://schemas.microsoft.com/office/drawing/2014/main" id="{6F10D35F-3F1E-44A9-95DD-59CF8D0971E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368691" y="5819670"/>
            <a:ext cx="1740168" cy="28258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800"/>
              </a:lnSpc>
              <a:buNone/>
              <a:defRPr sz="14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name@vtb.ru</a:t>
            </a:r>
            <a:endParaRPr lang="ru-RU" dirty="0"/>
          </a:p>
        </p:txBody>
      </p:sp>
      <p:sp>
        <p:nvSpPr>
          <p:cNvPr id="562" name="Текст 9">
            <a:extLst>
              <a:ext uri="{FF2B5EF4-FFF2-40B4-BE49-F238E27FC236}">
                <a16:creationId xmlns:a16="http://schemas.microsoft.com/office/drawing/2014/main" id="{39A3763A-8E3F-4593-A4E0-54B25CE50C0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816543" y="5850329"/>
            <a:ext cx="1740168" cy="28258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800"/>
              </a:lnSpc>
              <a:buNone/>
              <a:defRPr sz="14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Описание </a:t>
            </a:r>
            <a:r>
              <a:rPr lang="en-US" dirty="0"/>
              <a:t>QR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09798016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устой слайд (Чёрный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Номер слайда 4">
            <a:extLst>
              <a:ext uri="{FF2B5EF4-FFF2-40B4-BE49-F238E27FC236}">
                <a16:creationId xmlns:a16="http://schemas.microsoft.com/office/drawing/2014/main" id="{15898042-DD2A-4A1C-8E4F-A38FFDF3D34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728450" y="6270625"/>
            <a:ext cx="463550" cy="587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800" kern="1200">
                <a:solidFill>
                  <a:srgbClr val="ACB6C3"/>
                </a:solidFill>
                <a:latin typeface="VTB Group Book" panose="020B0503040504020204" pitchFamily="34" charset="-52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9pPr>
          </a:lstStyle>
          <a:p>
            <a:pPr>
              <a:defRPr/>
            </a:pPr>
            <a:fld id="{FCD04C69-8FC8-4C03-8ACF-0472C4A98B9D}" type="slidenum">
              <a:rPr lang="ru-RU" smtClean="0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5FB2A88-F839-4508-B107-B1B544FE62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73CB44E0-99CC-45B9-8F40-352025978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0" y="457201"/>
            <a:ext cx="9154800" cy="91440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>
              <a:lnSpc>
                <a:spcPts val="4200"/>
              </a:lnSpc>
              <a:defRPr sz="4000" b="0" i="0" cap="all" baseline="0">
                <a:solidFill>
                  <a:schemeClr val="tx1"/>
                </a:solidFill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Пустой слайд</a:t>
            </a:r>
          </a:p>
        </p:txBody>
      </p:sp>
    </p:spTree>
    <p:extLst>
      <p:ext uri="{BB962C8B-B14F-4D97-AF65-F5344CB8AC3E}">
        <p14:creationId xmlns:p14="http://schemas.microsoft.com/office/powerpoint/2010/main" val="2781674963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устой слайд (Белый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457201"/>
            <a:ext cx="9154800" cy="91440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>
              <a:lnSpc>
                <a:spcPts val="4200"/>
              </a:lnSpc>
              <a:defRPr sz="4000" b="0" i="0" cap="all" baseline="0">
                <a:solidFill>
                  <a:schemeClr val="bg1"/>
                </a:solidFill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Пустой слайд</a:t>
            </a:r>
          </a:p>
        </p:txBody>
      </p:sp>
      <p:sp>
        <p:nvSpPr>
          <p:cNvPr id="16" name="Номер слайда 4">
            <a:extLst>
              <a:ext uri="{FF2B5EF4-FFF2-40B4-BE49-F238E27FC236}">
                <a16:creationId xmlns:a16="http://schemas.microsoft.com/office/drawing/2014/main" id="{15898042-DD2A-4A1C-8E4F-A38FFDF3D34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728450" y="6270625"/>
            <a:ext cx="463550" cy="587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800" kern="1200">
                <a:solidFill>
                  <a:srgbClr val="ACB6C3"/>
                </a:solidFill>
                <a:latin typeface="VTB Group Book" panose="020B0503040504020204" pitchFamily="34" charset="-52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9pPr>
          </a:lstStyle>
          <a:p>
            <a:pPr>
              <a:defRPr/>
            </a:pPr>
            <a:fld id="{FCD04C69-8FC8-4C03-8ACF-0472C4A98B9D}" type="slidenum">
              <a:rPr lang="ru-RU" smtClean="0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B80958F-F964-4FB2-98AB-C385146611C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772995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2">
            <a:extLst>
              <a:ext uri="{FF2B5EF4-FFF2-40B4-BE49-F238E27FC236}">
                <a16:creationId xmlns:a16="http://schemas.microsoft.com/office/drawing/2014/main" id="{4E57FACD-605B-4062-9CB7-366C5EA6CE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3175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Rectangle [Figma 9043:6349]" descr="Rectangle. отражение или наклон">
            <a:extLst>
              <a:ext uri="{FF2B5EF4-FFF2-40B4-BE49-F238E27FC236}">
                <a16:creationId xmlns:a16="http://schemas.microsoft.com/office/drawing/2014/main" id="{0FBBAB90-54DA-4763-9AAF-94217145FF3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588" y="1443038"/>
            <a:ext cx="6751637" cy="293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Line [Figma 9043:6346]" descr="Line. градиент в обводке">
            <a:extLst>
              <a:ext uri="{FF2B5EF4-FFF2-40B4-BE49-F238E27FC236}">
                <a16:creationId xmlns:a16="http://schemas.microsoft.com/office/drawing/2014/main" id="{D9A3C922-138F-4068-8686-44049B598C7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0"/>
            <a:ext cx="127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Line [Figma 9043:6352]" descr="Line. градиент в обводке">
            <a:extLst>
              <a:ext uri="{FF2B5EF4-FFF2-40B4-BE49-F238E27FC236}">
                <a16:creationId xmlns:a16="http://schemas.microsoft.com/office/drawing/2014/main" id="{2F42EBB4-5A52-45AA-9A2F-7E98BDDDEEB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78325"/>
            <a:ext cx="12192000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Line [Figma 9043:6353]" descr="Line. градиент в обводке">
            <a:extLst>
              <a:ext uri="{FF2B5EF4-FFF2-40B4-BE49-F238E27FC236}">
                <a16:creationId xmlns:a16="http://schemas.microsoft.com/office/drawing/2014/main" id="{9DB53208-2B32-44D6-949D-8A09B2C402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2406650"/>
            <a:ext cx="12188825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Line [Figma 9043:6357]" descr="Line. векторный контур">
            <a:extLst>
              <a:ext uri="{FF2B5EF4-FFF2-40B4-BE49-F238E27FC236}">
                <a16:creationId xmlns:a16="http://schemas.microsoft.com/office/drawing/2014/main" id="{45E28719-9A7A-4002-89B5-46B1DC6BA75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0" y="542925"/>
            <a:ext cx="7810500" cy="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" name="Объект 48"/>
          <p:cNvSpPr>
            <a:spLocks noGrp="1"/>
          </p:cNvSpPr>
          <p:nvPr>
            <p:ph sz="quarter" idx="11"/>
          </p:nvPr>
        </p:nvSpPr>
        <p:spPr>
          <a:xfrm>
            <a:off x="10331483" y="344279"/>
            <a:ext cx="1489042" cy="40996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ts val="1440"/>
              </a:lnSpc>
              <a:spcBef>
                <a:spcPts val="150"/>
              </a:spcBef>
              <a:buNone/>
              <a:defRPr sz="12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65" y="2423641"/>
            <a:ext cx="7162809" cy="1983627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5600"/>
              </a:lnSpc>
              <a:defRPr sz="5400" cap="all" spc="-150" baseline="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Образец заголовка в строчку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2"/>
          </p:nvPr>
        </p:nvSpPr>
        <p:spPr>
          <a:xfrm>
            <a:off x="384165" y="4856766"/>
            <a:ext cx="6632575" cy="330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640"/>
              </a:lnSpc>
              <a:buNone/>
              <a:defRPr sz="2200" b="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788B1FF-9149-4793-A36B-FDFA8D774589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4175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917472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блож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991DDC19-2530-4A00-9CD0-A5004A82D0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Line [Figma 9043:6352]" descr="Line. градиент в обводке">
            <a:extLst>
              <a:ext uri="{FF2B5EF4-FFF2-40B4-BE49-F238E27FC236}">
                <a16:creationId xmlns:a16="http://schemas.microsoft.com/office/drawing/2014/main" id="{2F42EBB4-5A52-45AA-9A2F-7E98BDDDEEB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78325"/>
            <a:ext cx="12192000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Line [Figma 9043:6353]" descr="Line. градиент в обводке">
            <a:extLst>
              <a:ext uri="{FF2B5EF4-FFF2-40B4-BE49-F238E27FC236}">
                <a16:creationId xmlns:a16="http://schemas.microsoft.com/office/drawing/2014/main" id="{9DB53208-2B32-44D6-949D-8A09B2C402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2406650"/>
            <a:ext cx="12188825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66" y="2423641"/>
            <a:ext cx="5437198" cy="2402359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000"/>
              </a:lnSpc>
              <a:defRPr sz="4000" cap="all" spc="-150" baseline="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три строчки</a:t>
            </a:r>
            <a:br>
              <a:rPr lang="ru-RU" dirty="0"/>
            </a:br>
            <a:r>
              <a:rPr lang="ru-RU" dirty="0"/>
              <a:t>для образца</a:t>
            </a:r>
          </a:p>
        </p:txBody>
      </p:sp>
      <p:pic>
        <p:nvPicPr>
          <p:cNvPr id="24" name="Vector [Figma 9887:63687]" descr="Vector. векторный контур">
            <a:extLst>
              <a:ext uri="{FF2B5EF4-FFF2-40B4-BE49-F238E27FC236}">
                <a16:creationId xmlns:a16="http://schemas.microsoft.com/office/drawing/2014/main" id="{2661AED5-C05A-45FA-89B3-4EB497770F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26249" y="493410"/>
            <a:ext cx="100208" cy="99030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BB646A09-6137-43E0-9A8F-D483F1FF1AC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27157" y="368300"/>
            <a:ext cx="823585" cy="349200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9BC10B26-CA27-431F-8ED0-E501B650E448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1475" y="368300"/>
            <a:ext cx="879464" cy="319213"/>
          </a:xfrm>
          <a:prstGeom prst="rect">
            <a:avLst/>
          </a:prstGeom>
        </p:spPr>
      </p:pic>
      <p:sp>
        <p:nvSpPr>
          <p:cNvPr id="11" name="Rectangle 240662521 [Figma 9887:63708]">
            <a:extLst>
              <a:ext uri="{FF2B5EF4-FFF2-40B4-BE49-F238E27FC236}">
                <a16:creationId xmlns:a16="http://schemas.microsoft.com/office/drawing/2014/main" id="{A69E263A-BE3B-4333-8BE4-AF1D105F0707}"/>
              </a:ext>
            </a:extLst>
          </p:cNvPr>
          <p:cNvSpPr/>
          <p:nvPr userDrawn="1"/>
        </p:nvSpPr>
        <p:spPr>
          <a:xfrm>
            <a:off x="380990" y="5930752"/>
            <a:ext cx="25399" cy="546086"/>
          </a:xfrm>
          <a:prstGeom prst="roundRect">
            <a:avLst>
              <a:gd name="adj" fmla="val 50001"/>
            </a:avLst>
          </a:prstGeom>
          <a:solidFill>
            <a:srgbClr val="1E4B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Текст 3">
            <a:extLst>
              <a:ext uri="{FF2B5EF4-FFF2-40B4-BE49-F238E27FC236}">
                <a16:creationId xmlns:a16="http://schemas.microsoft.com/office/drawing/2014/main" id="{0C0B2ADB-8DDE-4BE4-A204-3A91FE6327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8673" y="6040283"/>
            <a:ext cx="4017085" cy="1635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3" name="Текст 3">
            <a:extLst>
              <a:ext uri="{FF2B5EF4-FFF2-40B4-BE49-F238E27FC236}">
                <a16:creationId xmlns:a16="http://schemas.microsoft.com/office/drawing/2014/main" id="{5F53FA86-0E43-49D0-BB48-8FE1D95862D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8674" y="6247288"/>
            <a:ext cx="4017085" cy="1635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ACB6C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Месяц 2000</a:t>
            </a:r>
          </a:p>
        </p:txBody>
      </p:sp>
    </p:spTree>
    <p:extLst>
      <p:ext uri="{BB962C8B-B14F-4D97-AF65-F5344CB8AC3E}">
        <p14:creationId xmlns:p14="http://schemas.microsoft.com/office/powerpoint/2010/main" val="1918647630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Облож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35A827E-29BE-463A-AC2E-F538B2B1DF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-13914"/>
            <a:ext cx="12192000" cy="6858000"/>
          </a:xfrm>
          <a:prstGeom prst="rect">
            <a:avLst/>
          </a:prstGeom>
        </p:spPr>
      </p:pic>
      <p:grpSp>
        <p:nvGrpSpPr>
          <p:cNvPr id="10" name="Группа 8">
            <a:extLst>
              <a:ext uri="{FF2B5EF4-FFF2-40B4-BE49-F238E27FC236}">
                <a16:creationId xmlns:a16="http://schemas.microsoft.com/office/drawing/2014/main" id="{69F32D47-B582-49A4-9562-F684B3DCDEA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381000" y="381000"/>
            <a:ext cx="1903413" cy="330200"/>
            <a:chOff x="380990" y="380990"/>
            <a:chExt cx="1903907" cy="330193"/>
          </a:xfrm>
        </p:grpSpPr>
        <p:pic>
          <p:nvPicPr>
            <p:cNvPr id="11" name="Vector [Figma I9043:6356;6148:374]" descr="Vector. векторный контур">
              <a:extLst>
                <a:ext uri="{FF2B5EF4-FFF2-40B4-BE49-F238E27FC236}">
                  <a16:creationId xmlns:a16="http://schemas.microsoft.com/office/drawing/2014/main" id="{5EDDBF01-E245-4987-8586-E991595C74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0990" y="380990"/>
              <a:ext cx="284237" cy="176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" name="Vector [Figma I9043:6356;6148:375]" descr="Vector. векторный контур">
              <a:extLst>
                <a:ext uri="{FF2B5EF4-FFF2-40B4-BE49-F238E27FC236}">
                  <a16:creationId xmlns:a16="http://schemas.microsoft.com/office/drawing/2014/main" id="{85A90AE1-9C6F-49AA-B068-1A4091717F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9688" y="447664"/>
              <a:ext cx="598642" cy="2635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" name="Vector [Figma I9043:6356;6159:12582]" descr="Vector. векторный контур">
              <a:extLst>
                <a:ext uri="{FF2B5EF4-FFF2-40B4-BE49-F238E27FC236}">
                  <a16:creationId xmlns:a16="http://schemas.microsoft.com/office/drawing/2014/main" id="{2432D2DE-0F2D-4B65-8E1A-3DC08D2702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95666" y="447664"/>
              <a:ext cx="889231" cy="888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4" name="Line [Figma 9043:6357]" descr="Line. векторный контур">
            <a:extLst>
              <a:ext uri="{FF2B5EF4-FFF2-40B4-BE49-F238E27FC236}">
                <a16:creationId xmlns:a16="http://schemas.microsoft.com/office/drawing/2014/main" id="{45E28719-9A7A-4002-89B5-46B1DC6BA75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0" y="542925"/>
            <a:ext cx="7810500" cy="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" name="Объект 48"/>
          <p:cNvSpPr>
            <a:spLocks noGrp="1"/>
          </p:cNvSpPr>
          <p:nvPr>
            <p:ph sz="quarter" idx="11"/>
          </p:nvPr>
        </p:nvSpPr>
        <p:spPr>
          <a:xfrm>
            <a:off x="10331483" y="344279"/>
            <a:ext cx="1489042" cy="40996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ts val="1440"/>
              </a:lnSpc>
              <a:spcBef>
                <a:spcPts val="150"/>
              </a:spcBef>
              <a:buNone/>
              <a:defRPr sz="12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781031" y="2683474"/>
            <a:ext cx="7410470" cy="1983627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5600"/>
              </a:lnSpc>
              <a:defRPr sz="5400" cap="all" spc="-150" baseline="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Образец</a:t>
            </a:r>
            <a:br>
              <a:rPr lang="ru-RU" dirty="0"/>
            </a:br>
            <a:r>
              <a:rPr lang="ru-RU" dirty="0"/>
              <a:t>заголовка</a:t>
            </a:r>
            <a:br>
              <a:rPr lang="ru-RU" dirty="0"/>
            </a:br>
            <a:r>
              <a:rPr lang="ru-RU" dirty="0"/>
              <a:t>в строчки</a:t>
            </a:r>
          </a:p>
        </p:txBody>
      </p:sp>
      <p:sp>
        <p:nvSpPr>
          <p:cNvPr id="25" name="Line 6 [Figma 9887:47854]">
            <a:extLst>
              <a:ext uri="{FF2B5EF4-FFF2-40B4-BE49-F238E27FC236}">
                <a16:creationId xmlns:a16="http://schemas.microsoft.com/office/drawing/2014/main" id="{E66A2A3A-DA0F-4E3E-93FA-733AD86D6CB5}"/>
              </a:ext>
            </a:extLst>
          </p:cNvPr>
          <p:cNvSpPr/>
          <p:nvPr userDrawn="1"/>
        </p:nvSpPr>
        <p:spPr>
          <a:xfrm rot="16200000">
            <a:off x="-1719920" y="3355790"/>
            <a:ext cx="5040000" cy="0"/>
          </a:xfrm>
          <a:prstGeom prst="line">
            <a:avLst/>
          </a:prstGeom>
          <a:noFill/>
          <a:ln w="15875">
            <a:solidFill>
              <a:srgbClr val="FFFFFF">
                <a:alpha val="47596"/>
              </a:srgbClr>
            </a:solidFill>
            <a:prstDash val="solid"/>
          </a:ln>
        </p:spPr>
      </p:sp>
      <p:sp>
        <p:nvSpPr>
          <p:cNvPr id="26" name="Line 7 [Figma 9887:47855]">
            <a:extLst>
              <a:ext uri="{FF2B5EF4-FFF2-40B4-BE49-F238E27FC236}">
                <a16:creationId xmlns:a16="http://schemas.microsoft.com/office/drawing/2014/main" id="{D8F1FE5F-901F-4259-A0D7-4187368A6313}"/>
              </a:ext>
            </a:extLst>
          </p:cNvPr>
          <p:cNvSpPr/>
          <p:nvPr userDrawn="1"/>
        </p:nvSpPr>
        <p:spPr>
          <a:xfrm rot="10800000">
            <a:off x="-38100" y="4679801"/>
            <a:ext cx="10440000" cy="0"/>
          </a:xfrm>
          <a:prstGeom prst="line">
            <a:avLst/>
          </a:prstGeom>
          <a:noFill/>
          <a:ln w="15875">
            <a:solidFill>
              <a:srgbClr val="FFFFFF">
                <a:alpha val="47596"/>
              </a:srgbClr>
            </a:solidFill>
            <a:prstDash val="solid"/>
          </a:ln>
        </p:spPr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A736215D-9386-4730-B49A-4B9D0CBAB9B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4175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082946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Облож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2">
            <a:extLst>
              <a:ext uri="{FF2B5EF4-FFF2-40B4-BE49-F238E27FC236}">
                <a16:creationId xmlns:a16="http://schemas.microsoft.com/office/drawing/2014/main" id="{A5DB11A2-C92F-44A4-B59A-1669D70D9E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3175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" name="Объект 48"/>
          <p:cNvSpPr>
            <a:spLocks noGrp="1"/>
          </p:cNvSpPr>
          <p:nvPr>
            <p:ph sz="quarter" idx="11"/>
          </p:nvPr>
        </p:nvSpPr>
        <p:spPr>
          <a:xfrm>
            <a:off x="10331483" y="344279"/>
            <a:ext cx="1489042" cy="40996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ts val="1440"/>
              </a:lnSpc>
              <a:spcBef>
                <a:spcPts val="150"/>
              </a:spcBef>
              <a:buNone/>
              <a:defRPr sz="12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37" name="Rectangle [Figma 9887:47869]" descr="Rectangle. градиент">
            <a:extLst>
              <a:ext uri="{FF2B5EF4-FFF2-40B4-BE49-F238E27FC236}">
                <a16:creationId xmlns:a16="http://schemas.microsoft.com/office/drawing/2014/main" id="{5A63E8BE-3B30-469D-ACAF-816AC2D02A1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16015" y="0"/>
            <a:ext cx="9283468" cy="4444889"/>
          </a:xfrm>
          <a:prstGeom prst="rect">
            <a:avLst/>
          </a:prstGeom>
        </p:spPr>
      </p:pic>
      <p:sp>
        <p:nvSpPr>
          <p:cNvPr id="39" name="Line 1 [Figma 9887:47872]">
            <a:extLst>
              <a:ext uri="{FF2B5EF4-FFF2-40B4-BE49-F238E27FC236}">
                <a16:creationId xmlns:a16="http://schemas.microsoft.com/office/drawing/2014/main" id="{E6F4050D-9CD0-4F1F-A64C-63A17D32B6FA}"/>
              </a:ext>
            </a:extLst>
          </p:cNvPr>
          <p:cNvSpPr/>
          <p:nvPr userDrawn="1"/>
        </p:nvSpPr>
        <p:spPr>
          <a:xfrm rot="5400000">
            <a:off x="-2000200" y="3428883"/>
            <a:ext cx="6857829" cy="0"/>
          </a:xfrm>
          <a:prstGeom prst="line">
            <a:avLst/>
          </a:prstGeom>
          <a:noFill/>
          <a:ln w="15875">
            <a:solidFill>
              <a:srgbClr val="FFFFFF">
                <a:alpha val="47596"/>
              </a:srgbClr>
            </a:solidFill>
            <a:prstDash val="solid"/>
          </a:ln>
        </p:spPr>
      </p:sp>
      <p:sp>
        <p:nvSpPr>
          <p:cNvPr id="40" name="Line 5 [Figma 9887:47873]">
            <a:extLst>
              <a:ext uri="{FF2B5EF4-FFF2-40B4-BE49-F238E27FC236}">
                <a16:creationId xmlns:a16="http://schemas.microsoft.com/office/drawing/2014/main" id="{968A8880-2F3D-4A27-BD91-1D433F930EEA}"/>
              </a:ext>
            </a:extLst>
          </p:cNvPr>
          <p:cNvSpPr/>
          <p:nvPr userDrawn="1"/>
        </p:nvSpPr>
        <p:spPr>
          <a:xfrm rot="5400000">
            <a:off x="7270568" y="3428883"/>
            <a:ext cx="6857829" cy="0"/>
          </a:xfrm>
          <a:prstGeom prst="line">
            <a:avLst/>
          </a:prstGeom>
          <a:noFill/>
          <a:ln w="15875">
            <a:solidFill>
              <a:srgbClr val="FFFFFF">
                <a:alpha val="47596"/>
              </a:srgbClr>
            </a:solidFill>
            <a:prstDash val="solid"/>
          </a:ln>
        </p:spPr>
      </p:sp>
      <p:sp>
        <p:nvSpPr>
          <p:cNvPr id="41" name="Line 2 [Figma 9887:47874]">
            <a:extLst>
              <a:ext uri="{FF2B5EF4-FFF2-40B4-BE49-F238E27FC236}">
                <a16:creationId xmlns:a16="http://schemas.microsoft.com/office/drawing/2014/main" id="{732B7E0A-B6C3-4620-8C95-0BBD2DF22057}"/>
              </a:ext>
            </a:extLst>
          </p:cNvPr>
          <p:cNvSpPr/>
          <p:nvPr userDrawn="1"/>
        </p:nvSpPr>
        <p:spPr>
          <a:xfrm rot="10800000">
            <a:off x="-477300" y="4444857"/>
            <a:ext cx="12960000" cy="0"/>
          </a:xfrm>
          <a:prstGeom prst="line">
            <a:avLst/>
          </a:prstGeom>
          <a:noFill/>
          <a:ln w="15875">
            <a:solidFill>
              <a:srgbClr val="FFFFFF">
                <a:alpha val="47596"/>
              </a:srgbClr>
            </a:solidFill>
            <a:prstDash val="solid"/>
          </a:ln>
        </p:spPr>
      </p:sp>
      <p:sp>
        <p:nvSpPr>
          <p:cNvPr id="42" name="Line 4 [Figma 9887:47875]">
            <a:extLst>
              <a:ext uri="{FF2B5EF4-FFF2-40B4-BE49-F238E27FC236}">
                <a16:creationId xmlns:a16="http://schemas.microsoft.com/office/drawing/2014/main" id="{FE69440B-DCB0-4961-B2FA-7A399660D2FA}"/>
              </a:ext>
            </a:extLst>
          </p:cNvPr>
          <p:cNvSpPr/>
          <p:nvPr userDrawn="1"/>
        </p:nvSpPr>
        <p:spPr>
          <a:xfrm rot="10800000">
            <a:off x="-477300" y="2387509"/>
            <a:ext cx="12960000" cy="0"/>
          </a:xfrm>
          <a:prstGeom prst="line">
            <a:avLst/>
          </a:prstGeom>
          <a:noFill/>
          <a:ln w="15875">
            <a:solidFill>
              <a:srgbClr val="FFFFFF">
                <a:alpha val="47596"/>
              </a:srgbClr>
            </a:solidFill>
            <a:prstDash val="solid"/>
          </a:ln>
        </p:spPr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428553" y="2413143"/>
            <a:ext cx="9270929" cy="2054478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5600"/>
              </a:lnSpc>
              <a:defRPr sz="5400" cap="all" spc="-150" baseline="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Образец</a:t>
            </a:r>
            <a:br>
              <a:rPr lang="ru-RU" dirty="0"/>
            </a:br>
            <a:r>
              <a:rPr lang="ru-RU" dirty="0"/>
              <a:t>заголовка</a:t>
            </a:r>
            <a:br>
              <a:rPr lang="ru-RU" dirty="0"/>
            </a:br>
            <a:r>
              <a:rPr lang="ru-RU" dirty="0"/>
              <a:t>в три строчки</a:t>
            </a:r>
          </a:p>
        </p:txBody>
      </p:sp>
      <p:pic>
        <p:nvPicPr>
          <p:cNvPr id="46" name="Line [Figma 9887:47878]" descr="Line. векторный контур">
            <a:extLst>
              <a:ext uri="{FF2B5EF4-FFF2-40B4-BE49-F238E27FC236}">
                <a16:creationId xmlns:a16="http://schemas.microsoft.com/office/drawing/2014/main" id="{DC801A1C-8260-4D0D-9FD3-E0DABCF0B62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39937" y="542911"/>
            <a:ext cx="7810305" cy="6350"/>
          </a:xfrm>
          <a:prstGeom prst="rect">
            <a:avLst/>
          </a:prstGeom>
        </p:spPr>
      </p:pic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64DCAC92-2D39-4094-BEF5-9A077D65397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4175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499657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Облож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C6857E9-FE4E-4B7D-A03B-A8AE9451A1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Line [Figma 9043:6352]" descr="Line. градиент в обводке">
            <a:extLst>
              <a:ext uri="{FF2B5EF4-FFF2-40B4-BE49-F238E27FC236}">
                <a16:creationId xmlns:a16="http://schemas.microsoft.com/office/drawing/2014/main" id="{2F42EBB4-5A52-45AA-9A2F-7E98BDDDEEB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78325"/>
            <a:ext cx="12192000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Line [Figma 9043:6353]" descr="Line. градиент в обводке">
            <a:extLst>
              <a:ext uri="{FF2B5EF4-FFF2-40B4-BE49-F238E27FC236}">
                <a16:creationId xmlns:a16="http://schemas.microsoft.com/office/drawing/2014/main" id="{9DB53208-2B32-44D6-949D-8A09B2C402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2406650"/>
            <a:ext cx="12188825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66" y="2423641"/>
            <a:ext cx="5437198" cy="2402359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000"/>
              </a:lnSpc>
              <a:defRPr sz="4000" cap="all" spc="-150" baseline="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три строчки</a:t>
            </a:r>
            <a:br>
              <a:rPr lang="ru-RU" dirty="0"/>
            </a:br>
            <a:r>
              <a:rPr lang="ru-RU" dirty="0"/>
              <a:t>для образца</a:t>
            </a:r>
          </a:p>
        </p:txBody>
      </p:sp>
      <p:pic>
        <p:nvPicPr>
          <p:cNvPr id="31" name="Vector [Figma 9887:63687]" descr="Vector. векторный контур">
            <a:extLst>
              <a:ext uri="{FF2B5EF4-FFF2-40B4-BE49-F238E27FC236}">
                <a16:creationId xmlns:a16="http://schemas.microsoft.com/office/drawing/2014/main" id="{134CF360-0F39-4435-BD95-4A629699A07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26249" y="493410"/>
            <a:ext cx="100208" cy="99030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F28CD005-6DC3-4013-90DE-A46B546D7F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27157" y="368300"/>
            <a:ext cx="823585" cy="349200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9A16CF99-F442-4A44-B3EF-6F103B54E17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1475" y="368300"/>
            <a:ext cx="879464" cy="319213"/>
          </a:xfrm>
          <a:prstGeom prst="rect">
            <a:avLst/>
          </a:prstGeom>
        </p:spPr>
      </p:pic>
      <p:sp>
        <p:nvSpPr>
          <p:cNvPr id="11" name="Rectangle 240662521 [Figma 9887:63708]">
            <a:extLst>
              <a:ext uri="{FF2B5EF4-FFF2-40B4-BE49-F238E27FC236}">
                <a16:creationId xmlns:a16="http://schemas.microsoft.com/office/drawing/2014/main" id="{D17B948A-C879-4014-822C-489FE967D402}"/>
              </a:ext>
            </a:extLst>
          </p:cNvPr>
          <p:cNvSpPr/>
          <p:nvPr userDrawn="1"/>
        </p:nvSpPr>
        <p:spPr>
          <a:xfrm>
            <a:off x="380990" y="5930752"/>
            <a:ext cx="25399" cy="546086"/>
          </a:xfrm>
          <a:prstGeom prst="roundRect">
            <a:avLst>
              <a:gd name="adj" fmla="val 50001"/>
            </a:avLst>
          </a:prstGeom>
          <a:solidFill>
            <a:srgbClr val="1E4B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Текст 3">
            <a:extLst>
              <a:ext uri="{FF2B5EF4-FFF2-40B4-BE49-F238E27FC236}">
                <a16:creationId xmlns:a16="http://schemas.microsoft.com/office/drawing/2014/main" id="{500F2E23-8BF1-4208-8B85-553A5800A1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8673" y="6040283"/>
            <a:ext cx="4017085" cy="1635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3" name="Текст 3">
            <a:extLst>
              <a:ext uri="{FF2B5EF4-FFF2-40B4-BE49-F238E27FC236}">
                <a16:creationId xmlns:a16="http://schemas.microsoft.com/office/drawing/2014/main" id="{6807F705-F8F9-40EB-AF4D-B91B8C60D0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8674" y="6247288"/>
            <a:ext cx="4017085" cy="1635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ACB6C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Месяц 2000</a:t>
            </a:r>
          </a:p>
        </p:txBody>
      </p:sp>
    </p:spTree>
    <p:extLst>
      <p:ext uri="{BB962C8B-B14F-4D97-AF65-F5344CB8AC3E}">
        <p14:creationId xmlns:p14="http://schemas.microsoft.com/office/powerpoint/2010/main" val="2310917858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Облож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ine [Figma 9043:6352]" descr="Line. градиент в обводке">
            <a:extLst>
              <a:ext uri="{FF2B5EF4-FFF2-40B4-BE49-F238E27FC236}">
                <a16:creationId xmlns:a16="http://schemas.microsoft.com/office/drawing/2014/main" id="{2F42EBB4-5A52-45AA-9A2F-7E98BDDDEEB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78325"/>
            <a:ext cx="12192000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Line [Figma 9043:6353]" descr="Line. градиент в обводке">
            <a:extLst>
              <a:ext uri="{FF2B5EF4-FFF2-40B4-BE49-F238E27FC236}">
                <a16:creationId xmlns:a16="http://schemas.microsoft.com/office/drawing/2014/main" id="{9DB53208-2B32-44D6-949D-8A09B2C402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2406650"/>
            <a:ext cx="12188825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66" y="2423641"/>
            <a:ext cx="5437198" cy="2402359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000"/>
              </a:lnSpc>
              <a:defRPr sz="4000" cap="all" spc="-150" baseline="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три строчки</a:t>
            </a:r>
            <a:br>
              <a:rPr lang="ru-RU" dirty="0"/>
            </a:br>
            <a:r>
              <a:rPr lang="ru-RU" dirty="0"/>
              <a:t>для образца</a:t>
            </a:r>
          </a:p>
        </p:txBody>
      </p:sp>
      <p:sp>
        <p:nvSpPr>
          <p:cNvPr id="18" name="Rectangle 240662521 [Figma 9887:63708]">
            <a:extLst>
              <a:ext uri="{FF2B5EF4-FFF2-40B4-BE49-F238E27FC236}">
                <a16:creationId xmlns:a16="http://schemas.microsoft.com/office/drawing/2014/main" id="{2628694C-5803-41AB-B185-87803EC49C98}"/>
              </a:ext>
            </a:extLst>
          </p:cNvPr>
          <p:cNvSpPr/>
          <p:nvPr userDrawn="1"/>
        </p:nvSpPr>
        <p:spPr>
          <a:xfrm>
            <a:off x="380990" y="5930752"/>
            <a:ext cx="25399" cy="546086"/>
          </a:xfrm>
          <a:prstGeom prst="roundRect">
            <a:avLst>
              <a:gd name="adj" fmla="val 50001"/>
            </a:avLst>
          </a:prstGeom>
          <a:solidFill>
            <a:srgbClr val="1E4B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1" name="Vector [Figma 9887:63687]" descr="Vector. векторный контур">
            <a:extLst>
              <a:ext uri="{FF2B5EF4-FFF2-40B4-BE49-F238E27FC236}">
                <a16:creationId xmlns:a16="http://schemas.microsoft.com/office/drawing/2014/main" id="{134CF360-0F39-4435-BD95-4A629699A07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26249" y="493410"/>
            <a:ext cx="100208" cy="99030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F28CD005-6DC3-4013-90DE-A46B546D7F9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27157" y="368300"/>
            <a:ext cx="823585" cy="349200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9A16CF99-F442-4A44-B3EF-6F103B54E170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1475" y="368300"/>
            <a:ext cx="879464" cy="319213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D7D6D98B-8B33-4F5E-94FD-8CE49E9758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8673" y="6040283"/>
            <a:ext cx="4017085" cy="1635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3" name="Текст 3">
            <a:extLst>
              <a:ext uri="{FF2B5EF4-FFF2-40B4-BE49-F238E27FC236}">
                <a16:creationId xmlns:a16="http://schemas.microsoft.com/office/drawing/2014/main" id="{7DE74441-5EC9-4BC7-B53A-DF50B7A9EA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8674" y="6247288"/>
            <a:ext cx="4017085" cy="1635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ACB6C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Месяц 2000</a:t>
            </a:r>
          </a:p>
        </p:txBody>
      </p:sp>
    </p:spTree>
    <p:extLst>
      <p:ext uri="{BB962C8B-B14F-4D97-AF65-F5344CB8AC3E}">
        <p14:creationId xmlns:p14="http://schemas.microsoft.com/office/powerpoint/2010/main" val="1162229614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Содержание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9544F697-9F7C-4100-B82E-76597C13058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4519" y="2794152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solidFill>
                  <a:schemeClr val="accent4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en-US" dirty="0"/>
              <a:t>1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4BCD6BF-C470-4F3A-A6A9-72D0CBF5A03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61160" y="2794153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Титульные слайды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C43D4F18-5A57-40C1-AA38-9EEF0B5BB9E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61160" y="3356013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09</a:t>
            </a:r>
          </a:p>
        </p:txBody>
      </p:sp>
      <p:sp>
        <p:nvSpPr>
          <p:cNvPr id="143" name="Текст 9">
            <a:extLst>
              <a:ext uri="{FF2B5EF4-FFF2-40B4-BE49-F238E27FC236}">
                <a16:creationId xmlns:a16="http://schemas.microsoft.com/office/drawing/2014/main" id="{1C1CEE07-3BB3-468D-9ECA-05DB27A574F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55795" y="2794152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solidFill>
                  <a:schemeClr val="accent4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2</a:t>
            </a:r>
          </a:p>
        </p:txBody>
      </p:sp>
      <p:sp>
        <p:nvSpPr>
          <p:cNvPr id="144" name="Текст 4">
            <a:extLst>
              <a:ext uri="{FF2B5EF4-FFF2-40B4-BE49-F238E27FC236}">
                <a16:creationId xmlns:a16="http://schemas.microsoft.com/office/drawing/2014/main" id="{511B0CF8-1C4D-44DF-BDEB-36A7E34C3DC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12436" y="2794153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Раздельные слайды</a:t>
            </a:r>
          </a:p>
        </p:txBody>
      </p:sp>
      <p:sp>
        <p:nvSpPr>
          <p:cNvPr id="145" name="Текст 7">
            <a:extLst>
              <a:ext uri="{FF2B5EF4-FFF2-40B4-BE49-F238E27FC236}">
                <a16:creationId xmlns:a16="http://schemas.microsoft.com/office/drawing/2014/main" id="{6DEB178C-EBBD-44AB-A171-90B021CBF66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512436" y="3356013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13</a:t>
            </a:r>
          </a:p>
        </p:txBody>
      </p:sp>
      <p:sp>
        <p:nvSpPr>
          <p:cNvPr id="147" name="Текст 9">
            <a:extLst>
              <a:ext uri="{FF2B5EF4-FFF2-40B4-BE49-F238E27FC236}">
                <a16:creationId xmlns:a16="http://schemas.microsoft.com/office/drawing/2014/main" id="{879B0177-D0F3-4571-A571-8E6D449FBEA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07071" y="2785762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solidFill>
                  <a:schemeClr val="accent4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3</a:t>
            </a:r>
          </a:p>
        </p:txBody>
      </p:sp>
      <p:sp>
        <p:nvSpPr>
          <p:cNvPr id="148" name="Текст 4">
            <a:extLst>
              <a:ext uri="{FF2B5EF4-FFF2-40B4-BE49-F238E27FC236}">
                <a16:creationId xmlns:a16="http://schemas.microsoft.com/office/drawing/2014/main" id="{381B60CC-166A-48D9-9F0E-31A7EDCCBF0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363712" y="2785763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Навигация</a:t>
            </a:r>
          </a:p>
        </p:txBody>
      </p:sp>
      <p:sp>
        <p:nvSpPr>
          <p:cNvPr id="149" name="Текст 7">
            <a:extLst>
              <a:ext uri="{FF2B5EF4-FFF2-40B4-BE49-F238E27FC236}">
                <a16:creationId xmlns:a16="http://schemas.microsoft.com/office/drawing/2014/main" id="{B91BC7B4-31F5-4319-948D-22D0382AE18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363712" y="3347623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15</a:t>
            </a:r>
          </a:p>
        </p:txBody>
      </p:sp>
      <p:sp>
        <p:nvSpPr>
          <p:cNvPr id="151" name="Текст 9">
            <a:extLst>
              <a:ext uri="{FF2B5EF4-FFF2-40B4-BE49-F238E27FC236}">
                <a16:creationId xmlns:a16="http://schemas.microsoft.com/office/drawing/2014/main" id="{ADB4BCD0-0D97-4C88-83D5-27A10DF574F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98836" y="4104416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solidFill>
                  <a:schemeClr val="accent4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4</a:t>
            </a:r>
          </a:p>
        </p:txBody>
      </p:sp>
      <p:sp>
        <p:nvSpPr>
          <p:cNvPr id="152" name="Текст 4">
            <a:extLst>
              <a:ext uri="{FF2B5EF4-FFF2-40B4-BE49-F238E27FC236}">
                <a16:creationId xmlns:a16="http://schemas.microsoft.com/office/drawing/2014/main" id="{460A92A5-4C17-497A-97C8-53421EA28BC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677227" y="4104417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Контентные слайды</a:t>
            </a:r>
          </a:p>
        </p:txBody>
      </p:sp>
      <p:sp>
        <p:nvSpPr>
          <p:cNvPr id="153" name="Текст 7">
            <a:extLst>
              <a:ext uri="{FF2B5EF4-FFF2-40B4-BE49-F238E27FC236}">
                <a16:creationId xmlns:a16="http://schemas.microsoft.com/office/drawing/2014/main" id="{FAB8F0F1-780B-46F7-8C5E-7DC3C10E5BC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655477" y="4666277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16</a:t>
            </a:r>
          </a:p>
        </p:txBody>
      </p:sp>
      <p:sp>
        <p:nvSpPr>
          <p:cNvPr id="155" name="Текст 9">
            <a:extLst>
              <a:ext uri="{FF2B5EF4-FFF2-40B4-BE49-F238E27FC236}">
                <a16:creationId xmlns:a16="http://schemas.microsoft.com/office/drawing/2014/main" id="{07AFE387-0F4F-4E87-87BB-5B2C9D7631A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450112" y="4104416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solidFill>
                  <a:schemeClr val="accent4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5</a:t>
            </a:r>
          </a:p>
        </p:txBody>
      </p:sp>
      <p:sp>
        <p:nvSpPr>
          <p:cNvPr id="156" name="Текст 4">
            <a:extLst>
              <a:ext uri="{FF2B5EF4-FFF2-40B4-BE49-F238E27FC236}">
                <a16:creationId xmlns:a16="http://schemas.microsoft.com/office/drawing/2014/main" id="{E53A190A-4919-414B-B6E1-B1608C7CCE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528503" y="4104417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Таблицы</a:t>
            </a:r>
          </a:p>
        </p:txBody>
      </p:sp>
      <p:sp>
        <p:nvSpPr>
          <p:cNvPr id="157" name="Текст 7">
            <a:extLst>
              <a:ext uri="{FF2B5EF4-FFF2-40B4-BE49-F238E27FC236}">
                <a16:creationId xmlns:a16="http://schemas.microsoft.com/office/drawing/2014/main" id="{F58AF3C2-4320-444B-9D46-7FABE832E60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506753" y="4666277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36</a:t>
            </a:r>
          </a:p>
        </p:txBody>
      </p:sp>
      <p:sp>
        <p:nvSpPr>
          <p:cNvPr id="159" name="Текст 9">
            <a:extLst>
              <a:ext uri="{FF2B5EF4-FFF2-40B4-BE49-F238E27FC236}">
                <a16:creationId xmlns:a16="http://schemas.microsoft.com/office/drawing/2014/main" id="{B1798F73-1F2A-4DE6-8862-F8CA4FFD860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01388" y="4096026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solidFill>
                  <a:schemeClr val="accent4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6</a:t>
            </a:r>
          </a:p>
        </p:txBody>
      </p:sp>
      <p:sp>
        <p:nvSpPr>
          <p:cNvPr id="160" name="Текст 4">
            <a:extLst>
              <a:ext uri="{FF2B5EF4-FFF2-40B4-BE49-F238E27FC236}">
                <a16:creationId xmlns:a16="http://schemas.microsoft.com/office/drawing/2014/main" id="{57D222AD-8D23-4711-8885-8D8A06CC797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358029" y="4096027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Схемы и диаграммы</a:t>
            </a:r>
          </a:p>
        </p:txBody>
      </p:sp>
      <p:sp>
        <p:nvSpPr>
          <p:cNvPr id="161" name="Текст 7">
            <a:extLst>
              <a:ext uri="{FF2B5EF4-FFF2-40B4-BE49-F238E27FC236}">
                <a16:creationId xmlns:a16="http://schemas.microsoft.com/office/drawing/2014/main" id="{682FB1BA-8725-4891-8167-07B7E169A3E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358029" y="4657887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39</a:t>
            </a:r>
          </a:p>
        </p:txBody>
      </p:sp>
      <p:sp>
        <p:nvSpPr>
          <p:cNvPr id="163" name="Текст 9">
            <a:extLst>
              <a:ext uri="{FF2B5EF4-FFF2-40B4-BE49-F238E27FC236}">
                <a16:creationId xmlns:a16="http://schemas.microsoft.com/office/drawing/2014/main" id="{13EDD3DC-C617-44C7-9365-1CA061923D5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90277" y="5374885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solidFill>
                  <a:schemeClr val="accent4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7</a:t>
            </a:r>
          </a:p>
        </p:txBody>
      </p:sp>
      <p:sp>
        <p:nvSpPr>
          <p:cNvPr id="164" name="Текст 4">
            <a:extLst>
              <a:ext uri="{FF2B5EF4-FFF2-40B4-BE49-F238E27FC236}">
                <a16:creationId xmlns:a16="http://schemas.microsoft.com/office/drawing/2014/main" id="{7A1E98E3-C2C1-4010-AB25-4AB104FC397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668668" y="5374886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sp>
        <p:nvSpPr>
          <p:cNvPr id="165" name="Текст 7">
            <a:extLst>
              <a:ext uri="{FF2B5EF4-FFF2-40B4-BE49-F238E27FC236}">
                <a16:creationId xmlns:a16="http://schemas.microsoft.com/office/drawing/2014/main" id="{1A4B8D07-FA18-4BA0-A707-9F88B634E34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646918" y="5936746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49</a:t>
            </a:r>
          </a:p>
        </p:txBody>
      </p:sp>
      <p:sp>
        <p:nvSpPr>
          <p:cNvPr id="167" name="Текст 9">
            <a:extLst>
              <a:ext uri="{FF2B5EF4-FFF2-40B4-BE49-F238E27FC236}">
                <a16:creationId xmlns:a16="http://schemas.microsoft.com/office/drawing/2014/main" id="{BCF1674D-2B2B-4E77-8D13-EAC3081B65F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441553" y="5374885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solidFill>
                  <a:schemeClr val="accent4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8</a:t>
            </a:r>
          </a:p>
        </p:txBody>
      </p:sp>
      <p:sp>
        <p:nvSpPr>
          <p:cNvPr id="168" name="Текст 4">
            <a:extLst>
              <a:ext uri="{FF2B5EF4-FFF2-40B4-BE49-F238E27FC236}">
                <a16:creationId xmlns:a16="http://schemas.microsoft.com/office/drawing/2014/main" id="{C239EB68-AAD1-4014-BDA3-507D5AABB63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519944" y="5374886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Направления и паттерны</a:t>
            </a:r>
          </a:p>
        </p:txBody>
      </p:sp>
      <p:sp>
        <p:nvSpPr>
          <p:cNvPr id="169" name="Текст 7">
            <a:extLst>
              <a:ext uri="{FF2B5EF4-FFF2-40B4-BE49-F238E27FC236}">
                <a16:creationId xmlns:a16="http://schemas.microsoft.com/office/drawing/2014/main" id="{33A42EF0-A894-4C04-BA3D-82C3361A287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498194" y="5936746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50</a:t>
            </a:r>
          </a:p>
        </p:txBody>
      </p:sp>
      <p:sp>
        <p:nvSpPr>
          <p:cNvPr id="171" name="Текст 9">
            <a:extLst>
              <a:ext uri="{FF2B5EF4-FFF2-40B4-BE49-F238E27FC236}">
                <a16:creationId xmlns:a16="http://schemas.microsoft.com/office/drawing/2014/main" id="{6D583F18-AA6D-4DB7-A0D2-DE3A8D0A17C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292829" y="5366495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solidFill>
                  <a:schemeClr val="accent4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9</a:t>
            </a:r>
          </a:p>
        </p:txBody>
      </p:sp>
      <p:sp>
        <p:nvSpPr>
          <p:cNvPr id="172" name="Текст 4">
            <a:extLst>
              <a:ext uri="{FF2B5EF4-FFF2-40B4-BE49-F238E27FC236}">
                <a16:creationId xmlns:a16="http://schemas.microsoft.com/office/drawing/2014/main" id="{E73E9EAE-6367-4B05-86DB-815BF0D0DE7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371220" y="5366496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Дополнительные элементы</a:t>
            </a:r>
          </a:p>
        </p:txBody>
      </p:sp>
      <p:sp>
        <p:nvSpPr>
          <p:cNvPr id="173" name="Текст 7">
            <a:extLst>
              <a:ext uri="{FF2B5EF4-FFF2-40B4-BE49-F238E27FC236}">
                <a16:creationId xmlns:a16="http://schemas.microsoft.com/office/drawing/2014/main" id="{67EEDA7B-59F1-4C6D-8986-CB8A474AFAED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349470" y="5928356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60</a:t>
            </a:r>
          </a:p>
        </p:txBody>
      </p:sp>
      <p:pic>
        <p:nvPicPr>
          <p:cNvPr id="174" name="Рисунок 173">
            <a:extLst>
              <a:ext uri="{FF2B5EF4-FFF2-40B4-BE49-F238E27FC236}">
                <a16:creationId xmlns:a16="http://schemas.microsoft.com/office/drawing/2014/main" id="{B006C905-A940-44A0-B9A7-78DA4F62DF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079629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уллиты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буллиты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4" name="Рисунок 173">
            <a:extLst>
              <a:ext uri="{FF2B5EF4-FFF2-40B4-BE49-F238E27FC236}">
                <a16:creationId xmlns:a16="http://schemas.microsoft.com/office/drawing/2014/main" id="{B006C905-A940-44A0-B9A7-78DA4F62DF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E37772B0-CB9E-497D-AFF0-3DEE16D0138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320767" y="1584325"/>
            <a:ext cx="922023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73ED74C-5170-49D2-8C4A-37748C9F7AE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0667" y="1584325"/>
            <a:ext cx="800100" cy="76517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kern="200" spc="-200" baseline="0">
                <a:solidFill>
                  <a:schemeClr val="accent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76" name="Текст 2">
            <a:extLst>
              <a:ext uri="{FF2B5EF4-FFF2-40B4-BE49-F238E27FC236}">
                <a16:creationId xmlns:a16="http://schemas.microsoft.com/office/drawing/2014/main" id="{761ACA31-4C74-48A5-92D9-AAA100218A7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320767" y="2830085"/>
            <a:ext cx="922023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77" name="Текст 5">
            <a:extLst>
              <a:ext uri="{FF2B5EF4-FFF2-40B4-BE49-F238E27FC236}">
                <a16:creationId xmlns:a16="http://schemas.microsoft.com/office/drawing/2014/main" id="{F3FDE278-6D2D-41D7-8953-68AF70AA58A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0667" y="2830085"/>
            <a:ext cx="800100" cy="76517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kern="200" spc="-200" baseline="0">
                <a:solidFill>
                  <a:schemeClr val="accent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78" name="Текст 2">
            <a:extLst>
              <a:ext uri="{FF2B5EF4-FFF2-40B4-BE49-F238E27FC236}">
                <a16:creationId xmlns:a16="http://schemas.microsoft.com/office/drawing/2014/main" id="{552DD092-6782-4BDF-8F89-D748FE53F22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320767" y="4087385"/>
            <a:ext cx="922023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79" name="Текст 5">
            <a:extLst>
              <a:ext uri="{FF2B5EF4-FFF2-40B4-BE49-F238E27FC236}">
                <a16:creationId xmlns:a16="http://schemas.microsoft.com/office/drawing/2014/main" id="{216DB16B-9693-4283-A2B2-4EDC02F2AC3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0667" y="4087385"/>
            <a:ext cx="800100" cy="76517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kern="200" spc="-200" baseline="0">
                <a:solidFill>
                  <a:schemeClr val="accent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82" name="Текст 2">
            <a:extLst>
              <a:ext uri="{FF2B5EF4-FFF2-40B4-BE49-F238E27FC236}">
                <a16:creationId xmlns:a16="http://schemas.microsoft.com/office/drawing/2014/main" id="{AF352D55-F57E-4F38-AF4B-A4D559FD56A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320767" y="5382785"/>
            <a:ext cx="922023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83" name="Текст 5">
            <a:extLst>
              <a:ext uri="{FF2B5EF4-FFF2-40B4-BE49-F238E27FC236}">
                <a16:creationId xmlns:a16="http://schemas.microsoft.com/office/drawing/2014/main" id="{F2C85A90-B8A1-4749-BAE5-2205C6E0E07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0667" y="5382785"/>
            <a:ext cx="800100" cy="76517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kern="200" spc="-200" baseline="0">
                <a:solidFill>
                  <a:schemeClr val="accent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75337988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уллиты с ико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Буллиты с иконками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4" name="Рисунок 173">
            <a:extLst>
              <a:ext uri="{FF2B5EF4-FFF2-40B4-BE49-F238E27FC236}">
                <a16:creationId xmlns:a16="http://schemas.microsoft.com/office/drawing/2014/main" id="{B006C905-A940-44A0-B9A7-78DA4F62DF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E37772B0-CB9E-497D-AFF0-3DEE16D0138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517807" y="1584325"/>
            <a:ext cx="902319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76" name="Текст 2">
            <a:extLst>
              <a:ext uri="{FF2B5EF4-FFF2-40B4-BE49-F238E27FC236}">
                <a16:creationId xmlns:a16="http://schemas.microsoft.com/office/drawing/2014/main" id="{761ACA31-4C74-48A5-92D9-AAA100218A7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517807" y="2830085"/>
            <a:ext cx="902319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78" name="Текст 2">
            <a:extLst>
              <a:ext uri="{FF2B5EF4-FFF2-40B4-BE49-F238E27FC236}">
                <a16:creationId xmlns:a16="http://schemas.microsoft.com/office/drawing/2014/main" id="{552DD092-6782-4BDF-8F89-D748FE53F22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7807" y="4087385"/>
            <a:ext cx="902319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82" name="Текст 2">
            <a:extLst>
              <a:ext uri="{FF2B5EF4-FFF2-40B4-BE49-F238E27FC236}">
                <a16:creationId xmlns:a16="http://schemas.microsoft.com/office/drawing/2014/main" id="{AF352D55-F57E-4F38-AF4B-A4D559FD56A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517807" y="5382785"/>
            <a:ext cx="902319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87827444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уллиты с вывод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Буллиты с выводом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4" name="Рисунок 173">
            <a:extLst>
              <a:ext uri="{FF2B5EF4-FFF2-40B4-BE49-F238E27FC236}">
                <a16:creationId xmlns:a16="http://schemas.microsoft.com/office/drawing/2014/main" id="{B006C905-A940-44A0-B9A7-78DA4F62DF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E37772B0-CB9E-497D-AFF0-3DEE16D0138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517807" y="1584325"/>
            <a:ext cx="902319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76" name="Текст 2">
            <a:extLst>
              <a:ext uri="{FF2B5EF4-FFF2-40B4-BE49-F238E27FC236}">
                <a16:creationId xmlns:a16="http://schemas.microsoft.com/office/drawing/2014/main" id="{761ACA31-4C74-48A5-92D9-AAA100218A7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517807" y="2830085"/>
            <a:ext cx="902319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78" name="Текст 2">
            <a:extLst>
              <a:ext uri="{FF2B5EF4-FFF2-40B4-BE49-F238E27FC236}">
                <a16:creationId xmlns:a16="http://schemas.microsoft.com/office/drawing/2014/main" id="{552DD092-6782-4BDF-8F89-D748FE53F22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7807" y="4087385"/>
            <a:ext cx="902319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82" name="Текст 2">
            <a:extLst>
              <a:ext uri="{FF2B5EF4-FFF2-40B4-BE49-F238E27FC236}">
                <a16:creationId xmlns:a16="http://schemas.microsoft.com/office/drawing/2014/main" id="{AF352D55-F57E-4F38-AF4B-A4D559FD56A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47701" y="5382785"/>
            <a:ext cx="9893300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7517386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ертикальные карточ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kern="200" cap="all" spc="-100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Вертикальные карточки</a:t>
            </a:r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26"/>
          </p:nvPr>
        </p:nvSpPr>
        <p:spPr>
          <a:xfrm>
            <a:off x="587375" y="2365946"/>
            <a:ext cx="5168771" cy="293613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lang="ru-RU" sz="1400" kern="0" spc="-10" dirty="0">
                <a:solidFill>
                  <a:srgbClr val="6B7683"/>
                </a:solidFill>
                <a:latin typeface="VTB Group Light" pitchFamily="34" charset="0"/>
                <a:ea typeface="VTB Group Light" pitchFamily="34" charset="-122"/>
                <a:cs typeface="VTB Group Light" pitchFamily="34" charset="-120"/>
              </a:rPr>
              <a:t>Образец текста</a:t>
            </a:r>
            <a:endParaRPr lang="en-US" sz="1400" dirty="0"/>
          </a:p>
        </p:txBody>
      </p:sp>
      <p:sp>
        <p:nvSpPr>
          <p:cNvPr id="28" name="Номер слайда 61">
            <a:extLst>
              <a:ext uri="{FF2B5EF4-FFF2-40B4-BE49-F238E27FC236}">
                <a16:creationId xmlns:a16="http://schemas.microsoft.com/office/drawing/2014/main" id="{4B3CCE28-E7E0-403A-B034-114643900A0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F891E-63B0-45CA-9A92-96A490F157E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E25524F-03A3-4C05-8759-4E2C8A2DD4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07D207F9-024E-43D3-88C4-A978615F851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913296" y="1535874"/>
            <a:ext cx="4707003" cy="50985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раздела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5B28C48-F733-4EE0-9BF2-6F141D80FFB1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407149" y="2365375"/>
            <a:ext cx="5213150" cy="2936703"/>
          </a:xfrm>
          <a:prstGeom prst="rect">
            <a:avLst/>
          </a:prstGeom>
        </p:spPr>
        <p:txBody>
          <a:bodyPr lIns="0" tIns="0" rIns="0" bIns="0"/>
          <a:lstStyle>
            <a:lvl1pPr marL="180975" indent="-180975">
              <a:buClr>
                <a:schemeClr val="accent1"/>
              </a:buClr>
              <a:buSzPct val="120000"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marL="180975" marR="0" lvl="0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Образец текста</a:t>
            </a:r>
          </a:p>
          <a:p>
            <a:pPr lvl="0"/>
            <a:endParaRPr lang="ru-RU" dirty="0"/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A88CC75A-F951-488C-B4F5-D3561E0A340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131749" y="1514601"/>
            <a:ext cx="4624397" cy="50985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раздела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40893888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ертикальные карточки с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kern="200" cap="all" spc="-100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Вертикальные карточки с фото</a:t>
            </a:r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26"/>
          </p:nvPr>
        </p:nvSpPr>
        <p:spPr>
          <a:xfrm>
            <a:off x="587375" y="2365946"/>
            <a:ext cx="5168771" cy="17361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lang="ru-RU" sz="1400" kern="0" spc="-10" dirty="0">
                <a:solidFill>
                  <a:srgbClr val="6B7683"/>
                </a:solidFill>
                <a:latin typeface="VTB Group Light" pitchFamily="34" charset="0"/>
                <a:ea typeface="VTB Group Light" pitchFamily="34" charset="-122"/>
                <a:cs typeface="VTB Group Light" pitchFamily="34" charset="-120"/>
              </a:rPr>
              <a:t>Образец текста</a:t>
            </a:r>
            <a:endParaRPr lang="en-US" sz="1400" dirty="0"/>
          </a:p>
        </p:txBody>
      </p:sp>
      <p:sp>
        <p:nvSpPr>
          <p:cNvPr id="28" name="Номер слайда 61">
            <a:extLst>
              <a:ext uri="{FF2B5EF4-FFF2-40B4-BE49-F238E27FC236}">
                <a16:creationId xmlns:a16="http://schemas.microsoft.com/office/drawing/2014/main" id="{4B3CCE28-E7E0-403A-B034-114643900A0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F891E-63B0-45CA-9A92-96A490F157E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E25524F-03A3-4C05-8759-4E2C8A2DD4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07D207F9-024E-43D3-88C4-A978615F851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913296" y="1535874"/>
            <a:ext cx="4707003" cy="50985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раздела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CFD4DAE-EC25-475D-978A-9222B19796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350000" y="2365375"/>
            <a:ext cx="5254625" cy="1736725"/>
          </a:xfrm>
          <a:prstGeom prst="rect">
            <a:avLst/>
          </a:prstGeom>
        </p:spPr>
        <p:txBody>
          <a:bodyPr lIns="0" tIns="0" rIns="0" bIns="0"/>
          <a:lstStyle>
            <a:lvl1pPr marL="177800" indent="-177800">
              <a:buClr>
                <a:schemeClr val="accent1"/>
              </a:buClr>
              <a:buSzPct val="120000"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4C99A5C8-4F60-4412-AA31-B9831CCADDD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130227" y="1514601"/>
            <a:ext cx="4625919" cy="50985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раздела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2631806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Вертикальные карточ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kern="200" cap="all" spc="-100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3 Вертикальные карточки</a:t>
            </a:r>
          </a:p>
        </p:txBody>
      </p:sp>
      <p:sp>
        <p:nvSpPr>
          <p:cNvPr id="28" name="Номер слайда 61">
            <a:extLst>
              <a:ext uri="{FF2B5EF4-FFF2-40B4-BE49-F238E27FC236}">
                <a16:creationId xmlns:a16="http://schemas.microsoft.com/office/drawing/2014/main" id="{4B3CCE28-E7E0-403A-B034-114643900A0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F891E-63B0-45CA-9A92-96A490F157E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E25524F-03A3-4C05-8759-4E2C8A2DD4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38" name="Текст 7">
            <a:extLst>
              <a:ext uri="{FF2B5EF4-FFF2-40B4-BE49-F238E27FC236}">
                <a16:creationId xmlns:a16="http://schemas.microsoft.com/office/drawing/2014/main" id="{F40AA270-8957-4F14-8503-2A0D8057F2E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87376" y="2365945"/>
            <a:ext cx="3274620" cy="360896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lang="ru-RU" sz="1400" kern="0" spc="-10" dirty="0">
                <a:solidFill>
                  <a:srgbClr val="6B7683"/>
                </a:solidFill>
                <a:latin typeface="VTB Group Light" pitchFamily="34" charset="0"/>
                <a:ea typeface="VTB Group Light" pitchFamily="34" charset="-122"/>
                <a:cs typeface="VTB Group Light" pitchFamily="34" charset="-120"/>
              </a:rPr>
              <a:t>Образец текста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1400" kern="0" spc="-10" dirty="0">
                <a:solidFill>
                  <a:srgbClr val="6B7683"/>
                </a:solidFill>
                <a:latin typeface="VTB Group Light" pitchFamily="34" charset="0"/>
              </a:rPr>
              <a:t>Образец текста</a:t>
            </a:r>
            <a:endParaRPr lang="en-US" sz="14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C6EF8C7-3D96-4813-A2DC-D70244D4252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902559" y="1524185"/>
            <a:ext cx="2721684" cy="48755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раздела</a:t>
            </a:r>
            <a:endParaRPr lang="ru-RU" dirty="0"/>
          </a:p>
        </p:txBody>
      </p:sp>
      <p:sp>
        <p:nvSpPr>
          <p:cNvPr id="54" name="Текст 3">
            <a:extLst>
              <a:ext uri="{FF2B5EF4-FFF2-40B4-BE49-F238E27FC236}">
                <a16:creationId xmlns:a16="http://schemas.microsoft.com/office/drawing/2014/main" id="{CF08A062-F4E6-4849-95CC-ED36DE3BAD2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180191" y="1524185"/>
            <a:ext cx="2721684" cy="48755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раздела</a:t>
            </a:r>
            <a:endParaRPr lang="ru-RU" dirty="0"/>
          </a:p>
        </p:txBody>
      </p:sp>
      <p:sp>
        <p:nvSpPr>
          <p:cNvPr id="74" name="Текст 3">
            <a:extLst>
              <a:ext uri="{FF2B5EF4-FFF2-40B4-BE49-F238E27FC236}">
                <a16:creationId xmlns:a16="http://schemas.microsoft.com/office/drawing/2014/main" id="{B3D4F3EF-1458-437C-BE5F-A141CBE5FDB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051472" y="1525753"/>
            <a:ext cx="2721684" cy="48755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раздела</a:t>
            </a:r>
            <a:endParaRPr lang="ru-RU" dirty="0"/>
          </a:p>
        </p:txBody>
      </p:sp>
      <p:sp>
        <p:nvSpPr>
          <p:cNvPr id="26" name="Текст 4">
            <a:extLst>
              <a:ext uri="{FF2B5EF4-FFF2-40B4-BE49-F238E27FC236}">
                <a16:creationId xmlns:a16="http://schemas.microsoft.com/office/drawing/2014/main" id="{AF0923DF-DC38-4E85-A2A6-EA18DF245BF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293100" y="2365375"/>
            <a:ext cx="3311525" cy="3599880"/>
          </a:xfrm>
          <a:prstGeom prst="rect">
            <a:avLst/>
          </a:prstGeom>
        </p:spPr>
        <p:txBody>
          <a:bodyPr lIns="0" tIns="0" rIns="0" bIns="0"/>
          <a:lstStyle>
            <a:lvl1pPr marL="177800" indent="-177800">
              <a:buClr>
                <a:schemeClr val="accent1"/>
              </a:buClr>
              <a:buSzPct val="120000"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7" name="Текст 4">
            <a:extLst>
              <a:ext uri="{FF2B5EF4-FFF2-40B4-BE49-F238E27FC236}">
                <a16:creationId xmlns:a16="http://schemas.microsoft.com/office/drawing/2014/main" id="{222EDED0-AAF1-43EC-AA3D-AAFF6016A9B9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4445321" y="2375470"/>
            <a:ext cx="3311525" cy="3599880"/>
          </a:xfrm>
          <a:prstGeom prst="rect">
            <a:avLst/>
          </a:prstGeom>
        </p:spPr>
        <p:txBody>
          <a:bodyPr lIns="0" tIns="0" rIns="0" bIns="0"/>
          <a:lstStyle>
            <a:lvl1pPr marL="177800" indent="-177800">
              <a:buClr>
                <a:schemeClr val="accent2"/>
              </a:buClr>
              <a:buSzPct val="120000"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847560387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Вертикальные карточки с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8300"/>
            <a:ext cx="9155664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kern="200" cap="all" spc="-100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3 вертикальные карточки с фото</a:t>
            </a:r>
          </a:p>
        </p:txBody>
      </p:sp>
      <p:sp>
        <p:nvSpPr>
          <p:cNvPr id="28" name="Номер слайда 61">
            <a:extLst>
              <a:ext uri="{FF2B5EF4-FFF2-40B4-BE49-F238E27FC236}">
                <a16:creationId xmlns:a16="http://schemas.microsoft.com/office/drawing/2014/main" id="{4B3CCE28-E7E0-403A-B034-114643900A0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F891E-63B0-45CA-9A92-96A490F157E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E25524F-03A3-4C05-8759-4E2C8A2DD4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38" name="Текст 7">
            <a:extLst>
              <a:ext uri="{FF2B5EF4-FFF2-40B4-BE49-F238E27FC236}">
                <a16:creationId xmlns:a16="http://schemas.microsoft.com/office/drawing/2014/main" id="{F40AA270-8957-4F14-8503-2A0D8057F2E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87376" y="2365945"/>
            <a:ext cx="3274620" cy="182505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>
                <a:effectLst/>
              </a:rPr>
              <a:t>Образец текста</a:t>
            </a:r>
          </a:p>
          <a:p>
            <a:pPr marL="0" marR="0" lvl="0" indent="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>
                <a:effectLst/>
              </a:rPr>
              <a:t>Образец текста</a:t>
            </a:r>
          </a:p>
          <a:p>
            <a:pPr marL="0" marR="0" lvl="0" indent="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ru-RU" dirty="0">
              <a:effectLst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C6EF8C7-3D96-4813-A2DC-D70244D4252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902559" y="1524185"/>
            <a:ext cx="2721684" cy="48755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54" name="Текст 3">
            <a:extLst>
              <a:ext uri="{FF2B5EF4-FFF2-40B4-BE49-F238E27FC236}">
                <a16:creationId xmlns:a16="http://schemas.microsoft.com/office/drawing/2014/main" id="{CF08A062-F4E6-4849-95CC-ED36DE3BAD2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180191" y="1524185"/>
            <a:ext cx="2721684" cy="48755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74" name="Текст 3">
            <a:extLst>
              <a:ext uri="{FF2B5EF4-FFF2-40B4-BE49-F238E27FC236}">
                <a16:creationId xmlns:a16="http://schemas.microsoft.com/office/drawing/2014/main" id="{B3D4F3EF-1458-437C-BE5F-A141CBE5FDB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051472" y="1525753"/>
            <a:ext cx="2721684" cy="48755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30" name="Текст 4">
            <a:extLst>
              <a:ext uri="{FF2B5EF4-FFF2-40B4-BE49-F238E27FC236}">
                <a16:creationId xmlns:a16="http://schemas.microsoft.com/office/drawing/2014/main" id="{BC770120-677C-4DE8-B92C-D9781776F8D9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293100" y="2365375"/>
            <a:ext cx="3311525" cy="1815530"/>
          </a:xfrm>
          <a:prstGeom prst="rect">
            <a:avLst/>
          </a:prstGeom>
        </p:spPr>
        <p:txBody>
          <a:bodyPr lIns="0" tIns="0" rIns="0" bIns="0"/>
          <a:lstStyle>
            <a:lvl1pPr marL="177800" indent="-177800">
              <a:buClr>
                <a:schemeClr val="accent1"/>
              </a:buClr>
              <a:buSzPct val="120000"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2" name="Текст 4">
            <a:extLst>
              <a:ext uri="{FF2B5EF4-FFF2-40B4-BE49-F238E27FC236}">
                <a16:creationId xmlns:a16="http://schemas.microsoft.com/office/drawing/2014/main" id="{F7C8BF14-11C2-48D9-96D2-BDE05A40C967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4445321" y="2375470"/>
            <a:ext cx="3311525" cy="1815530"/>
          </a:xfrm>
          <a:prstGeom prst="rect">
            <a:avLst/>
          </a:prstGeom>
        </p:spPr>
        <p:txBody>
          <a:bodyPr lIns="0" tIns="0" rIns="0" bIns="0"/>
          <a:lstStyle>
            <a:lvl1pPr marL="177800" indent="-177800">
              <a:buClr>
                <a:schemeClr val="accent2"/>
              </a:buClr>
              <a:buSzPct val="120000"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500982312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Вертикальные карточ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sult Title [Figma 9043:6384]">
            <a:extLst>
              <a:ext uri="{FF2B5EF4-FFF2-40B4-BE49-F238E27FC236}">
                <a16:creationId xmlns:a16="http://schemas.microsoft.com/office/drawing/2014/main" id="{40C96AB4-6FCA-4126-A57C-E8E73E021FF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239250" y="1485900"/>
            <a:ext cx="1060450" cy="327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VTB Group"/>
              </a:defRPr>
            </a:lvl1pPr>
            <a:lvl2pPr marL="742950" indent="-285750">
              <a:defRPr>
                <a:solidFill>
                  <a:schemeClr val="tx1"/>
                </a:solidFill>
                <a:latin typeface="VTB Group"/>
              </a:defRPr>
            </a:lvl2pPr>
            <a:lvl3pPr marL="1143000" indent="-228600">
              <a:defRPr>
                <a:solidFill>
                  <a:schemeClr val="tx1"/>
                </a:solidFill>
                <a:latin typeface="VTB Group"/>
              </a:defRPr>
            </a:lvl3pPr>
            <a:lvl4pPr marL="1600200" indent="-228600">
              <a:defRPr>
                <a:solidFill>
                  <a:schemeClr val="tx1"/>
                </a:solidFill>
                <a:latin typeface="VTB Group"/>
              </a:defRPr>
            </a:lvl4pPr>
            <a:lvl5pPr marL="2057400" indent="-228600">
              <a:defRPr>
                <a:solidFill>
                  <a:schemeClr val="tx1"/>
                </a:solidFill>
                <a:latin typeface="VTB Group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9pPr>
          </a:lstStyle>
          <a:p>
            <a:pPr eaLnBrk="1" hangingPunct="1">
              <a:defRPr/>
            </a:pPr>
            <a:endParaRPr lang="en-US" altLang="ru-RU" sz="2000" dirty="0">
              <a:latin typeface="VTB Group Book" panose="020B0503040504020204" pitchFamily="34" charset="-52"/>
            </a:endParaRPr>
          </a:p>
        </p:txBody>
      </p:sp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4 вертикальные карточки</a:t>
            </a:r>
          </a:p>
        </p:txBody>
      </p:sp>
      <p:sp>
        <p:nvSpPr>
          <p:cNvPr id="39" name="Текст 2"/>
          <p:cNvSpPr>
            <a:spLocks noGrp="1"/>
          </p:cNvSpPr>
          <p:nvPr>
            <p:ph type="body" sz="quarter" idx="27"/>
          </p:nvPr>
        </p:nvSpPr>
        <p:spPr>
          <a:xfrm>
            <a:off x="571486" y="2322768"/>
            <a:ext cx="2368204" cy="38684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40"/>
              </a:lnSpc>
              <a:buNone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</a:p>
          <a:p>
            <a:pPr marL="0" marR="0" lvl="0" indent="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>
                <a:effectLst/>
              </a:rPr>
              <a:t>Образец текста</a:t>
            </a:r>
          </a:p>
          <a:p>
            <a:pPr lvl="0"/>
            <a:endParaRPr lang="ru-RU" dirty="0">
              <a:effectLst/>
            </a:endParaRPr>
          </a:p>
        </p:txBody>
      </p:sp>
      <p:sp>
        <p:nvSpPr>
          <p:cNvPr id="28" name="Номер слайда 61">
            <a:extLst>
              <a:ext uri="{FF2B5EF4-FFF2-40B4-BE49-F238E27FC236}">
                <a16:creationId xmlns:a16="http://schemas.microsoft.com/office/drawing/2014/main" id="{4B3CCE28-E7E0-403A-B034-114643900A0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F891E-63B0-45CA-9A92-96A490F157E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E25524F-03A3-4C05-8759-4E2C8A2DD4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4F340843-AA78-474D-8F7E-EE14AADD7A6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30273" y="1517115"/>
            <a:ext cx="1822494" cy="504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78" name="Текст 3">
            <a:extLst>
              <a:ext uri="{FF2B5EF4-FFF2-40B4-BE49-F238E27FC236}">
                <a16:creationId xmlns:a16="http://schemas.microsoft.com/office/drawing/2014/main" id="{14B370E1-7C12-492A-BD26-28FAB4C6D12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038217" y="1517116"/>
            <a:ext cx="1822494" cy="504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85" name="Текст 3">
            <a:extLst>
              <a:ext uri="{FF2B5EF4-FFF2-40B4-BE49-F238E27FC236}">
                <a16:creationId xmlns:a16="http://schemas.microsoft.com/office/drawing/2014/main" id="{29F2796F-7C20-46E7-893B-1A52B259BCB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07905" y="1526161"/>
            <a:ext cx="1822494" cy="504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92" name="Текст 3">
            <a:extLst>
              <a:ext uri="{FF2B5EF4-FFF2-40B4-BE49-F238E27FC236}">
                <a16:creationId xmlns:a16="http://schemas.microsoft.com/office/drawing/2014/main" id="{98BAC7AF-B6B5-4C80-9A10-C4C45F5075B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816893" y="1517117"/>
            <a:ext cx="1822494" cy="504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97" name="Текст 2">
            <a:extLst>
              <a:ext uri="{FF2B5EF4-FFF2-40B4-BE49-F238E27FC236}">
                <a16:creationId xmlns:a16="http://schemas.microsoft.com/office/drawing/2014/main" id="{D63239EA-5842-4CE2-A36B-F34246318033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3467415" y="2316467"/>
            <a:ext cx="2368204" cy="3874783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440"/>
              </a:lnSpc>
              <a:buClr>
                <a:schemeClr val="accent2"/>
              </a:buClr>
              <a:buSzPct val="120000"/>
              <a:buFont typeface="VTB Group Light" panose="020B0403040504020204" pitchFamily="34" charset="-52"/>
              <a:buChar char="•"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</a:p>
          <a:p>
            <a:pPr marL="171450" marR="0" lvl="0" indent="-17145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20000"/>
              <a:buFont typeface="VTB Group Light" panose="020B0403040504020204" pitchFamily="34" charset="-52"/>
              <a:buChar char="•"/>
              <a:tabLst/>
              <a:defRPr/>
            </a:pPr>
            <a:r>
              <a:rPr lang="ru-RU" dirty="0">
                <a:effectLst/>
              </a:rPr>
              <a:t>Образец текста</a:t>
            </a:r>
          </a:p>
          <a:p>
            <a:pPr marL="171450" marR="0" lvl="0" indent="-17145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20000"/>
              <a:buFont typeface="VTB Group Light" panose="020B0403040504020204" pitchFamily="34" charset="-52"/>
              <a:buChar char="•"/>
              <a:tabLst/>
              <a:defRPr/>
            </a:pPr>
            <a:endParaRPr lang="ru-RU" dirty="0">
              <a:effectLst/>
            </a:endParaRPr>
          </a:p>
          <a:p>
            <a:pPr lvl="0"/>
            <a:endParaRPr lang="ru-RU" dirty="0">
              <a:effectLst/>
            </a:endParaRPr>
          </a:p>
        </p:txBody>
      </p:sp>
      <p:sp>
        <p:nvSpPr>
          <p:cNvPr id="99" name="Текст 2">
            <a:extLst>
              <a:ext uri="{FF2B5EF4-FFF2-40B4-BE49-F238E27FC236}">
                <a16:creationId xmlns:a16="http://schemas.microsoft.com/office/drawing/2014/main" id="{69C42475-5A44-4C6D-A727-1ECA57C33406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346220" y="2314561"/>
            <a:ext cx="2368204" cy="3874783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440"/>
              </a:lnSpc>
              <a:buClr>
                <a:schemeClr val="accent1"/>
              </a:buClr>
              <a:buSzPct val="120000"/>
              <a:buFont typeface="VTB Group Light" panose="020B0403040504020204" pitchFamily="34" charset="-52"/>
              <a:buChar char="•"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</a:p>
          <a:p>
            <a:pPr marL="171450" marR="0" lvl="0" indent="-17145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20000"/>
              <a:buFont typeface="VTB Group Light" panose="020B0403040504020204" pitchFamily="34" charset="-52"/>
              <a:buChar char="•"/>
              <a:tabLst/>
              <a:defRPr/>
            </a:pPr>
            <a:r>
              <a:rPr lang="ru-RU" dirty="0">
                <a:effectLst/>
              </a:rPr>
              <a:t>Образец текста</a:t>
            </a:r>
          </a:p>
          <a:p>
            <a:pPr marL="171450" marR="0" lvl="0" indent="-17145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20000"/>
              <a:buFont typeface="VTB Group Light" panose="020B0403040504020204" pitchFamily="34" charset="-52"/>
              <a:buChar char="•"/>
              <a:tabLst/>
              <a:defRPr/>
            </a:pPr>
            <a:endParaRPr lang="ru-RU" dirty="0">
              <a:effectLst/>
            </a:endParaRPr>
          </a:p>
          <a:p>
            <a:pPr lvl="0"/>
            <a:endParaRPr lang="ru-RU" dirty="0">
              <a:effectLst/>
            </a:endParaRPr>
          </a:p>
        </p:txBody>
      </p:sp>
      <p:sp>
        <p:nvSpPr>
          <p:cNvPr id="100" name="Текст 2">
            <a:extLst>
              <a:ext uri="{FF2B5EF4-FFF2-40B4-BE49-F238E27FC236}">
                <a16:creationId xmlns:a16="http://schemas.microsoft.com/office/drawing/2014/main" id="{3DF87732-73DF-4509-A166-5CF822C5F476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9236857" y="2332373"/>
            <a:ext cx="2368204" cy="3856971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1440"/>
              </a:lnSpc>
              <a:buClr>
                <a:schemeClr val="accent1"/>
              </a:buClr>
              <a:buFont typeface="+mj-lt"/>
              <a:buAutoNum type="arabicPeriod"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</a:p>
          <a:p>
            <a:pPr lvl="0"/>
            <a:r>
              <a:rPr lang="ru-RU" dirty="0">
                <a:effectLst/>
              </a:rPr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259844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Вертикальные карточки с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sult Title [Figma 9043:6384]">
            <a:extLst>
              <a:ext uri="{FF2B5EF4-FFF2-40B4-BE49-F238E27FC236}">
                <a16:creationId xmlns:a16="http://schemas.microsoft.com/office/drawing/2014/main" id="{40C96AB4-6FCA-4126-A57C-E8E73E021FF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239250" y="1485900"/>
            <a:ext cx="1060450" cy="327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VTB Group"/>
              </a:defRPr>
            </a:lvl1pPr>
            <a:lvl2pPr marL="742950" indent="-285750">
              <a:defRPr>
                <a:solidFill>
                  <a:schemeClr val="tx1"/>
                </a:solidFill>
                <a:latin typeface="VTB Group"/>
              </a:defRPr>
            </a:lvl2pPr>
            <a:lvl3pPr marL="1143000" indent="-228600">
              <a:defRPr>
                <a:solidFill>
                  <a:schemeClr val="tx1"/>
                </a:solidFill>
                <a:latin typeface="VTB Group"/>
              </a:defRPr>
            </a:lvl3pPr>
            <a:lvl4pPr marL="1600200" indent="-228600">
              <a:defRPr>
                <a:solidFill>
                  <a:schemeClr val="tx1"/>
                </a:solidFill>
                <a:latin typeface="VTB Group"/>
              </a:defRPr>
            </a:lvl4pPr>
            <a:lvl5pPr marL="2057400" indent="-228600">
              <a:defRPr>
                <a:solidFill>
                  <a:schemeClr val="tx1"/>
                </a:solidFill>
                <a:latin typeface="VTB Group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9pPr>
          </a:lstStyle>
          <a:p>
            <a:pPr eaLnBrk="1" hangingPunct="1">
              <a:defRPr/>
            </a:pPr>
            <a:endParaRPr lang="en-US" altLang="ru-RU" sz="2000" dirty="0">
              <a:latin typeface="VTB Group Book" panose="020B0503040504020204" pitchFamily="34" charset="-52"/>
            </a:endParaRPr>
          </a:p>
        </p:txBody>
      </p:sp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4 вертикальные карточки с фото</a:t>
            </a:r>
          </a:p>
        </p:txBody>
      </p:sp>
      <p:sp>
        <p:nvSpPr>
          <p:cNvPr id="39" name="Текст 2"/>
          <p:cNvSpPr>
            <a:spLocks noGrp="1"/>
          </p:cNvSpPr>
          <p:nvPr>
            <p:ph type="body" sz="quarter" idx="27"/>
          </p:nvPr>
        </p:nvSpPr>
        <p:spPr>
          <a:xfrm>
            <a:off x="571486" y="2322768"/>
            <a:ext cx="2368204" cy="19349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40"/>
              </a:lnSpc>
              <a:buNone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</a:p>
          <a:p>
            <a:pPr marL="0" marR="0" lvl="0" indent="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>
                <a:effectLst/>
              </a:rPr>
              <a:t>Образец текста</a:t>
            </a:r>
          </a:p>
          <a:p>
            <a:pPr lvl="0"/>
            <a:endParaRPr lang="ru-RU" dirty="0">
              <a:effectLst/>
            </a:endParaRPr>
          </a:p>
        </p:txBody>
      </p:sp>
      <p:sp>
        <p:nvSpPr>
          <p:cNvPr id="28" name="Номер слайда 61">
            <a:extLst>
              <a:ext uri="{FF2B5EF4-FFF2-40B4-BE49-F238E27FC236}">
                <a16:creationId xmlns:a16="http://schemas.microsoft.com/office/drawing/2014/main" id="{4B3CCE28-E7E0-403A-B034-114643900A0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F891E-63B0-45CA-9A92-96A490F157E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E25524F-03A3-4C05-8759-4E2C8A2DD4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4F340843-AA78-474D-8F7E-EE14AADD7A6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30273" y="1517115"/>
            <a:ext cx="1822494" cy="504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78" name="Текст 3">
            <a:extLst>
              <a:ext uri="{FF2B5EF4-FFF2-40B4-BE49-F238E27FC236}">
                <a16:creationId xmlns:a16="http://schemas.microsoft.com/office/drawing/2014/main" id="{14B370E1-7C12-492A-BD26-28FAB4C6D12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038217" y="1517116"/>
            <a:ext cx="1822494" cy="504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85" name="Текст 3">
            <a:extLst>
              <a:ext uri="{FF2B5EF4-FFF2-40B4-BE49-F238E27FC236}">
                <a16:creationId xmlns:a16="http://schemas.microsoft.com/office/drawing/2014/main" id="{29F2796F-7C20-46E7-893B-1A52B259BCB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07905" y="1526161"/>
            <a:ext cx="1822494" cy="504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92" name="Текст 3">
            <a:extLst>
              <a:ext uri="{FF2B5EF4-FFF2-40B4-BE49-F238E27FC236}">
                <a16:creationId xmlns:a16="http://schemas.microsoft.com/office/drawing/2014/main" id="{98BAC7AF-B6B5-4C80-9A10-C4C45F5075B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816893" y="1517117"/>
            <a:ext cx="1822494" cy="504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97" name="Текст 2">
            <a:extLst>
              <a:ext uri="{FF2B5EF4-FFF2-40B4-BE49-F238E27FC236}">
                <a16:creationId xmlns:a16="http://schemas.microsoft.com/office/drawing/2014/main" id="{D63239EA-5842-4CE2-A36B-F34246318033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3467415" y="2316468"/>
            <a:ext cx="2368204" cy="19412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440"/>
              </a:lnSpc>
              <a:buClr>
                <a:schemeClr val="accent2"/>
              </a:buClr>
              <a:buSzPct val="120000"/>
              <a:buFont typeface="VTB Group Light" panose="020B0403040504020204" pitchFamily="34" charset="-52"/>
              <a:buChar char="•"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</a:p>
          <a:p>
            <a:pPr marL="171450" marR="0" lvl="0" indent="-17145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20000"/>
              <a:buFont typeface="VTB Group Light" panose="020B0403040504020204" pitchFamily="34" charset="-52"/>
              <a:buChar char="•"/>
              <a:tabLst/>
              <a:defRPr/>
            </a:pPr>
            <a:r>
              <a:rPr lang="ru-RU" dirty="0">
                <a:effectLst/>
              </a:rPr>
              <a:t>Образец текста</a:t>
            </a:r>
          </a:p>
          <a:p>
            <a:pPr marL="171450" marR="0" lvl="0" indent="-17145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20000"/>
              <a:buFont typeface="VTB Group Light" panose="020B0403040504020204" pitchFamily="34" charset="-52"/>
              <a:buChar char="•"/>
              <a:tabLst/>
              <a:defRPr/>
            </a:pPr>
            <a:endParaRPr lang="ru-RU" dirty="0">
              <a:effectLst/>
            </a:endParaRPr>
          </a:p>
          <a:p>
            <a:pPr lvl="0"/>
            <a:endParaRPr lang="ru-RU" dirty="0">
              <a:effectLst/>
            </a:endParaRPr>
          </a:p>
        </p:txBody>
      </p:sp>
      <p:sp>
        <p:nvSpPr>
          <p:cNvPr id="99" name="Текст 2">
            <a:extLst>
              <a:ext uri="{FF2B5EF4-FFF2-40B4-BE49-F238E27FC236}">
                <a16:creationId xmlns:a16="http://schemas.microsoft.com/office/drawing/2014/main" id="{69C42475-5A44-4C6D-A727-1ECA57C33406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346220" y="2314561"/>
            <a:ext cx="2368204" cy="194311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440"/>
              </a:lnSpc>
              <a:buClr>
                <a:schemeClr val="accent1"/>
              </a:buClr>
              <a:buSzPct val="120000"/>
              <a:buFont typeface="VTB Group Light" panose="020B0403040504020204" pitchFamily="34" charset="-52"/>
              <a:buChar char="•"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</a:p>
          <a:p>
            <a:pPr marL="171450" marR="0" lvl="0" indent="-17145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20000"/>
              <a:buFont typeface="VTB Group Light" panose="020B0403040504020204" pitchFamily="34" charset="-52"/>
              <a:buChar char="•"/>
              <a:tabLst/>
              <a:defRPr/>
            </a:pPr>
            <a:r>
              <a:rPr lang="ru-RU" dirty="0">
                <a:effectLst/>
              </a:rPr>
              <a:t>Образец текста</a:t>
            </a:r>
          </a:p>
          <a:p>
            <a:pPr marL="171450" marR="0" lvl="0" indent="-17145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20000"/>
              <a:buFont typeface="VTB Group Light" panose="020B0403040504020204" pitchFamily="34" charset="-52"/>
              <a:buChar char="•"/>
              <a:tabLst/>
              <a:defRPr/>
            </a:pPr>
            <a:endParaRPr lang="ru-RU" dirty="0">
              <a:effectLst/>
            </a:endParaRPr>
          </a:p>
          <a:p>
            <a:pPr lvl="0"/>
            <a:endParaRPr lang="ru-RU" dirty="0">
              <a:effectLst/>
            </a:endParaRPr>
          </a:p>
        </p:txBody>
      </p:sp>
      <p:sp>
        <p:nvSpPr>
          <p:cNvPr id="100" name="Текст 2">
            <a:extLst>
              <a:ext uri="{FF2B5EF4-FFF2-40B4-BE49-F238E27FC236}">
                <a16:creationId xmlns:a16="http://schemas.microsoft.com/office/drawing/2014/main" id="{3DF87732-73DF-4509-A166-5CF822C5F476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9236857" y="2332373"/>
            <a:ext cx="2368204" cy="1925303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1440"/>
              </a:lnSpc>
              <a:buClr>
                <a:schemeClr val="accent1"/>
              </a:buClr>
              <a:buFont typeface="+mj-lt"/>
              <a:buAutoNum type="arabicPeriod"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</a:p>
          <a:p>
            <a:pPr lvl="0"/>
            <a:r>
              <a:rPr lang="ru-RU" dirty="0">
                <a:effectLst/>
              </a:rPr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283958178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арточки с процес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sult Title [Figma 9043:6384]">
            <a:extLst>
              <a:ext uri="{FF2B5EF4-FFF2-40B4-BE49-F238E27FC236}">
                <a16:creationId xmlns:a16="http://schemas.microsoft.com/office/drawing/2014/main" id="{40C96AB4-6FCA-4126-A57C-E8E73E021FF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239250" y="1485900"/>
            <a:ext cx="1060450" cy="327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VTB Group"/>
              </a:defRPr>
            </a:lvl1pPr>
            <a:lvl2pPr marL="742950" indent="-285750">
              <a:defRPr>
                <a:solidFill>
                  <a:schemeClr val="tx1"/>
                </a:solidFill>
                <a:latin typeface="VTB Group"/>
              </a:defRPr>
            </a:lvl2pPr>
            <a:lvl3pPr marL="1143000" indent="-228600">
              <a:defRPr>
                <a:solidFill>
                  <a:schemeClr val="tx1"/>
                </a:solidFill>
                <a:latin typeface="VTB Group"/>
              </a:defRPr>
            </a:lvl3pPr>
            <a:lvl4pPr marL="1600200" indent="-228600">
              <a:defRPr>
                <a:solidFill>
                  <a:schemeClr val="tx1"/>
                </a:solidFill>
                <a:latin typeface="VTB Group"/>
              </a:defRPr>
            </a:lvl4pPr>
            <a:lvl5pPr marL="2057400" indent="-228600">
              <a:defRPr>
                <a:solidFill>
                  <a:schemeClr val="tx1"/>
                </a:solidFill>
                <a:latin typeface="VTB Group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9pPr>
          </a:lstStyle>
          <a:p>
            <a:pPr eaLnBrk="1" hangingPunct="1">
              <a:defRPr/>
            </a:pPr>
            <a:endParaRPr lang="en-US" altLang="ru-RU" sz="2000" dirty="0">
              <a:latin typeface="VTB Group Book" panose="020B0503040504020204" pitchFamily="34" charset="-52"/>
            </a:endParaRPr>
          </a:p>
        </p:txBody>
      </p:sp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Карточка с процессом</a:t>
            </a:r>
          </a:p>
        </p:txBody>
      </p:sp>
      <p:sp>
        <p:nvSpPr>
          <p:cNvPr id="34" name="Текст 3"/>
          <p:cNvSpPr>
            <a:spLocks noGrp="1"/>
          </p:cNvSpPr>
          <p:nvPr>
            <p:ph type="body" sz="quarter" idx="10" hasCustomPrompt="1"/>
          </p:nvPr>
        </p:nvSpPr>
        <p:spPr>
          <a:xfrm>
            <a:off x="586928" y="1485259"/>
            <a:ext cx="2368222" cy="2444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Шаг 1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25"/>
          </p:nvPr>
        </p:nvSpPr>
        <p:spPr>
          <a:xfrm>
            <a:off x="586928" y="2462557"/>
            <a:ext cx="2368204" cy="30552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40"/>
              </a:lnSpc>
              <a:buNone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26"/>
          </p:nvPr>
        </p:nvSpPr>
        <p:spPr>
          <a:xfrm>
            <a:off x="587375" y="2114173"/>
            <a:ext cx="2367775" cy="2428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200"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9" name="Текст 2"/>
          <p:cNvSpPr>
            <a:spLocks noGrp="1"/>
          </p:cNvSpPr>
          <p:nvPr>
            <p:ph type="body" sz="quarter" idx="27"/>
          </p:nvPr>
        </p:nvSpPr>
        <p:spPr>
          <a:xfrm>
            <a:off x="3466653" y="2461228"/>
            <a:ext cx="2368204" cy="30552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40"/>
              </a:lnSpc>
              <a:buNone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4" name="Текст 7"/>
          <p:cNvSpPr>
            <a:spLocks noGrp="1"/>
          </p:cNvSpPr>
          <p:nvPr>
            <p:ph type="body" sz="quarter" idx="28"/>
          </p:nvPr>
        </p:nvSpPr>
        <p:spPr>
          <a:xfrm>
            <a:off x="3467100" y="2112844"/>
            <a:ext cx="2367775" cy="2428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200"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3" name="Текст 2"/>
          <p:cNvSpPr>
            <a:spLocks noGrp="1"/>
          </p:cNvSpPr>
          <p:nvPr>
            <p:ph type="body" sz="quarter" idx="29"/>
          </p:nvPr>
        </p:nvSpPr>
        <p:spPr>
          <a:xfrm>
            <a:off x="6347966" y="2462557"/>
            <a:ext cx="2368204" cy="30552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40"/>
              </a:lnSpc>
              <a:buNone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5" name="Текст 7"/>
          <p:cNvSpPr>
            <a:spLocks noGrp="1"/>
          </p:cNvSpPr>
          <p:nvPr>
            <p:ph type="body" sz="quarter" idx="30"/>
          </p:nvPr>
        </p:nvSpPr>
        <p:spPr>
          <a:xfrm>
            <a:off x="6348413" y="2114173"/>
            <a:ext cx="2367775" cy="2428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200"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6" name="Текст 2"/>
          <p:cNvSpPr>
            <a:spLocks noGrp="1"/>
          </p:cNvSpPr>
          <p:nvPr>
            <p:ph type="body" sz="quarter" idx="31"/>
          </p:nvPr>
        </p:nvSpPr>
        <p:spPr>
          <a:xfrm>
            <a:off x="9227691" y="2465980"/>
            <a:ext cx="2368204" cy="30552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40"/>
              </a:lnSpc>
              <a:buNone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7" name="Текст 7"/>
          <p:cNvSpPr>
            <a:spLocks noGrp="1"/>
          </p:cNvSpPr>
          <p:nvPr>
            <p:ph type="body" sz="quarter" idx="32"/>
          </p:nvPr>
        </p:nvSpPr>
        <p:spPr>
          <a:xfrm>
            <a:off x="9228138" y="2117596"/>
            <a:ext cx="2367775" cy="2428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2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6" name="Текст 3"/>
          <p:cNvSpPr>
            <a:spLocks noGrp="1"/>
          </p:cNvSpPr>
          <p:nvPr>
            <p:ph type="body" sz="quarter" idx="33" hasCustomPrompt="1"/>
          </p:nvPr>
        </p:nvSpPr>
        <p:spPr>
          <a:xfrm>
            <a:off x="3467100" y="1485259"/>
            <a:ext cx="2368222" cy="2444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Шаг 2</a:t>
            </a:r>
          </a:p>
        </p:txBody>
      </p:sp>
      <p:sp>
        <p:nvSpPr>
          <p:cNvPr id="67" name="Текст 3"/>
          <p:cNvSpPr>
            <a:spLocks noGrp="1"/>
          </p:cNvSpPr>
          <p:nvPr>
            <p:ph type="body" sz="quarter" idx="34" hasCustomPrompt="1"/>
          </p:nvPr>
        </p:nvSpPr>
        <p:spPr>
          <a:xfrm>
            <a:off x="6356325" y="1485259"/>
            <a:ext cx="2368222" cy="2444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Шаг 3</a:t>
            </a:r>
          </a:p>
        </p:txBody>
      </p:sp>
      <p:sp>
        <p:nvSpPr>
          <p:cNvPr id="68" name="Текст 3"/>
          <p:cNvSpPr>
            <a:spLocks noGrp="1"/>
          </p:cNvSpPr>
          <p:nvPr>
            <p:ph type="body" sz="quarter" idx="35" hasCustomPrompt="1"/>
          </p:nvPr>
        </p:nvSpPr>
        <p:spPr>
          <a:xfrm>
            <a:off x="9239019" y="1485259"/>
            <a:ext cx="2368222" cy="2444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Шаг 4</a:t>
            </a:r>
          </a:p>
        </p:txBody>
      </p:sp>
      <p:sp>
        <p:nvSpPr>
          <p:cNvPr id="28" name="Номер слайда 61">
            <a:extLst>
              <a:ext uri="{FF2B5EF4-FFF2-40B4-BE49-F238E27FC236}">
                <a16:creationId xmlns:a16="http://schemas.microsoft.com/office/drawing/2014/main" id="{4B3CCE28-E7E0-403A-B034-114643900A0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F891E-63B0-45CA-9A92-96A490F157E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E25524F-03A3-4C05-8759-4E2C8A2DD4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331638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арточка + фото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54A704A-F1FF-4B1F-AFA1-DD244AA826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8" name="Номер слайда 61">
            <a:extLst>
              <a:ext uri="{FF2B5EF4-FFF2-40B4-BE49-F238E27FC236}">
                <a16:creationId xmlns:a16="http://schemas.microsoft.com/office/drawing/2014/main" id="{4B3CCE28-E7E0-403A-B034-114643900A0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F891E-63B0-45CA-9A92-96A490F157E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E25524F-03A3-4C05-8759-4E2C8A2DD4B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30" name="Paragraph [Figma 9914:16679]">
            <a:extLst>
              <a:ext uri="{FF2B5EF4-FFF2-40B4-BE49-F238E27FC236}">
                <a16:creationId xmlns:a16="http://schemas.microsoft.com/office/drawing/2014/main" id="{F9885F08-9AB6-4BF4-8F80-48174250E92C}"/>
              </a:ext>
            </a:extLst>
          </p:cNvPr>
          <p:cNvSpPr txBox="1"/>
          <p:nvPr userDrawn="1"/>
        </p:nvSpPr>
        <p:spPr>
          <a:xfrm>
            <a:off x="11759903" y="6440006"/>
            <a:ext cx="114297" cy="140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kern="0" spc="-15" dirty="0">
                <a:solidFill>
                  <a:srgbClr val="A3ABB4"/>
                </a:solidFill>
                <a:latin typeface="VTB Group Book" panose="020B0503040504020204" pitchFamily="34" charset="-52"/>
                <a:ea typeface="VTB Group" pitchFamily="34" charset="-122"/>
                <a:cs typeface="VTB Group" pitchFamily="34" charset="-120"/>
              </a:rPr>
              <a:t>01</a:t>
            </a:r>
            <a:endParaRPr lang="en-US" sz="800" dirty="0">
              <a:latin typeface="VTB Group Book" panose="020B0503040504020204" pitchFamily="34" charset="-52"/>
            </a:endParaRPr>
          </a:p>
        </p:txBody>
      </p:sp>
      <p:pic>
        <p:nvPicPr>
          <p:cNvPr id="82" name="Line [Figma 9914:16764]" descr="Line. градиент в обводке">
            <a:extLst>
              <a:ext uri="{FF2B5EF4-FFF2-40B4-BE49-F238E27FC236}">
                <a16:creationId xmlns:a16="http://schemas.microsoft.com/office/drawing/2014/main" id="{C4FE02D0-EE44-4F28-B2E7-EBD1042B30D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6865" y="0"/>
            <a:ext cx="6350" cy="6857829"/>
          </a:xfrm>
          <a:prstGeom prst="rect">
            <a:avLst/>
          </a:prstGeom>
        </p:spPr>
      </p:pic>
      <p:pic>
        <p:nvPicPr>
          <p:cNvPr id="83" name="Vector [Figma 9914:16765]" descr="Vector. градиент в обводке">
            <a:extLst>
              <a:ext uri="{FF2B5EF4-FFF2-40B4-BE49-F238E27FC236}">
                <a16:creationId xmlns:a16="http://schemas.microsoft.com/office/drawing/2014/main" id="{0516C773-3744-4EA5-8E96-16FC2FE68CCC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82233" y="1684943"/>
            <a:ext cx="11893246" cy="4432189"/>
          </a:xfrm>
          <a:prstGeom prst="rect">
            <a:avLst/>
          </a:prstGeom>
        </p:spPr>
      </p:pic>
      <p:pic>
        <p:nvPicPr>
          <p:cNvPr id="88" name="Vector 33 [Figma 9914:16773]" descr="Vector 33. градиент в обводке">
            <a:extLst>
              <a:ext uri="{FF2B5EF4-FFF2-40B4-BE49-F238E27FC236}">
                <a16:creationId xmlns:a16="http://schemas.microsoft.com/office/drawing/2014/main" id="{4B23F869-159B-46E1-AA4D-093619C24638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12740" y="3930552"/>
            <a:ext cx="4076598" cy="6350"/>
          </a:xfrm>
          <a:prstGeom prst="rect">
            <a:avLst/>
          </a:prstGeom>
        </p:spPr>
      </p:pic>
      <p:pic>
        <p:nvPicPr>
          <p:cNvPr id="94" name="Vector 34 [Figma 9914:16777]" descr="Vector 34. градиент в обводке">
            <a:extLst>
              <a:ext uri="{FF2B5EF4-FFF2-40B4-BE49-F238E27FC236}">
                <a16:creationId xmlns:a16="http://schemas.microsoft.com/office/drawing/2014/main" id="{B93B64BA-F822-43DD-AEED-5ACCCC039406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12740" y="4660783"/>
            <a:ext cx="4076598" cy="6350"/>
          </a:xfrm>
          <a:prstGeom prst="rect">
            <a:avLst/>
          </a:prstGeom>
        </p:spPr>
      </p:pic>
      <p:pic>
        <p:nvPicPr>
          <p:cNvPr id="98" name="Vector 35 [Figma 9914:16781]" descr="Vector 35. градиент в обводке">
            <a:extLst>
              <a:ext uri="{FF2B5EF4-FFF2-40B4-BE49-F238E27FC236}">
                <a16:creationId xmlns:a16="http://schemas.microsoft.com/office/drawing/2014/main" id="{0CEE9480-05A3-4121-908E-221F44541922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12740" y="5391015"/>
            <a:ext cx="4076598" cy="6350"/>
          </a:xfrm>
          <a:prstGeom prst="rect">
            <a:avLst/>
          </a:prstGeom>
        </p:spPr>
      </p:pic>
      <p:pic>
        <p:nvPicPr>
          <p:cNvPr id="102" name="Vector 183 [Figma 9914:16791]" descr="Vector 183. отражение или наклон">
            <a:extLst>
              <a:ext uri="{FF2B5EF4-FFF2-40B4-BE49-F238E27FC236}">
                <a16:creationId xmlns:a16="http://schemas.microsoft.com/office/drawing/2014/main" id="{B1E52D53-4702-47EC-B7F4-0D8375FDBEE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0987" y="1698583"/>
            <a:ext cx="38099" cy="4429014"/>
          </a:xfrm>
          <a:prstGeom prst="rect">
            <a:avLst/>
          </a:prstGeom>
        </p:spPr>
      </p:pic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8300"/>
            <a:ext cx="7797810" cy="102870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solidFill>
                  <a:schemeClr val="bg1"/>
                </a:solidFill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Карточка + фото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CF15E343-C6BA-4E22-8A61-391DF55096A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060424" y="3330063"/>
            <a:ext cx="4359305" cy="468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3" name="Текст 12">
            <a:extLst>
              <a:ext uri="{FF2B5EF4-FFF2-40B4-BE49-F238E27FC236}">
                <a16:creationId xmlns:a16="http://schemas.microsoft.com/office/drawing/2014/main" id="{AE93EA79-A89E-4703-AF26-01AFA548548E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060424" y="4072923"/>
            <a:ext cx="4359305" cy="468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4" name="Текст 12">
            <a:extLst>
              <a:ext uri="{FF2B5EF4-FFF2-40B4-BE49-F238E27FC236}">
                <a16:creationId xmlns:a16="http://schemas.microsoft.com/office/drawing/2014/main" id="{8FBFF8D3-43B4-4A6B-AE46-37069EAD23B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060424" y="4796804"/>
            <a:ext cx="4359305" cy="468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5" name="Текст 12">
            <a:extLst>
              <a:ext uri="{FF2B5EF4-FFF2-40B4-BE49-F238E27FC236}">
                <a16:creationId xmlns:a16="http://schemas.microsoft.com/office/drawing/2014/main" id="{A6F161CB-7A9F-4972-A85E-CC4405831874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064438" y="5519269"/>
            <a:ext cx="4359305" cy="468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2" name="Текст 21">
            <a:extLst>
              <a:ext uri="{FF2B5EF4-FFF2-40B4-BE49-F238E27FC236}">
                <a16:creationId xmlns:a16="http://schemas.microsoft.com/office/drawing/2014/main" id="{0A348889-2100-4835-88BB-9885FBCC4EEE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523549" y="1815270"/>
            <a:ext cx="4900194" cy="12089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000"/>
              </a:lnSpc>
              <a:buNone/>
              <a:defRPr sz="18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051677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арточка + фото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74" y="370687"/>
            <a:ext cx="9154800" cy="49594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Карточка + фото</a:t>
            </a:r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4233B6F-F0ED-4FDE-B00E-BB76299C06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94C1B-C881-42F5-9B4F-0D613082994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F3D2157-8889-45C3-9EEB-E6CE7315C1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10" name="Текст 9">
            <a:extLst>
              <a:ext uri="{FF2B5EF4-FFF2-40B4-BE49-F238E27FC236}">
                <a16:creationId xmlns:a16="http://schemas.microsoft.com/office/drawing/2014/main" id="{E6694DAF-00CB-464F-9EBC-EC1E1AB02AF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1487" y="1520825"/>
            <a:ext cx="4159144" cy="7225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0" name="Текст 9">
            <a:extLst>
              <a:ext uri="{FF2B5EF4-FFF2-40B4-BE49-F238E27FC236}">
                <a16:creationId xmlns:a16="http://schemas.microsoft.com/office/drawing/2014/main" id="{8A1F07A6-16AD-4835-BEB6-BDA0505C89A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35495" y="2677928"/>
            <a:ext cx="3695136" cy="67054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1" name="Текст 9">
            <a:extLst>
              <a:ext uri="{FF2B5EF4-FFF2-40B4-BE49-F238E27FC236}">
                <a16:creationId xmlns:a16="http://schemas.microsoft.com/office/drawing/2014/main" id="{EC3027CD-D9D6-4DA2-B769-B4B3F01E221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35495" y="4621344"/>
            <a:ext cx="3695136" cy="67054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2" name="Текст 9">
            <a:extLst>
              <a:ext uri="{FF2B5EF4-FFF2-40B4-BE49-F238E27FC236}">
                <a16:creationId xmlns:a16="http://schemas.microsoft.com/office/drawing/2014/main" id="{5CD51459-1C3D-4520-AEB4-AEFB3FA003B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035495" y="3637928"/>
            <a:ext cx="3695136" cy="67054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3" name="Текст 9">
            <a:extLst>
              <a:ext uri="{FF2B5EF4-FFF2-40B4-BE49-F238E27FC236}">
                <a16:creationId xmlns:a16="http://schemas.microsoft.com/office/drawing/2014/main" id="{FCD68D12-BEF4-4CCE-8C01-222CCD85A23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034056" y="5553224"/>
            <a:ext cx="3695136" cy="67054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10369068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Карточки с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74" y="370687"/>
            <a:ext cx="9154800" cy="49594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4 карточки с фотографией</a:t>
            </a:r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4233B6F-F0ED-4FDE-B00E-BB76299C06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94C1B-C881-42F5-9B4F-0D613082994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6"/>
          </p:nvPr>
        </p:nvSpPr>
        <p:spPr>
          <a:xfrm>
            <a:off x="1266539" y="5808840"/>
            <a:ext cx="3294031" cy="28619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80"/>
              </a:lnSpc>
              <a:buNone/>
              <a:defRPr sz="16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CA3DCF73-AF25-41C4-A36C-2F358E67AEC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66539" y="5469095"/>
            <a:ext cx="3294031" cy="33974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600"/>
              </a:lnSpc>
              <a:buNone/>
              <a:defRPr sz="22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9" name="Текст 2">
            <a:extLst>
              <a:ext uri="{FF2B5EF4-FFF2-40B4-BE49-F238E27FC236}">
                <a16:creationId xmlns:a16="http://schemas.microsoft.com/office/drawing/2014/main" id="{6E23A549-E498-499C-8C7F-E5A487D9DAF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02749" y="4566596"/>
            <a:ext cx="3294031" cy="28619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80"/>
              </a:lnSpc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0" name="Текст 9">
            <a:extLst>
              <a:ext uri="{FF2B5EF4-FFF2-40B4-BE49-F238E27FC236}">
                <a16:creationId xmlns:a16="http://schemas.microsoft.com/office/drawing/2014/main" id="{25561C5F-BF2C-4A56-B886-09CC1F7FD93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302749" y="4226851"/>
            <a:ext cx="3294031" cy="33974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600"/>
              </a:lnSpc>
              <a:buNone/>
              <a:defRPr sz="22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1" name="Текст 2">
            <a:extLst>
              <a:ext uri="{FF2B5EF4-FFF2-40B4-BE49-F238E27FC236}">
                <a16:creationId xmlns:a16="http://schemas.microsoft.com/office/drawing/2014/main" id="{19014ABF-9A06-4C13-9D8D-DCD5FD6D680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302749" y="3250665"/>
            <a:ext cx="3294031" cy="28619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80"/>
              </a:lnSpc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2" name="Текст 9">
            <a:extLst>
              <a:ext uri="{FF2B5EF4-FFF2-40B4-BE49-F238E27FC236}">
                <a16:creationId xmlns:a16="http://schemas.microsoft.com/office/drawing/2014/main" id="{9F3084B5-5E9F-48FF-9D39-3D5FA8E4DF3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302749" y="2910920"/>
            <a:ext cx="3294031" cy="33974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600"/>
              </a:lnSpc>
              <a:buNone/>
              <a:defRPr sz="22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3" name="Текст 2">
            <a:extLst>
              <a:ext uri="{FF2B5EF4-FFF2-40B4-BE49-F238E27FC236}">
                <a16:creationId xmlns:a16="http://schemas.microsoft.com/office/drawing/2014/main" id="{590EECC2-0E1E-43F6-9AA0-652156753E9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302749" y="2000830"/>
            <a:ext cx="3294031" cy="28619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80"/>
              </a:lnSpc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4" name="Текст 9">
            <a:extLst>
              <a:ext uri="{FF2B5EF4-FFF2-40B4-BE49-F238E27FC236}">
                <a16:creationId xmlns:a16="http://schemas.microsoft.com/office/drawing/2014/main" id="{1BAEB2DD-C1D4-4FDA-BA92-10B8FEAC9DD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302749" y="1661085"/>
            <a:ext cx="3294031" cy="33974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600"/>
              </a:lnSpc>
              <a:buNone/>
              <a:defRPr sz="22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95" name="Рисунок 94">
            <a:extLst>
              <a:ext uri="{FF2B5EF4-FFF2-40B4-BE49-F238E27FC236}">
                <a16:creationId xmlns:a16="http://schemas.microsoft.com/office/drawing/2014/main" id="{A9656323-3AFF-4509-9FDF-EBCB968AF1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883996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Хайлайто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74" y="370687"/>
            <a:ext cx="9154800" cy="49594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6 </a:t>
            </a:r>
            <a:r>
              <a:rPr lang="ru-RU" dirty="0" err="1"/>
              <a:t>хайлайтов</a:t>
            </a:r>
            <a:endParaRPr lang="ru-RU" dirty="0"/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4233B6F-F0ED-4FDE-B00E-BB76299C06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94C1B-C881-42F5-9B4F-0D613082994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95" name="Рисунок 94">
            <a:extLst>
              <a:ext uri="{FF2B5EF4-FFF2-40B4-BE49-F238E27FC236}">
                <a16:creationId xmlns:a16="http://schemas.microsoft.com/office/drawing/2014/main" id="{A9656323-3AFF-4509-9FDF-EBCB968AF1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CD807739-A64F-4424-AD49-FD1013C8B51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4984" y="2852738"/>
            <a:ext cx="3217253" cy="75460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B7A6274A-585B-4415-AE09-65E0A87E658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4984" y="1594431"/>
            <a:ext cx="3217253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4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9" name="Текст 7">
            <a:extLst>
              <a:ext uri="{FF2B5EF4-FFF2-40B4-BE49-F238E27FC236}">
                <a16:creationId xmlns:a16="http://schemas.microsoft.com/office/drawing/2014/main" id="{4EB7F2D8-4C7D-4BD0-B78F-58D33746B7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339456" y="2870923"/>
            <a:ext cx="3217253" cy="75460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0" name="Текст 10">
            <a:extLst>
              <a:ext uri="{FF2B5EF4-FFF2-40B4-BE49-F238E27FC236}">
                <a16:creationId xmlns:a16="http://schemas.microsoft.com/office/drawing/2014/main" id="{A82AD2AC-6E49-4A16-B707-9459544DFCA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39456" y="1612616"/>
            <a:ext cx="3217253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4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31" name="Текст 7">
            <a:extLst>
              <a:ext uri="{FF2B5EF4-FFF2-40B4-BE49-F238E27FC236}">
                <a16:creationId xmlns:a16="http://schemas.microsoft.com/office/drawing/2014/main" id="{8FC0E4F3-942C-4FAD-BC61-021FE6A89E9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487219" y="2878017"/>
            <a:ext cx="3217253" cy="75460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5" name="Текст 7">
            <a:extLst>
              <a:ext uri="{FF2B5EF4-FFF2-40B4-BE49-F238E27FC236}">
                <a16:creationId xmlns:a16="http://schemas.microsoft.com/office/drawing/2014/main" id="{EA92D4CF-D500-4DA3-AD3E-3E9F123B093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34984" y="5389021"/>
            <a:ext cx="3217253" cy="75460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6" name="Текст 10">
            <a:extLst>
              <a:ext uri="{FF2B5EF4-FFF2-40B4-BE49-F238E27FC236}">
                <a16:creationId xmlns:a16="http://schemas.microsoft.com/office/drawing/2014/main" id="{550C9514-4E99-4CB3-A382-8A370A3A54F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4984" y="4168818"/>
            <a:ext cx="3217253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4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7" name="Текст 7">
            <a:extLst>
              <a:ext uri="{FF2B5EF4-FFF2-40B4-BE49-F238E27FC236}">
                <a16:creationId xmlns:a16="http://schemas.microsoft.com/office/drawing/2014/main" id="{E8198F06-D331-426C-9AB4-3D10685682F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487219" y="5414300"/>
            <a:ext cx="3217253" cy="75460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3" name="Текст 10">
            <a:extLst>
              <a:ext uri="{FF2B5EF4-FFF2-40B4-BE49-F238E27FC236}">
                <a16:creationId xmlns:a16="http://schemas.microsoft.com/office/drawing/2014/main" id="{71AA2D4D-11C8-4161-B64E-CC53FF921FF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39455" y="4166944"/>
            <a:ext cx="3217253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4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34" name="Текст 7">
            <a:extLst>
              <a:ext uri="{FF2B5EF4-FFF2-40B4-BE49-F238E27FC236}">
                <a16:creationId xmlns:a16="http://schemas.microsoft.com/office/drawing/2014/main" id="{49F209A8-C1B9-4E9D-9CB8-174DD984FAE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339454" y="5414300"/>
            <a:ext cx="3217253" cy="75460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053278910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Хайлайто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74" y="370687"/>
            <a:ext cx="9154800" cy="49594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8 </a:t>
            </a:r>
            <a:r>
              <a:rPr lang="ru-RU" dirty="0" err="1"/>
              <a:t>хайлайтов</a:t>
            </a:r>
            <a:endParaRPr lang="ru-RU" dirty="0"/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4233B6F-F0ED-4FDE-B00E-BB76299C06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94C1B-C881-42F5-9B4F-0D613082994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95" name="Рисунок 94">
            <a:extLst>
              <a:ext uri="{FF2B5EF4-FFF2-40B4-BE49-F238E27FC236}">
                <a16:creationId xmlns:a16="http://schemas.microsoft.com/office/drawing/2014/main" id="{A9656323-3AFF-4509-9FDF-EBCB968AF1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CD807739-A64F-4424-AD49-FD1013C8B51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0913" y="2883694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B7A6274A-585B-4415-AE09-65E0A87E658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0914" y="1594431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4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0" name="Текст 7">
            <a:extLst>
              <a:ext uri="{FF2B5EF4-FFF2-40B4-BE49-F238E27FC236}">
                <a16:creationId xmlns:a16="http://schemas.microsoft.com/office/drawing/2014/main" id="{F0DC95EC-5517-467C-AE67-7E83BE90717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70321" y="2876894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1" name="Текст 10">
            <a:extLst>
              <a:ext uri="{FF2B5EF4-FFF2-40B4-BE49-F238E27FC236}">
                <a16:creationId xmlns:a16="http://schemas.microsoft.com/office/drawing/2014/main" id="{37A466F8-71C9-4A91-BA3D-B9E3BD286B9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70322" y="1587631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4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4" name="Текст 7">
            <a:extLst>
              <a:ext uri="{FF2B5EF4-FFF2-40B4-BE49-F238E27FC236}">
                <a16:creationId xmlns:a16="http://schemas.microsoft.com/office/drawing/2014/main" id="{A2DA16A6-FDEA-4429-ACAF-53E78C18C19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253537" y="2879332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5" name="Текст 10">
            <a:extLst>
              <a:ext uri="{FF2B5EF4-FFF2-40B4-BE49-F238E27FC236}">
                <a16:creationId xmlns:a16="http://schemas.microsoft.com/office/drawing/2014/main" id="{D327448E-F295-4028-8E1F-2C44634BA90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53538" y="1590069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4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6" name="Текст 7">
            <a:extLst>
              <a:ext uri="{FF2B5EF4-FFF2-40B4-BE49-F238E27FC236}">
                <a16:creationId xmlns:a16="http://schemas.microsoft.com/office/drawing/2014/main" id="{423885F1-3974-46C9-A2CA-FCD1C92FCAB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72483" y="2890089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8" name="Текст 7">
            <a:extLst>
              <a:ext uri="{FF2B5EF4-FFF2-40B4-BE49-F238E27FC236}">
                <a16:creationId xmlns:a16="http://schemas.microsoft.com/office/drawing/2014/main" id="{47EBB76D-A6DF-47A2-8DCA-E6098A1A170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80912" y="5448259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9" name="Текст 10">
            <a:extLst>
              <a:ext uri="{FF2B5EF4-FFF2-40B4-BE49-F238E27FC236}">
                <a16:creationId xmlns:a16="http://schemas.microsoft.com/office/drawing/2014/main" id="{A44B0261-AE2F-4624-AC82-A11684FA57F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80913" y="4158996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4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70" name="Текст 7">
            <a:extLst>
              <a:ext uri="{FF2B5EF4-FFF2-40B4-BE49-F238E27FC236}">
                <a16:creationId xmlns:a16="http://schemas.microsoft.com/office/drawing/2014/main" id="{2ABAC517-C841-4A72-B9AA-3842E5B01E2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370320" y="5441459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1" name="Текст 10">
            <a:extLst>
              <a:ext uri="{FF2B5EF4-FFF2-40B4-BE49-F238E27FC236}">
                <a16:creationId xmlns:a16="http://schemas.microsoft.com/office/drawing/2014/main" id="{7415B901-7FE0-4392-905F-6B54291427C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370321" y="4152196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4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73" name="Текст 7">
            <a:extLst>
              <a:ext uri="{FF2B5EF4-FFF2-40B4-BE49-F238E27FC236}">
                <a16:creationId xmlns:a16="http://schemas.microsoft.com/office/drawing/2014/main" id="{3F636F65-6BF2-4C06-8E5F-CF38242B3E5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253536" y="5443897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10">
            <a:extLst>
              <a:ext uri="{FF2B5EF4-FFF2-40B4-BE49-F238E27FC236}">
                <a16:creationId xmlns:a16="http://schemas.microsoft.com/office/drawing/2014/main" id="{CF1D5F14-A3C2-4697-8551-E571D4B0944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253537" y="4154634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4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76" name="Текст 7">
            <a:extLst>
              <a:ext uri="{FF2B5EF4-FFF2-40B4-BE49-F238E27FC236}">
                <a16:creationId xmlns:a16="http://schemas.microsoft.com/office/drawing/2014/main" id="{A70DF76E-5D5B-4ADF-8B4E-1B1C51D92B4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472482" y="5454654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431833656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арточка и 6 Хайлайто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74" y="370687"/>
            <a:ext cx="9154800" cy="49594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Карточка и 6 </a:t>
            </a:r>
            <a:r>
              <a:rPr lang="ru-RU" dirty="0" err="1"/>
              <a:t>хайлайтов</a:t>
            </a:r>
            <a:endParaRPr lang="ru-RU" dirty="0"/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4233B6F-F0ED-4FDE-B00E-BB76299C06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94C1B-C881-42F5-9B4F-0D613082994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95" name="Рисунок 94">
            <a:extLst>
              <a:ext uri="{FF2B5EF4-FFF2-40B4-BE49-F238E27FC236}">
                <a16:creationId xmlns:a16="http://schemas.microsoft.com/office/drawing/2014/main" id="{A9656323-3AFF-4509-9FDF-EBCB968AF1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CD807739-A64F-4424-AD49-FD1013C8B51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0913" y="2384072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B7A6274A-585B-4415-AE09-65E0A87E658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0914" y="1594431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0" name="Текст 7">
            <a:extLst>
              <a:ext uri="{FF2B5EF4-FFF2-40B4-BE49-F238E27FC236}">
                <a16:creationId xmlns:a16="http://schemas.microsoft.com/office/drawing/2014/main" id="{F0DC95EC-5517-467C-AE67-7E83BE90717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70321" y="2876894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1" name="Текст 10">
            <a:extLst>
              <a:ext uri="{FF2B5EF4-FFF2-40B4-BE49-F238E27FC236}">
                <a16:creationId xmlns:a16="http://schemas.microsoft.com/office/drawing/2014/main" id="{37A466F8-71C9-4A91-BA3D-B9E3BD286B9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70322" y="1587631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4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4" name="Текст 7">
            <a:extLst>
              <a:ext uri="{FF2B5EF4-FFF2-40B4-BE49-F238E27FC236}">
                <a16:creationId xmlns:a16="http://schemas.microsoft.com/office/drawing/2014/main" id="{A2DA16A6-FDEA-4429-ACAF-53E78C18C19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253537" y="2879332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5" name="Текст 10">
            <a:extLst>
              <a:ext uri="{FF2B5EF4-FFF2-40B4-BE49-F238E27FC236}">
                <a16:creationId xmlns:a16="http://schemas.microsoft.com/office/drawing/2014/main" id="{D327448E-F295-4028-8E1F-2C44634BA90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53538" y="1590069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4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6" name="Текст 7">
            <a:extLst>
              <a:ext uri="{FF2B5EF4-FFF2-40B4-BE49-F238E27FC236}">
                <a16:creationId xmlns:a16="http://schemas.microsoft.com/office/drawing/2014/main" id="{423885F1-3974-46C9-A2CA-FCD1C92FCAB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72483" y="2890089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0" name="Текст 7">
            <a:extLst>
              <a:ext uri="{FF2B5EF4-FFF2-40B4-BE49-F238E27FC236}">
                <a16:creationId xmlns:a16="http://schemas.microsoft.com/office/drawing/2014/main" id="{2ABAC517-C841-4A72-B9AA-3842E5B01E2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370320" y="5441459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1" name="Текст 10">
            <a:extLst>
              <a:ext uri="{FF2B5EF4-FFF2-40B4-BE49-F238E27FC236}">
                <a16:creationId xmlns:a16="http://schemas.microsoft.com/office/drawing/2014/main" id="{7415B901-7FE0-4392-905F-6B54291427C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370321" y="4152196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4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73" name="Текст 7">
            <a:extLst>
              <a:ext uri="{FF2B5EF4-FFF2-40B4-BE49-F238E27FC236}">
                <a16:creationId xmlns:a16="http://schemas.microsoft.com/office/drawing/2014/main" id="{3F636F65-6BF2-4C06-8E5F-CF38242B3E5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253536" y="5443897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10">
            <a:extLst>
              <a:ext uri="{FF2B5EF4-FFF2-40B4-BE49-F238E27FC236}">
                <a16:creationId xmlns:a16="http://schemas.microsoft.com/office/drawing/2014/main" id="{CF1D5F14-A3C2-4697-8551-E571D4B0944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253537" y="4154634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4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76" name="Текст 7">
            <a:extLst>
              <a:ext uri="{FF2B5EF4-FFF2-40B4-BE49-F238E27FC236}">
                <a16:creationId xmlns:a16="http://schemas.microsoft.com/office/drawing/2014/main" id="{A70DF76E-5D5B-4ADF-8B4E-1B1C51D92B4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472482" y="5454654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374587577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Мокап ноутбу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3">
            <a:extLst>
              <a:ext uri="{FF2B5EF4-FFF2-40B4-BE49-F238E27FC236}">
                <a16:creationId xmlns:a16="http://schemas.microsoft.com/office/drawing/2014/main" id="{8A045B24-92F6-4E9D-B850-65F1620CB28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77501"/>
            <a:ext cx="9154800" cy="495624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2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 err="1"/>
              <a:t>Мокап</a:t>
            </a:r>
            <a:r>
              <a:rPr lang="ru-RU" dirty="0"/>
              <a:t> ноутбука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6"/>
          </p:nvPr>
        </p:nvSpPr>
        <p:spPr>
          <a:xfrm>
            <a:off x="571485" y="2472606"/>
            <a:ext cx="4076597" cy="53816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440"/>
              </a:lnSpc>
              <a:buClr>
                <a:srgbClr val="1E4BD2"/>
              </a:buClr>
              <a:buSzPct val="120000"/>
              <a:buFont typeface="Arial" panose="020B0604020202020204" pitchFamily="34" charset="0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5" name="Текст 2"/>
          <p:cNvSpPr>
            <a:spLocks noGrp="1"/>
          </p:cNvSpPr>
          <p:nvPr>
            <p:ph type="body" sz="quarter" idx="17"/>
          </p:nvPr>
        </p:nvSpPr>
        <p:spPr>
          <a:xfrm>
            <a:off x="571487" y="3115532"/>
            <a:ext cx="4076598" cy="53816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440"/>
              </a:lnSpc>
              <a:buClr>
                <a:srgbClr val="1E4BD2"/>
              </a:buClr>
              <a:buSzPct val="120000"/>
              <a:buFont typeface="Arial" panose="020B0604020202020204" pitchFamily="34" charset="0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20"/>
          </p:nvPr>
        </p:nvSpPr>
        <p:spPr>
          <a:xfrm>
            <a:off x="1073123" y="1547576"/>
            <a:ext cx="3574959" cy="46791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Номер слайда 4">
            <a:extLst>
              <a:ext uri="{FF2B5EF4-FFF2-40B4-BE49-F238E27FC236}">
                <a16:creationId xmlns:a16="http://schemas.microsoft.com/office/drawing/2014/main" id="{15898042-DD2A-4A1C-8E4F-A38FFDF3D34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4FA5F9-3777-43AA-8E5A-9BAC1BCBECEA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5FB2A88-F839-4508-B107-B1B544FE62C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FFFEFD52-8584-445E-A0FE-19D83C464DF9}"/>
              </a:ext>
            </a:extLst>
          </p:cNvPr>
          <p:cNvGrpSpPr/>
          <p:nvPr userDrawn="1"/>
        </p:nvGrpSpPr>
        <p:grpSpPr>
          <a:xfrm>
            <a:off x="572441" y="1569375"/>
            <a:ext cx="402080" cy="402083"/>
            <a:chOff x="572441" y="1569375"/>
            <a:chExt cx="402080" cy="402083"/>
          </a:xfrm>
          <a:solidFill>
            <a:schemeClr val="bg1"/>
          </a:solidFill>
        </p:grpSpPr>
        <p:pic>
          <p:nvPicPr>
            <p:cNvPr id="15" name="Star 3 (Stroke) [Figma I9043:6482;7965:11807]" descr="Star 3 (Stroke). векторный контур">
              <a:extLst>
                <a:ext uri="{FF2B5EF4-FFF2-40B4-BE49-F238E27FC236}">
                  <a16:creationId xmlns:a16="http://schemas.microsoft.com/office/drawing/2014/main" id="{44964070-59F1-4A77-A25E-0A5B18AAEF8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2441" y="1569375"/>
              <a:ext cx="402080" cy="402083"/>
            </a:xfrm>
            <a:prstGeom prst="rect">
              <a:avLst/>
            </a:prstGeom>
          </p:spPr>
        </p:pic>
        <p:pic>
          <p:nvPicPr>
            <p:cNvPr id="18" name="Vector 32 (Stroke) [Figma I9043:6482;7965:11808]" descr="Vector 32 (Stroke). векторный контур">
              <a:extLst>
                <a:ext uri="{FF2B5EF4-FFF2-40B4-BE49-F238E27FC236}">
                  <a16:creationId xmlns:a16="http://schemas.microsoft.com/office/drawing/2014/main" id="{DEB95949-E452-43BE-82EC-A71AF497B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96027" y="1714389"/>
              <a:ext cx="153252" cy="1128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94108413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телефон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77501"/>
            <a:ext cx="9154800" cy="495624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 err="1"/>
              <a:t>Мокап</a:t>
            </a:r>
            <a:r>
              <a:rPr lang="ru-RU" dirty="0"/>
              <a:t> телефона</a:t>
            </a:r>
          </a:p>
        </p:txBody>
      </p:sp>
      <p:sp>
        <p:nvSpPr>
          <p:cNvPr id="16" name="Номер слайда 4">
            <a:extLst>
              <a:ext uri="{FF2B5EF4-FFF2-40B4-BE49-F238E27FC236}">
                <a16:creationId xmlns:a16="http://schemas.microsoft.com/office/drawing/2014/main" id="{15898042-DD2A-4A1C-8E4F-A38FFDF3D34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4FA5F9-3777-43AA-8E5A-9BAC1BCBECEA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5FB2A88-F839-4508-B107-B1B544FE62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pic>
        <p:nvPicPr>
          <p:cNvPr id="25" name="Image [Figma 9931:17643]" descr="Image. картинка в заливке">
            <a:extLst>
              <a:ext uri="{FF2B5EF4-FFF2-40B4-BE49-F238E27FC236}">
                <a16:creationId xmlns:a16="http://schemas.microsoft.com/office/drawing/2014/main" id="{93629BEF-A849-4854-9633-9ECC0798B3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911902" y="1060423"/>
            <a:ext cx="3743554" cy="5797405"/>
          </a:xfrm>
          <a:prstGeom prst="rect">
            <a:avLst/>
          </a:prstGeom>
        </p:spPr>
      </p:pic>
      <p:pic>
        <p:nvPicPr>
          <p:cNvPr id="27" name="Vector [Figma I9887:52703;7965:11868]" descr="Vector. векторный контур">
            <a:extLst>
              <a:ext uri="{FF2B5EF4-FFF2-40B4-BE49-F238E27FC236}">
                <a16:creationId xmlns:a16="http://schemas.microsoft.com/office/drawing/2014/main" id="{2CD2F846-2E3E-4392-8528-F0AA49F1A76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2641" y="1569378"/>
            <a:ext cx="281787" cy="402074"/>
          </a:xfrm>
          <a:prstGeom prst="rect">
            <a:avLst/>
          </a:prstGeom>
        </p:spPr>
      </p:pic>
      <p:pic>
        <p:nvPicPr>
          <p:cNvPr id="28" name="Vector [Figma I9887:52703;7965:11869]" descr="Vector. векторный контур">
            <a:extLst>
              <a:ext uri="{FF2B5EF4-FFF2-40B4-BE49-F238E27FC236}">
                <a16:creationId xmlns:a16="http://schemas.microsoft.com/office/drawing/2014/main" id="{AE304174-9AD5-42E9-8644-B14BCE74A99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3500" y="1640219"/>
            <a:ext cx="140069" cy="141706"/>
          </a:xfrm>
          <a:prstGeom prst="rect">
            <a:avLst/>
          </a:prstGeom>
        </p:spPr>
      </p:pic>
      <p:sp>
        <p:nvSpPr>
          <p:cNvPr id="29" name="Lorem ipsum dolor  sit amet, consectetuer [Figma 9887:52704]">
            <a:extLst>
              <a:ext uri="{FF2B5EF4-FFF2-40B4-BE49-F238E27FC236}">
                <a16:creationId xmlns:a16="http://schemas.microsoft.com/office/drawing/2014/main" id="{DB5C7AFB-CE15-4660-BC1B-5FB1DFE69E13}"/>
              </a:ext>
            </a:extLst>
          </p:cNvPr>
          <p:cNvSpPr txBox="1"/>
          <p:nvPr userDrawn="1"/>
        </p:nvSpPr>
        <p:spPr>
          <a:xfrm>
            <a:off x="1009625" y="1559517"/>
            <a:ext cx="1974801" cy="45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0" spc="-50" dirty="0">
                <a:solidFill>
                  <a:srgbClr val="FFFFFF"/>
                </a:solidFill>
                <a:latin typeface="VTB Group Book" panose="020B0503040504020204" pitchFamily="34" charset="-52"/>
                <a:ea typeface="VTB Group" pitchFamily="34" charset="-122"/>
                <a:cs typeface="VTB Group" pitchFamily="34" charset="-120"/>
              </a:rPr>
              <a:t>Lorem ipsum dolor </a:t>
            </a:r>
            <a:br>
              <a:rPr dirty="0">
                <a:latin typeface="VTB Group Book" panose="020B0503040504020204" pitchFamily="34" charset="-52"/>
              </a:rPr>
            </a:br>
            <a:r>
              <a:rPr lang="en-US" sz="1400" kern="0" spc="-50" dirty="0">
                <a:solidFill>
                  <a:srgbClr val="FFFFFF"/>
                </a:solidFill>
                <a:latin typeface="VTB Group Book" panose="020B0503040504020204" pitchFamily="34" charset="-52"/>
                <a:ea typeface="VTB Group" pitchFamily="34" charset="-122"/>
                <a:cs typeface="VTB Group" pitchFamily="34" charset="-120"/>
              </a:rPr>
              <a:t>sit amet, consectetuer</a:t>
            </a:r>
            <a:endParaRPr lang="en-US" sz="1400" dirty="0">
              <a:latin typeface="VTB Group Book" panose="020B0503040504020204" pitchFamily="34" charset="-52"/>
            </a:endParaRPr>
          </a:p>
        </p:txBody>
      </p:sp>
      <p:sp>
        <p:nvSpPr>
          <p:cNvPr id="30" name="Lorem ipsum dolor sit dolor amet, consectetuer adipiscing elit sit. [Figma 9887:52705]">
            <a:extLst>
              <a:ext uri="{FF2B5EF4-FFF2-40B4-BE49-F238E27FC236}">
                <a16:creationId xmlns:a16="http://schemas.microsoft.com/office/drawing/2014/main" id="{3C1AAD46-5CEF-432D-BCCF-AED43C6779D0}"/>
              </a:ext>
            </a:extLst>
          </p:cNvPr>
          <p:cNvSpPr txBox="1"/>
          <p:nvPr userDrawn="1"/>
        </p:nvSpPr>
        <p:spPr>
          <a:xfrm>
            <a:off x="571486" y="2477273"/>
            <a:ext cx="2412940" cy="386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0" spc="-15" dirty="0">
                <a:solidFill>
                  <a:srgbClr val="FFFFFF"/>
                </a:solidFill>
                <a:latin typeface="VTB Group Light" pitchFamily="34" charset="0"/>
                <a:ea typeface="VTB Group Light" pitchFamily="34" charset="-122"/>
                <a:cs typeface="VTB Group Light" pitchFamily="34" charset="-120"/>
              </a:rPr>
              <a:t>Lorem ipsum dolor sit dolor amet, consectetuer adipiscing elit sit.</a:t>
            </a:r>
            <a:endParaRPr lang="en-US" sz="1200" dirty="0">
              <a:latin typeface="VTB Group Book" panose="020B0503040504020204" pitchFamily="34" charset="-52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6"/>
          </p:nvPr>
        </p:nvSpPr>
        <p:spPr>
          <a:xfrm>
            <a:off x="3354659" y="3362324"/>
            <a:ext cx="3757163" cy="115517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440"/>
              </a:lnSpc>
              <a:buClr>
                <a:srgbClr val="1E4BD2"/>
              </a:buClr>
              <a:buSzPct val="120000"/>
              <a:buFont typeface="Arial" panose="020B0604020202020204" pitchFamily="34" charset="0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8" name="Lorem ipsum dolor sit, consectetuer adipiscing. [Figma 9887:52717]">
            <a:extLst>
              <a:ext uri="{FF2B5EF4-FFF2-40B4-BE49-F238E27FC236}">
                <a16:creationId xmlns:a16="http://schemas.microsoft.com/office/drawing/2014/main" id="{41D12589-BDD1-4BA6-8A41-9D554DDA6F4C}"/>
              </a:ext>
            </a:extLst>
          </p:cNvPr>
          <p:cNvSpPr txBox="1"/>
          <p:nvPr userDrawn="1"/>
        </p:nvSpPr>
        <p:spPr>
          <a:xfrm>
            <a:off x="571486" y="3269733"/>
            <a:ext cx="2412940" cy="45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0" spc="-50" dirty="0">
                <a:solidFill>
                  <a:srgbClr val="FFFFFF"/>
                </a:solidFill>
                <a:latin typeface="VTB Group Book" panose="020B0503040504020204" pitchFamily="34" charset="-52"/>
                <a:ea typeface="VTB Group" pitchFamily="34" charset="-122"/>
                <a:cs typeface="VTB Group" pitchFamily="34" charset="-120"/>
              </a:rPr>
              <a:t>Lorem ipsum dolor sit, consectetuer adipiscing.</a:t>
            </a:r>
            <a:endParaRPr lang="en-US" sz="1400" dirty="0">
              <a:latin typeface="VTB Group Book" panose="020B0503040504020204" pitchFamily="34" charset="-52"/>
            </a:endParaRPr>
          </a:p>
        </p:txBody>
      </p:sp>
      <p:sp>
        <p:nvSpPr>
          <p:cNvPr id="39" name="Lorem ipsum dolor sit dolor amet, consectetuer adipiscing elit sit. [Figma 9887:52718]">
            <a:extLst>
              <a:ext uri="{FF2B5EF4-FFF2-40B4-BE49-F238E27FC236}">
                <a16:creationId xmlns:a16="http://schemas.microsoft.com/office/drawing/2014/main" id="{959FFAE5-E9C3-466C-A4C5-879E38309AB7}"/>
              </a:ext>
            </a:extLst>
          </p:cNvPr>
          <p:cNvSpPr txBox="1"/>
          <p:nvPr userDrawn="1"/>
        </p:nvSpPr>
        <p:spPr>
          <a:xfrm>
            <a:off x="571486" y="4219238"/>
            <a:ext cx="2412940" cy="386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0" spc="-15" dirty="0">
                <a:solidFill>
                  <a:srgbClr val="FFFFFF"/>
                </a:solidFill>
                <a:latin typeface="VTB Group Light" pitchFamily="34" charset="0"/>
                <a:ea typeface="VTB Group Light" pitchFamily="34" charset="-122"/>
                <a:cs typeface="VTB Group Light" pitchFamily="34" charset="-120"/>
              </a:rPr>
              <a:t>Lorem ipsum dolor sit dolor amet, consectetuer adipiscing elit sit.</a:t>
            </a:r>
            <a:endParaRPr lang="en-US" sz="1200" dirty="0">
              <a:latin typeface="VTB Group Book" panose="020B0503040504020204" pitchFamily="34" charset="-52"/>
            </a:endParaRPr>
          </a:p>
        </p:txBody>
      </p:sp>
      <p:sp>
        <p:nvSpPr>
          <p:cNvPr id="46" name="Lorem ipsum dolor sit, consectetuer adipiscing. [Figma 9887:52730]">
            <a:extLst>
              <a:ext uri="{FF2B5EF4-FFF2-40B4-BE49-F238E27FC236}">
                <a16:creationId xmlns:a16="http://schemas.microsoft.com/office/drawing/2014/main" id="{2E21D31F-D01B-43F3-B040-C75B36CE54E1}"/>
              </a:ext>
            </a:extLst>
          </p:cNvPr>
          <p:cNvSpPr txBox="1"/>
          <p:nvPr userDrawn="1"/>
        </p:nvSpPr>
        <p:spPr>
          <a:xfrm>
            <a:off x="571486" y="5011722"/>
            <a:ext cx="2412940" cy="45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0" spc="-50" dirty="0">
                <a:solidFill>
                  <a:srgbClr val="FFFFFF"/>
                </a:solidFill>
                <a:latin typeface="VTB Group Book" panose="020B0503040504020204" pitchFamily="34" charset="-52"/>
                <a:ea typeface="VTB Group" pitchFamily="34" charset="-122"/>
                <a:cs typeface="VTB Group" pitchFamily="34" charset="-120"/>
              </a:rPr>
              <a:t>Lorem ipsum dolor sit, consectetuer adipiscing.</a:t>
            </a:r>
            <a:endParaRPr lang="en-US" sz="1400" dirty="0">
              <a:latin typeface="VTB Group Book" panose="020B0503040504020204" pitchFamily="34" charset="-52"/>
            </a:endParaRPr>
          </a:p>
        </p:txBody>
      </p:sp>
      <p:sp>
        <p:nvSpPr>
          <p:cNvPr id="47" name="Lorem ipsum dolor sit dolor amet, consectetuer adipiscing elit sit. [Figma 9887:52731]">
            <a:extLst>
              <a:ext uri="{FF2B5EF4-FFF2-40B4-BE49-F238E27FC236}">
                <a16:creationId xmlns:a16="http://schemas.microsoft.com/office/drawing/2014/main" id="{12A569D8-5D40-4E62-A415-89E143BDAADB}"/>
              </a:ext>
            </a:extLst>
          </p:cNvPr>
          <p:cNvSpPr txBox="1"/>
          <p:nvPr userDrawn="1"/>
        </p:nvSpPr>
        <p:spPr>
          <a:xfrm>
            <a:off x="571486" y="5961227"/>
            <a:ext cx="2412940" cy="386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0" spc="-15" dirty="0">
                <a:solidFill>
                  <a:srgbClr val="FFFFFF"/>
                </a:solidFill>
                <a:latin typeface="VTB Group Light" pitchFamily="34" charset="0"/>
                <a:ea typeface="VTB Group Light" pitchFamily="34" charset="-122"/>
                <a:cs typeface="VTB Group Light" pitchFamily="34" charset="-120"/>
              </a:rPr>
              <a:t>Lorem ipsum dolor sit dolor amet, consectetuer adipiscing elit sit.</a:t>
            </a:r>
            <a:endParaRPr lang="en-US" sz="1200" dirty="0">
              <a:latin typeface="VTB Group Book" panose="020B0503040504020204" pitchFamily="34" charset="-52"/>
            </a:endParaRPr>
          </a:p>
        </p:txBody>
      </p:sp>
      <p:sp>
        <p:nvSpPr>
          <p:cNvPr id="56" name="Текст 2">
            <a:extLst>
              <a:ext uri="{FF2B5EF4-FFF2-40B4-BE49-F238E27FC236}">
                <a16:creationId xmlns:a16="http://schemas.microsoft.com/office/drawing/2014/main" id="{6B013C60-93D8-44DC-858E-8387466D836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54659" y="1618313"/>
            <a:ext cx="3757163" cy="115517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440"/>
              </a:lnSpc>
              <a:buClr>
                <a:srgbClr val="1E4BD2"/>
              </a:buClr>
              <a:buSzPct val="120000"/>
              <a:buFont typeface="Arial" panose="020B0604020202020204" pitchFamily="34" charset="0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8" name="Текст 57">
            <a:extLst>
              <a:ext uri="{FF2B5EF4-FFF2-40B4-BE49-F238E27FC236}">
                <a16:creationId xmlns:a16="http://schemas.microsoft.com/office/drawing/2014/main" id="{1F5ED31E-860B-4826-B915-E653D2F138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892453" y="5046827"/>
            <a:ext cx="3219369" cy="3280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1" name="Текст 60">
            <a:extLst>
              <a:ext uri="{FF2B5EF4-FFF2-40B4-BE49-F238E27FC236}">
                <a16:creationId xmlns:a16="http://schemas.microsoft.com/office/drawing/2014/main" id="{422F794A-FCF2-455B-B8FC-530D901EF6F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54659" y="5034894"/>
            <a:ext cx="537794" cy="340024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ts val="3200"/>
              </a:lnSpc>
              <a:buNone/>
              <a:defRPr kern="200" spc="-200" baseline="0">
                <a:solidFill>
                  <a:schemeClr val="accent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3" name="Текст 57">
            <a:extLst>
              <a:ext uri="{FF2B5EF4-FFF2-40B4-BE49-F238E27FC236}">
                <a16:creationId xmlns:a16="http://schemas.microsoft.com/office/drawing/2014/main" id="{7B65048F-4EB2-4548-9A06-112B5DD7A60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892453" y="5511138"/>
            <a:ext cx="3219369" cy="3280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4" name="Текст 60">
            <a:extLst>
              <a:ext uri="{FF2B5EF4-FFF2-40B4-BE49-F238E27FC236}">
                <a16:creationId xmlns:a16="http://schemas.microsoft.com/office/drawing/2014/main" id="{59697712-5A49-4B1A-AAB3-6A9C71C480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354659" y="5499205"/>
            <a:ext cx="537794" cy="340024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ts val="3200"/>
              </a:lnSpc>
              <a:buNone/>
              <a:defRPr kern="200" spc="-200" baseline="0">
                <a:solidFill>
                  <a:schemeClr val="accent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8" name="Текст 57">
            <a:extLst>
              <a:ext uri="{FF2B5EF4-FFF2-40B4-BE49-F238E27FC236}">
                <a16:creationId xmlns:a16="http://schemas.microsoft.com/office/drawing/2014/main" id="{4F3B7DC6-9CBE-45BB-AD41-70260203EC0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64805" y="2518961"/>
            <a:ext cx="2419621" cy="3280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57">
            <a:extLst>
              <a:ext uri="{FF2B5EF4-FFF2-40B4-BE49-F238E27FC236}">
                <a16:creationId xmlns:a16="http://schemas.microsoft.com/office/drawing/2014/main" id="{5EE92B83-90FE-4A4F-9A6F-76DCECCEE4C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110832" y="1704177"/>
            <a:ext cx="1879206" cy="4546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2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57">
            <a:extLst>
              <a:ext uri="{FF2B5EF4-FFF2-40B4-BE49-F238E27FC236}">
                <a16:creationId xmlns:a16="http://schemas.microsoft.com/office/drawing/2014/main" id="{0A2E724E-D062-4523-B125-8C6DFE0027A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64804" y="3273240"/>
            <a:ext cx="2425233" cy="4546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2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57">
            <a:extLst>
              <a:ext uri="{FF2B5EF4-FFF2-40B4-BE49-F238E27FC236}">
                <a16:creationId xmlns:a16="http://schemas.microsoft.com/office/drawing/2014/main" id="{5D7377E8-D22E-433B-82E2-FFE0FF2FBB1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4804" y="4259057"/>
            <a:ext cx="2419621" cy="3280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57">
            <a:extLst>
              <a:ext uri="{FF2B5EF4-FFF2-40B4-BE49-F238E27FC236}">
                <a16:creationId xmlns:a16="http://schemas.microsoft.com/office/drawing/2014/main" id="{7861D39B-BE95-41D3-B447-CAD71A76EB8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64804" y="4975410"/>
            <a:ext cx="2425233" cy="4546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2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57">
            <a:extLst>
              <a:ext uri="{FF2B5EF4-FFF2-40B4-BE49-F238E27FC236}">
                <a16:creationId xmlns:a16="http://schemas.microsoft.com/office/drawing/2014/main" id="{C401CE22-C242-4778-94AF-36C9A7E7EC0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64804" y="5961227"/>
            <a:ext cx="2419621" cy="3280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061259517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фото и текстом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Текст 3"/>
          <p:cNvSpPr>
            <a:spLocks noGrp="1"/>
          </p:cNvSpPr>
          <p:nvPr>
            <p:ph type="body" sz="quarter" idx="14"/>
          </p:nvPr>
        </p:nvSpPr>
        <p:spPr>
          <a:xfrm>
            <a:off x="545928" y="1537086"/>
            <a:ext cx="5295897" cy="198809"/>
          </a:xfrm>
          <a:prstGeom prst="rect">
            <a:avLst/>
          </a:prstGeom>
        </p:spPr>
        <p:txBody>
          <a:bodyPr lIns="0" tIns="0" rIns="0" bIns="0"/>
          <a:lstStyle>
            <a:lvl1pPr marL="0" indent="0" defTabSz="900000">
              <a:lnSpc>
                <a:spcPts val="1680"/>
              </a:lnSpc>
              <a:buNone/>
              <a:defRPr sz="1400" cap="all" baseline="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74" y="370687"/>
            <a:ext cx="9154800" cy="49594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Слайд с фото и текстом (1)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6"/>
          </p:nvPr>
        </p:nvSpPr>
        <p:spPr>
          <a:xfrm>
            <a:off x="1104900" y="2243341"/>
            <a:ext cx="4736954" cy="604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Текст 2"/>
          <p:cNvSpPr>
            <a:spLocks noGrp="1"/>
          </p:cNvSpPr>
          <p:nvPr>
            <p:ph type="body" sz="quarter" idx="17"/>
          </p:nvPr>
        </p:nvSpPr>
        <p:spPr>
          <a:xfrm>
            <a:off x="1104900" y="3057947"/>
            <a:ext cx="4736954" cy="604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5" name="Текст 2"/>
          <p:cNvSpPr>
            <a:spLocks noGrp="1"/>
          </p:cNvSpPr>
          <p:nvPr>
            <p:ph type="body" sz="quarter" idx="18"/>
          </p:nvPr>
        </p:nvSpPr>
        <p:spPr>
          <a:xfrm>
            <a:off x="1104872" y="3887209"/>
            <a:ext cx="4736954" cy="604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6" name="Текст 2"/>
          <p:cNvSpPr>
            <a:spLocks noGrp="1"/>
          </p:cNvSpPr>
          <p:nvPr>
            <p:ph type="body" sz="quarter" idx="19"/>
          </p:nvPr>
        </p:nvSpPr>
        <p:spPr>
          <a:xfrm>
            <a:off x="1104872" y="4723900"/>
            <a:ext cx="4736954" cy="604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4233B6F-F0ED-4FDE-B00E-BB76299C06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94C1B-C881-42F5-9B4F-0D613082994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F3D2157-8889-45C3-9EEB-E6CE7315C1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678605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фото и текстом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Текст 3"/>
          <p:cNvSpPr>
            <a:spLocks noGrp="1"/>
          </p:cNvSpPr>
          <p:nvPr>
            <p:ph type="body" sz="quarter" idx="14"/>
          </p:nvPr>
        </p:nvSpPr>
        <p:spPr>
          <a:xfrm>
            <a:off x="6341891" y="1537086"/>
            <a:ext cx="5295897" cy="198809"/>
          </a:xfrm>
          <a:prstGeom prst="rect">
            <a:avLst/>
          </a:prstGeom>
        </p:spPr>
        <p:txBody>
          <a:bodyPr lIns="0" tIns="0" rIns="0" bIns="0"/>
          <a:lstStyle>
            <a:lvl1pPr marL="0" indent="0" defTabSz="900000">
              <a:lnSpc>
                <a:spcPts val="1680"/>
              </a:lnSpc>
              <a:buNone/>
              <a:defRPr sz="1400" cap="all" baseline="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74" y="370687"/>
            <a:ext cx="9154800" cy="49594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Слайд с фото и текстом (2)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6"/>
          </p:nvPr>
        </p:nvSpPr>
        <p:spPr>
          <a:xfrm>
            <a:off x="6900863" y="2243341"/>
            <a:ext cx="4736954" cy="604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Текст 2"/>
          <p:cNvSpPr>
            <a:spLocks noGrp="1"/>
          </p:cNvSpPr>
          <p:nvPr>
            <p:ph type="body" sz="quarter" idx="17"/>
          </p:nvPr>
        </p:nvSpPr>
        <p:spPr>
          <a:xfrm>
            <a:off x="6900863" y="3057947"/>
            <a:ext cx="4736954" cy="604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5" name="Текст 2"/>
          <p:cNvSpPr>
            <a:spLocks noGrp="1"/>
          </p:cNvSpPr>
          <p:nvPr>
            <p:ph type="body" sz="quarter" idx="18"/>
          </p:nvPr>
        </p:nvSpPr>
        <p:spPr>
          <a:xfrm>
            <a:off x="6900835" y="3887209"/>
            <a:ext cx="4736954" cy="604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6" name="Текст 2"/>
          <p:cNvSpPr>
            <a:spLocks noGrp="1"/>
          </p:cNvSpPr>
          <p:nvPr>
            <p:ph type="body" sz="quarter" idx="19"/>
          </p:nvPr>
        </p:nvSpPr>
        <p:spPr>
          <a:xfrm>
            <a:off x="6900835" y="4723900"/>
            <a:ext cx="4736954" cy="604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4233B6F-F0ED-4FDE-B00E-BB76299C06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94C1B-C881-42F5-9B4F-0D613082994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F3D2157-8889-45C3-9EEB-E6CE7315C1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925317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74" y="370687"/>
            <a:ext cx="9154800" cy="49594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таблица</a:t>
            </a:r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4233B6F-F0ED-4FDE-B00E-BB76299C06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94C1B-C881-42F5-9B4F-0D613082994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F3D2157-8889-45C3-9EEB-E6CE7315C1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791447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 с текстом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3970"/>
            <a:ext cx="9154800" cy="501974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Таблица с текстом (1)</a:t>
            </a:r>
          </a:p>
        </p:txBody>
      </p:sp>
      <p:sp>
        <p:nvSpPr>
          <p:cNvPr id="78" name="Текст 2"/>
          <p:cNvSpPr>
            <a:spLocks noGrp="1"/>
          </p:cNvSpPr>
          <p:nvPr>
            <p:ph type="body" sz="quarter" idx="11"/>
          </p:nvPr>
        </p:nvSpPr>
        <p:spPr>
          <a:xfrm>
            <a:off x="888978" y="5508219"/>
            <a:ext cx="5902347" cy="2079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5"/>
          <p:cNvSpPr>
            <a:spLocks noGrp="1"/>
          </p:cNvSpPr>
          <p:nvPr>
            <p:ph type="body" sz="quarter" idx="12"/>
          </p:nvPr>
        </p:nvSpPr>
        <p:spPr>
          <a:xfrm>
            <a:off x="574465" y="5824874"/>
            <a:ext cx="6216860" cy="3619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endParaRPr lang="ru-RU" dirty="0"/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0579E37A-7661-4F26-BB2D-B8CBF9E12B0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8BFF49-1386-448F-814C-A895F3F8CA69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9A0124F-DA40-4B94-AAAA-E47280653E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696363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 с текстом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3970"/>
            <a:ext cx="9154800" cy="501974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Таблица с текстом (2)</a:t>
            </a:r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0579E37A-7661-4F26-BB2D-B8CBF9E12B0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8BFF49-1386-448F-814C-A895F3F8CA69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9A0124F-DA40-4B94-AAAA-E47280653E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09A0BC01-4933-4B1F-9948-F60ED78AF7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271000" y="2449830"/>
            <a:ext cx="2285711" cy="366522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00"/>
              </a:lnSpc>
              <a:buNone/>
              <a:defRPr sz="12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1E07E58-B2CE-44C2-BAE3-E988EDAE1AD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271000" y="1536925"/>
            <a:ext cx="2285711" cy="71325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200" spc="-2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860392033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руктурная схема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Структурная схема (1)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1829FBE-BA79-4C38-8507-4F3D32298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82" name="Текст 2"/>
          <p:cNvSpPr>
            <a:spLocks noGrp="1"/>
          </p:cNvSpPr>
          <p:nvPr>
            <p:ph type="body" sz="quarter" idx="16"/>
          </p:nvPr>
        </p:nvSpPr>
        <p:spPr>
          <a:xfrm>
            <a:off x="933427" y="3783684"/>
            <a:ext cx="1831473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3" name="Текст 5"/>
          <p:cNvSpPr>
            <a:spLocks noGrp="1"/>
          </p:cNvSpPr>
          <p:nvPr>
            <p:ph type="body" sz="quarter" idx="17"/>
          </p:nvPr>
        </p:nvSpPr>
        <p:spPr>
          <a:xfrm>
            <a:off x="560292" y="4174448"/>
            <a:ext cx="2260543" cy="7441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1"/>
          </p:nvPr>
        </p:nvSpPr>
        <p:spPr>
          <a:xfrm>
            <a:off x="571486" y="2392615"/>
            <a:ext cx="5200520" cy="5410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endParaRPr lang="ru-RU" dirty="0"/>
          </a:p>
        </p:txBody>
      </p:sp>
      <p:sp>
        <p:nvSpPr>
          <p:cNvPr id="34" name="Текст 2"/>
          <p:cNvSpPr>
            <a:spLocks noGrp="1"/>
          </p:cNvSpPr>
          <p:nvPr>
            <p:ph type="body" sz="quarter" idx="24"/>
          </p:nvPr>
        </p:nvSpPr>
        <p:spPr>
          <a:xfrm>
            <a:off x="571486" y="2041741"/>
            <a:ext cx="5200520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1" name="Текст 5">
            <a:extLst>
              <a:ext uri="{FF2B5EF4-FFF2-40B4-BE49-F238E27FC236}">
                <a16:creationId xmlns:a16="http://schemas.microsoft.com/office/drawing/2014/main" id="{4DF0A25E-588C-4635-BC04-9183459F797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419994" y="2392615"/>
            <a:ext cx="5200520" cy="5410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tx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endParaRPr lang="ru-RU" dirty="0"/>
          </a:p>
        </p:txBody>
      </p:sp>
      <p:sp>
        <p:nvSpPr>
          <p:cNvPr id="42" name="Текст 2">
            <a:extLst>
              <a:ext uri="{FF2B5EF4-FFF2-40B4-BE49-F238E27FC236}">
                <a16:creationId xmlns:a16="http://schemas.microsoft.com/office/drawing/2014/main" id="{43EEE1BC-4EA4-43F5-BEA9-3F9BE8263A1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19994" y="2041741"/>
            <a:ext cx="5200520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grpSp>
        <p:nvGrpSpPr>
          <p:cNvPr id="43" name="Группа 42">
            <a:extLst>
              <a:ext uri="{FF2B5EF4-FFF2-40B4-BE49-F238E27FC236}">
                <a16:creationId xmlns:a16="http://schemas.microsoft.com/office/drawing/2014/main" id="{A43565A9-9132-4DAC-B0E7-4F2965E3E8AB}"/>
              </a:ext>
            </a:extLst>
          </p:cNvPr>
          <p:cNvGrpSpPr/>
          <p:nvPr userDrawn="1"/>
        </p:nvGrpSpPr>
        <p:grpSpPr>
          <a:xfrm>
            <a:off x="585240" y="3791922"/>
            <a:ext cx="237651" cy="237648"/>
            <a:chOff x="585240" y="3791922"/>
            <a:chExt cx="237651" cy="237648"/>
          </a:xfrm>
        </p:grpSpPr>
        <p:pic>
          <p:nvPicPr>
            <p:cNvPr id="44" name="Star 3 (Stroke) [Figma I9887:64069;7965:11807]" descr="Star 3 (Stroke). векторный контур">
              <a:extLst>
                <a:ext uri="{FF2B5EF4-FFF2-40B4-BE49-F238E27FC236}">
                  <a16:creationId xmlns:a16="http://schemas.microsoft.com/office/drawing/2014/main" id="{21CEF5B3-E283-45A8-9D60-3BD291BD5F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5240" y="3791922"/>
              <a:ext cx="237651" cy="237648"/>
            </a:xfrm>
            <a:prstGeom prst="rect">
              <a:avLst/>
            </a:prstGeom>
          </p:spPr>
        </p:pic>
        <p:pic>
          <p:nvPicPr>
            <p:cNvPr id="45" name="Vector 32 (Stroke) [Figma I9887:64069;7965:11808]" descr="Vector 32 (Stroke). векторный контур">
              <a:extLst>
                <a:ext uri="{FF2B5EF4-FFF2-40B4-BE49-F238E27FC236}">
                  <a16:creationId xmlns:a16="http://schemas.microsoft.com/office/drawing/2014/main" id="{BE655AF3-0A1F-4266-AA5B-E905DBCBDD5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58288" y="3877620"/>
              <a:ext cx="90581" cy="66723"/>
            </a:xfrm>
            <a:prstGeom prst="rect">
              <a:avLst/>
            </a:prstGeom>
          </p:spPr>
        </p:pic>
      </p:grpSp>
      <p:sp>
        <p:nvSpPr>
          <p:cNvPr id="48" name="Текст 2">
            <a:extLst>
              <a:ext uri="{FF2B5EF4-FFF2-40B4-BE49-F238E27FC236}">
                <a16:creationId xmlns:a16="http://schemas.microsoft.com/office/drawing/2014/main" id="{811D7049-6400-48E1-87D8-698C59FB6FD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036219" y="3783684"/>
            <a:ext cx="1679852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9" name="Текст 5">
            <a:extLst>
              <a:ext uri="{FF2B5EF4-FFF2-40B4-BE49-F238E27FC236}">
                <a16:creationId xmlns:a16="http://schemas.microsoft.com/office/drawing/2014/main" id="{C2CBE8E8-07BC-4D3B-9451-3727631EBF5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511463" y="4174448"/>
            <a:ext cx="2260543" cy="7441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0" name="Текст 2">
            <a:extLst>
              <a:ext uri="{FF2B5EF4-FFF2-40B4-BE49-F238E27FC236}">
                <a16:creationId xmlns:a16="http://schemas.microsoft.com/office/drawing/2014/main" id="{21168D1B-800F-42CB-8367-9272DBB9881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511463" y="3666291"/>
            <a:ext cx="490954" cy="477084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1920"/>
              </a:lnSpc>
              <a:buNone/>
              <a:defRPr sz="3200" kern="200" spc="-200" baseline="0">
                <a:solidFill>
                  <a:schemeClr val="accent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51" name="Текст 2">
            <a:extLst>
              <a:ext uri="{FF2B5EF4-FFF2-40B4-BE49-F238E27FC236}">
                <a16:creationId xmlns:a16="http://schemas.microsoft.com/office/drawing/2014/main" id="{1B245B9A-2E3F-4BBC-B1BF-A70BABC0563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957151" y="3783684"/>
            <a:ext cx="1679852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2" name="Текст 5">
            <a:extLst>
              <a:ext uri="{FF2B5EF4-FFF2-40B4-BE49-F238E27FC236}">
                <a16:creationId xmlns:a16="http://schemas.microsoft.com/office/drawing/2014/main" id="{704EE517-5866-47B2-82F9-3674A704416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432395" y="4174448"/>
            <a:ext cx="2260543" cy="7441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00"/>
              </a:lnSpc>
              <a:buNone/>
              <a:defRPr sz="14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3" name="Текст 2">
            <a:extLst>
              <a:ext uri="{FF2B5EF4-FFF2-40B4-BE49-F238E27FC236}">
                <a16:creationId xmlns:a16="http://schemas.microsoft.com/office/drawing/2014/main" id="{67CBC79F-9224-48B5-90FF-F82006DF822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32395" y="3666291"/>
            <a:ext cx="490954" cy="477084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1920"/>
              </a:lnSpc>
              <a:buNone/>
              <a:defRPr sz="3200" kern="200" spc="-2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54" name="Текст 5">
            <a:extLst>
              <a:ext uri="{FF2B5EF4-FFF2-40B4-BE49-F238E27FC236}">
                <a16:creationId xmlns:a16="http://schemas.microsoft.com/office/drawing/2014/main" id="{BB159815-731B-46C6-ABB8-2EB1BE26BE2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9366106" y="3771304"/>
            <a:ext cx="2260543" cy="10991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5" name="Текст 5">
            <a:extLst>
              <a:ext uri="{FF2B5EF4-FFF2-40B4-BE49-F238E27FC236}">
                <a16:creationId xmlns:a16="http://schemas.microsoft.com/office/drawing/2014/main" id="{7420B96A-A18A-41BC-A348-AD471D4CFE6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85240" y="5681917"/>
            <a:ext cx="11039741" cy="5873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400"/>
              </a:lnSpc>
              <a:buNone/>
              <a:defRPr sz="12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881153570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руктурная схема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Структурная схема (2)</a:t>
            </a:r>
          </a:p>
        </p:txBody>
      </p:sp>
      <p:sp>
        <p:nvSpPr>
          <p:cNvPr id="79" name="Текст 5"/>
          <p:cNvSpPr>
            <a:spLocks noGrp="1"/>
          </p:cNvSpPr>
          <p:nvPr>
            <p:ph type="body" sz="quarter" idx="13"/>
          </p:nvPr>
        </p:nvSpPr>
        <p:spPr>
          <a:xfrm>
            <a:off x="8146817" y="2163279"/>
            <a:ext cx="3498819" cy="126572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Clr>
                <a:srgbClr val="1E4BD2"/>
              </a:buClr>
              <a:buSzPct val="120000"/>
              <a:buFont typeface="Arial" panose="020B0604020202020204" pitchFamily="34" charset="0"/>
              <a:buChar char="•"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  <a:endParaRPr lang="en-US" dirty="0"/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>
          <a:xfrm>
            <a:off x="577836" y="3342081"/>
            <a:ext cx="3009852" cy="27733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1"/>
          </p:nvPr>
        </p:nvSpPr>
        <p:spPr>
          <a:xfrm>
            <a:off x="571486" y="3720206"/>
            <a:ext cx="3016202" cy="7422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endParaRPr lang="ru-RU" dirty="0"/>
          </a:p>
        </p:txBody>
      </p:sp>
      <p:sp>
        <p:nvSpPr>
          <p:cNvPr id="82" name="Текст 2"/>
          <p:cNvSpPr>
            <a:spLocks noGrp="1"/>
          </p:cNvSpPr>
          <p:nvPr>
            <p:ph type="body" sz="quarter" idx="16"/>
          </p:nvPr>
        </p:nvSpPr>
        <p:spPr>
          <a:xfrm>
            <a:off x="5426395" y="4462484"/>
            <a:ext cx="1831473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3" name="Текст 5"/>
          <p:cNvSpPr>
            <a:spLocks noGrp="1"/>
          </p:cNvSpPr>
          <p:nvPr>
            <p:ph type="body" sz="quarter" idx="17"/>
          </p:nvPr>
        </p:nvSpPr>
        <p:spPr>
          <a:xfrm>
            <a:off x="4997325" y="4865380"/>
            <a:ext cx="2260543" cy="86866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4" name="Текст 2"/>
          <p:cNvSpPr>
            <a:spLocks noGrp="1"/>
          </p:cNvSpPr>
          <p:nvPr>
            <p:ph type="body" sz="quarter" idx="24"/>
          </p:nvPr>
        </p:nvSpPr>
        <p:spPr>
          <a:xfrm>
            <a:off x="5426395" y="2157435"/>
            <a:ext cx="1831473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5" name="Текст 5"/>
          <p:cNvSpPr>
            <a:spLocks noGrp="1"/>
          </p:cNvSpPr>
          <p:nvPr>
            <p:ph type="body" sz="quarter" idx="25"/>
          </p:nvPr>
        </p:nvSpPr>
        <p:spPr>
          <a:xfrm>
            <a:off x="4997325" y="2560331"/>
            <a:ext cx="2260543" cy="86866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0" name="Текст 5"/>
          <p:cNvSpPr>
            <a:spLocks noGrp="1"/>
          </p:cNvSpPr>
          <p:nvPr>
            <p:ph type="body" sz="quarter" idx="26"/>
          </p:nvPr>
        </p:nvSpPr>
        <p:spPr>
          <a:xfrm>
            <a:off x="8172247" y="4462484"/>
            <a:ext cx="3498819" cy="126572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Clr>
                <a:srgbClr val="1E4BD2"/>
              </a:buClr>
              <a:buSzPct val="120000"/>
              <a:buFont typeface="Arial" panose="020B0604020202020204" pitchFamily="34" charset="0"/>
              <a:buChar char="•"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  <a:endParaRPr lang="en-US" dirty="0"/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1829FBE-BA79-4C38-8507-4F3D32298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47693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руктурная схема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Диаграмма </a:t>
            </a:r>
            <a:r>
              <a:rPr lang="ru-RU" dirty="0" err="1"/>
              <a:t>венна</a:t>
            </a:r>
            <a:endParaRPr lang="ru-RU" dirty="0"/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1829FBE-BA79-4C38-8507-4F3D32298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85" name="Frame 2147204059 — фон [Figma 9887:64130:background]">
            <a:extLst>
              <a:ext uri="{FF2B5EF4-FFF2-40B4-BE49-F238E27FC236}">
                <a16:creationId xmlns:a16="http://schemas.microsoft.com/office/drawing/2014/main" id="{143DCE75-69D1-49C0-9655-3C3E96531109}"/>
              </a:ext>
            </a:extLst>
          </p:cNvPr>
          <p:cNvSpPr/>
          <p:nvPr userDrawn="1"/>
        </p:nvSpPr>
        <p:spPr>
          <a:xfrm>
            <a:off x="380990" y="1377916"/>
            <a:ext cx="11429714" cy="4971926"/>
          </a:xfrm>
          <a:prstGeom prst="roundRect">
            <a:avLst>
              <a:gd name="adj" fmla="val 1916"/>
            </a:avLst>
          </a:prstGeom>
          <a:solidFill>
            <a:srgbClr val="EAEDF5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Ellipse [Figma 9887:64163]">
            <a:extLst>
              <a:ext uri="{FF2B5EF4-FFF2-40B4-BE49-F238E27FC236}">
                <a16:creationId xmlns:a16="http://schemas.microsoft.com/office/drawing/2014/main" id="{8BAFF639-14A8-4182-B81B-B969761EFE6A}"/>
              </a:ext>
            </a:extLst>
          </p:cNvPr>
          <p:cNvSpPr/>
          <p:nvPr userDrawn="1"/>
        </p:nvSpPr>
        <p:spPr>
          <a:xfrm>
            <a:off x="5435464" y="3765456"/>
            <a:ext cx="88898" cy="8889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Полилиния: фигура 95">
            <a:extLst>
              <a:ext uri="{FF2B5EF4-FFF2-40B4-BE49-F238E27FC236}">
                <a16:creationId xmlns:a16="http://schemas.microsoft.com/office/drawing/2014/main" id="{93D0BD2F-3D4A-4F81-BD25-D54D50B8384D}"/>
              </a:ext>
            </a:extLst>
          </p:cNvPr>
          <p:cNvSpPr/>
          <p:nvPr/>
        </p:nvSpPr>
        <p:spPr>
          <a:xfrm rot="1" flipV="1">
            <a:off x="6057749" y="5092573"/>
            <a:ext cx="88897" cy="88766"/>
          </a:xfrm>
          <a:custGeom>
            <a:avLst/>
            <a:gdLst>
              <a:gd name="connsiteX0" fmla="*/ 89762 w 88897"/>
              <a:gd name="connsiteY0" fmla="*/ 44383 h 88766"/>
              <a:gd name="connsiteX1" fmla="*/ 45313 w 88897"/>
              <a:gd name="connsiteY1" fmla="*/ 88766 h 88766"/>
              <a:gd name="connsiteX2" fmla="*/ 864 w 88897"/>
              <a:gd name="connsiteY2" fmla="*/ 44383 h 88766"/>
              <a:gd name="connsiteX3" fmla="*/ 45313 w 88897"/>
              <a:gd name="connsiteY3" fmla="*/ 0 h 88766"/>
              <a:gd name="connsiteX4" fmla="*/ 89762 w 88897"/>
              <a:gd name="connsiteY4" fmla="*/ 44383 h 88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897" h="88766">
                <a:moveTo>
                  <a:pt x="89762" y="44383"/>
                </a:moveTo>
                <a:cubicBezTo>
                  <a:pt x="89762" y="68895"/>
                  <a:pt x="69861" y="88766"/>
                  <a:pt x="45313" y="88766"/>
                </a:cubicBezTo>
                <a:cubicBezTo>
                  <a:pt x="20764" y="88766"/>
                  <a:pt x="864" y="68895"/>
                  <a:pt x="864" y="44383"/>
                </a:cubicBezTo>
                <a:cubicBezTo>
                  <a:pt x="864" y="19871"/>
                  <a:pt x="20764" y="0"/>
                  <a:pt x="45313" y="0"/>
                </a:cubicBezTo>
                <a:cubicBezTo>
                  <a:pt x="69861" y="0"/>
                  <a:pt x="89762" y="19871"/>
                  <a:pt x="89762" y="44383"/>
                </a:cubicBezTo>
                <a:close/>
              </a:path>
            </a:pathLst>
          </a:custGeom>
          <a:solidFill>
            <a:srgbClr val="FFFFFF"/>
          </a:solidFill>
          <a:ln w="634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97" name="Ellipse [Figma 9887:64170]">
            <a:extLst>
              <a:ext uri="{FF2B5EF4-FFF2-40B4-BE49-F238E27FC236}">
                <a16:creationId xmlns:a16="http://schemas.microsoft.com/office/drawing/2014/main" id="{146E4B24-0F4D-43DA-A95F-0B7988E70471}"/>
              </a:ext>
            </a:extLst>
          </p:cNvPr>
          <p:cNvSpPr/>
          <p:nvPr userDrawn="1"/>
        </p:nvSpPr>
        <p:spPr>
          <a:xfrm>
            <a:off x="2597085" y="3867053"/>
            <a:ext cx="50799" cy="5079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Текст 2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761982" y="1719897"/>
            <a:ext cx="2630668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</a:t>
            </a:r>
          </a:p>
        </p:txBody>
      </p:sp>
      <p:sp>
        <p:nvSpPr>
          <p:cNvPr id="83" name="Текст 5"/>
          <p:cNvSpPr>
            <a:spLocks noGrp="1"/>
          </p:cNvSpPr>
          <p:nvPr userDrawn="1">
            <p:ph type="body" sz="quarter" idx="17"/>
          </p:nvPr>
        </p:nvSpPr>
        <p:spPr>
          <a:xfrm>
            <a:off x="747448" y="2047876"/>
            <a:ext cx="2630668" cy="54525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4" name="Текст 2">
            <a:extLst>
              <a:ext uri="{FF2B5EF4-FFF2-40B4-BE49-F238E27FC236}">
                <a16:creationId xmlns:a16="http://schemas.microsoft.com/office/drawing/2014/main" id="{03B73AE0-BB68-4609-A6C7-CB4B4660A45E}"/>
              </a:ext>
            </a:extLst>
          </p:cNvPr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5159962" y="2403281"/>
            <a:ext cx="1877396" cy="24618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ts val="192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</a:t>
            </a:r>
          </a:p>
        </p:txBody>
      </p:sp>
      <p:sp>
        <p:nvSpPr>
          <p:cNvPr id="105" name="Текст 5">
            <a:extLst>
              <a:ext uri="{FF2B5EF4-FFF2-40B4-BE49-F238E27FC236}">
                <a16:creationId xmlns:a16="http://schemas.microsoft.com/office/drawing/2014/main" id="{8DDEC0A7-16B8-481A-B5E5-924BB89A5DB7}"/>
              </a:ext>
            </a:extLst>
          </p:cNvPr>
          <p:cNvSpPr>
            <a:spLocks noGrp="1"/>
          </p:cNvSpPr>
          <p:nvPr userDrawn="1">
            <p:ph type="body" sz="quarter" idx="29"/>
          </p:nvPr>
        </p:nvSpPr>
        <p:spPr>
          <a:xfrm>
            <a:off x="5145428" y="2731260"/>
            <a:ext cx="1877396" cy="545252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6" name="Текст 2">
            <a:extLst>
              <a:ext uri="{FF2B5EF4-FFF2-40B4-BE49-F238E27FC236}">
                <a16:creationId xmlns:a16="http://schemas.microsoft.com/office/drawing/2014/main" id="{D78EA89E-087E-4492-B2BF-A350C015A0DE}"/>
              </a:ext>
            </a:extLst>
          </p:cNvPr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4029605" y="4409771"/>
            <a:ext cx="1877396" cy="24618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ts val="192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</a:t>
            </a:r>
          </a:p>
        </p:txBody>
      </p:sp>
      <p:sp>
        <p:nvSpPr>
          <p:cNvPr id="107" name="Текст 5">
            <a:extLst>
              <a:ext uri="{FF2B5EF4-FFF2-40B4-BE49-F238E27FC236}">
                <a16:creationId xmlns:a16="http://schemas.microsoft.com/office/drawing/2014/main" id="{E1666147-F70F-41A7-B7BE-97BABCBBC3EA}"/>
              </a:ext>
            </a:extLst>
          </p:cNvPr>
          <p:cNvSpPr>
            <a:spLocks noGrp="1"/>
          </p:cNvSpPr>
          <p:nvPr userDrawn="1">
            <p:ph type="body" sz="quarter" idx="31"/>
          </p:nvPr>
        </p:nvSpPr>
        <p:spPr>
          <a:xfrm>
            <a:off x="4015071" y="4737750"/>
            <a:ext cx="1877396" cy="545252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8" name="Текст 2">
            <a:extLst>
              <a:ext uri="{FF2B5EF4-FFF2-40B4-BE49-F238E27FC236}">
                <a16:creationId xmlns:a16="http://schemas.microsoft.com/office/drawing/2014/main" id="{CB7AC794-6B16-4835-98FC-2BB3388274C1}"/>
              </a:ext>
            </a:extLst>
          </p:cNvPr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6397204" y="4387618"/>
            <a:ext cx="1877396" cy="24618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ts val="192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</a:t>
            </a:r>
          </a:p>
        </p:txBody>
      </p:sp>
      <p:sp>
        <p:nvSpPr>
          <p:cNvPr id="109" name="Текст 5">
            <a:extLst>
              <a:ext uri="{FF2B5EF4-FFF2-40B4-BE49-F238E27FC236}">
                <a16:creationId xmlns:a16="http://schemas.microsoft.com/office/drawing/2014/main" id="{4F655215-8C2B-45EC-8E34-B7B22609727B}"/>
              </a:ext>
            </a:extLst>
          </p:cNvPr>
          <p:cNvSpPr>
            <a:spLocks noGrp="1"/>
          </p:cNvSpPr>
          <p:nvPr userDrawn="1">
            <p:ph type="body" sz="quarter" idx="33"/>
          </p:nvPr>
        </p:nvSpPr>
        <p:spPr>
          <a:xfrm>
            <a:off x="6382670" y="4715597"/>
            <a:ext cx="1877396" cy="545252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0" name="Текст 2">
            <a:extLst>
              <a:ext uri="{FF2B5EF4-FFF2-40B4-BE49-F238E27FC236}">
                <a16:creationId xmlns:a16="http://schemas.microsoft.com/office/drawing/2014/main" id="{8FEB028D-EA92-4653-8D7A-C0F8FD68507E}"/>
              </a:ext>
            </a:extLst>
          </p:cNvPr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748470" y="5086059"/>
            <a:ext cx="2644179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</a:t>
            </a:r>
          </a:p>
        </p:txBody>
      </p:sp>
      <p:sp>
        <p:nvSpPr>
          <p:cNvPr id="111" name="Текст 5">
            <a:extLst>
              <a:ext uri="{FF2B5EF4-FFF2-40B4-BE49-F238E27FC236}">
                <a16:creationId xmlns:a16="http://schemas.microsoft.com/office/drawing/2014/main" id="{BE1D1178-0E40-47F7-B374-13D7CCAE0495}"/>
              </a:ext>
            </a:extLst>
          </p:cNvPr>
          <p:cNvSpPr>
            <a:spLocks noGrp="1"/>
          </p:cNvSpPr>
          <p:nvPr userDrawn="1">
            <p:ph type="body" sz="quarter" idx="35"/>
          </p:nvPr>
        </p:nvSpPr>
        <p:spPr>
          <a:xfrm>
            <a:off x="733936" y="5414038"/>
            <a:ext cx="2644179" cy="54525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2" name="Текст 2">
            <a:extLst>
              <a:ext uri="{FF2B5EF4-FFF2-40B4-BE49-F238E27FC236}">
                <a16:creationId xmlns:a16="http://schemas.microsoft.com/office/drawing/2014/main" id="{5D31FD95-6142-4B01-A620-A1787AA00490}"/>
              </a:ext>
            </a:extLst>
          </p:cNvPr>
          <p:cNvSpPr>
            <a:spLocks noGrp="1"/>
          </p:cNvSpPr>
          <p:nvPr userDrawn="1">
            <p:ph type="body" sz="quarter" idx="36" hasCustomPrompt="1"/>
          </p:nvPr>
        </p:nvSpPr>
        <p:spPr>
          <a:xfrm>
            <a:off x="8894582" y="1728516"/>
            <a:ext cx="2630668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</a:t>
            </a:r>
          </a:p>
        </p:txBody>
      </p:sp>
      <p:sp>
        <p:nvSpPr>
          <p:cNvPr id="113" name="Текст 5">
            <a:extLst>
              <a:ext uri="{FF2B5EF4-FFF2-40B4-BE49-F238E27FC236}">
                <a16:creationId xmlns:a16="http://schemas.microsoft.com/office/drawing/2014/main" id="{9BE718C1-ECA5-4944-99B1-9FC9A53AB16C}"/>
              </a:ext>
            </a:extLst>
          </p:cNvPr>
          <p:cNvSpPr>
            <a:spLocks noGrp="1"/>
          </p:cNvSpPr>
          <p:nvPr userDrawn="1">
            <p:ph type="body" sz="quarter" idx="37"/>
          </p:nvPr>
        </p:nvSpPr>
        <p:spPr>
          <a:xfrm>
            <a:off x="8880048" y="2056495"/>
            <a:ext cx="2630668" cy="54525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4" name="Текст 2">
            <a:extLst>
              <a:ext uri="{FF2B5EF4-FFF2-40B4-BE49-F238E27FC236}">
                <a16:creationId xmlns:a16="http://schemas.microsoft.com/office/drawing/2014/main" id="{2D8FAA86-E294-4726-A8A0-71DB7A4E1A27}"/>
              </a:ext>
            </a:extLst>
          </p:cNvPr>
          <p:cNvSpPr>
            <a:spLocks noGrp="1"/>
          </p:cNvSpPr>
          <p:nvPr userDrawn="1">
            <p:ph type="body" sz="quarter" idx="38" hasCustomPrompt="1"/>
          </p:nvPr>
        </p:nvSpPr>
        <p:spPr>
          <a:xfrm>
            <a:off x="8905276" y="3268654"/>
            <a:ext cx="851751" cy="8556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200" spc="-6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115" name="Текст 5">
            <a:extLst>
              <a:ext uri="{FF2B5EF4-FFF2-40B4-BE49-F238E27FC236}">
                <a16:creationId xmlns:a16="http://schemas.microsoft.com/office/drawing/2014/main" id="{A66286F5-5C88-4E32-A361-9E3EB4961E2F}"/>
              </a:ext>
            </a:extLst>
          </p:cNvPr>
          <p:cNvSpPr>
            <a:spLocks noGrp="1"/>
          </p:cNvSpPr>
          <p:nvPr userDrawn="1">
            <p:ph type="body" sz="quarter" idx="39"/>
          </p:nvPr>
        </p:nvSpPr>
        <p:spPr>
          <a:xfrm>
            <a:off x="8901127" y="4208791"/>
            <a:ext cx="2554273" cy="7791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470263082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зырьковая 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Пузырьковая диаграмма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1829FBE-BA79-4C38-8507-4F3D32298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pic>
        <p:nvPicPr>
          <p:cNvPr id="59" name="Frame 2147204091 [Figma 9887:63783]" descr="Frame 2147204091. прозрачность группы">
            <a:extLst>
              <a:ext uri="{FF2B5EF4-FFF2-40B4-BE49-F238E27FC236}">
                <a16:creationId xmlns:a16="http://schemas.microsoft.com/office/drawing/2014/main" id="{0ADA4248-ACD7-4CD6-92F0-5C35EDA8A79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18106" y="2849987"/>
            <a:ext cx="3174921" cy="3174921"/>
          </a:xfrm>
          <a:prstGeom prst="rect">
            <a:avLst/>
          </a:prstGeom>
        </p:spPr>
      </p:pic>
      <p:sp>
        <p:nvSpPr>
          <p:cNvPr id="82" name="Текст 5">
            <a:extLst>
              <a:ext uri="{FF2B5EF4-FFF2-40B4-BE49-F238E27FC236}">
                <a16:creationId xmlns:a16="http://schemas.microsoft.com/office/drawing/2014/main" id="{6ACF8E65-60E6-4072-AC11-96224D1DF4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50055" y="2373566"/>
            <a:ext cx="5270154" cy="383502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Clr>
                <a:srgbClr val="1E4BD2"/>
              </a:buClr>
              <a:buSzPct val="120000"/>
              <a:buFont typeface="Arial" panose="020B0604020202020204" pitchFamily="34" charset="0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3" name="Текст 2">
            <a:extLst>
              <a:ext uri="{FF2B5EF4-FFF2-40B4-BE49-F238E27FC236}">
                <a16:creationId xmlns:a16="http://schemas.microsoft.com/office/drawing/2014/main" id="{B889F4C0-0613-4921-A3EE-6BAE39976B6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908627" y="1541657"/>
            <a:ext cx="4759498" cy="44673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</a:t>
            </a:r>
          </a:p>
        </p:txBody>
      </p:sp>
      <p:sp>
        <p:nvSpPr>
          <p:cNvPr id="84" name="Текст 2">
            <a:extLst>
              <a:ext uri="{FF2B5EF4-FFF2-40B4-BE49-F238E27FC236}">
                <a16:creationId xmlns:a16="http://schemas.microsoft.com/office/drawing/2014/main" id="{2B1640A0-36E4-4A57-8BA5-C3F775C9B4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97502" y="1528995"/>
            <a:ext cx="5115364" cy="44673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 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0C95A4DB-9C1C-4735-8353-D20AAD7EAE8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83864" y="2209251"/>
            <a:ext cx="631031" cy="1409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D9D2DBBC-C9C8-4C44-A052-7A4EAF2DB95B}"/>
              </a:ext>
            </a:extLst>
          </p:cNvPr>
          <p:cNvSpPr/>
          <p:nvPr userDrawn="1"/>
        </p:nvSpPr>
        <p:spPr>
          <a:xfrm>
            <a:off x="571486" y="2209251"/>
            <a:ext cx="144000" cy="144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85" name="Текст 8">
            <a:extLst>
              <a:ext uri="{FF2B5EF4-FFF2-40B4-BE49-F238E27FC236}">
                <a16:creationId xmlns:a16="http://schemas.microsoft.com/office/drawing/2014/main" id="{E6AB38F0-EF0B-401F-ABC9-F2F9C7E50A9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702294" y="2209251"/>
            <a:ext cx="631031" cy="1409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86" name="Овал 85">
            <a:extLst>
              <a:ext uri="{FF2B5EF4-FFF2-40B4-BE49-F238E27FC236}">
                <a16:creationId xmlns:a16="http://schemas.microsoft.com/office/drawing/2014/main" id="{51D16754-5BD9-4C0C-9F4A-62536C81273E}"/>
              </a:ext>
            </a:extLst>
          </p:cNvPr>
          <p:cNvSpPr/>
          <p:nvPr userDrawn="1"/>
        </p:nvSpPr>
        <p:spPr>
          <a:xfrm>
            <a:off x="1489916" y="2209251"/>
            <a:ext cx="144000" cy="14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89" name="Текст 8">
            <a:extLst>
              <a:ext uri="{FF2B5EF4-FFF2-40B4-BE49-F238E27FC236}">
                <a16:creationId xmlns:a16="http://schemas.microsoft.com/office/drawing/2014/main" id="{442564AD-16C4-452D-823E-6B93D7EE972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621401" y="2209251"/>
            <a:ext cx="631031" cy="1409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90" name="Овал 89">
            <a:extLst>
              <a:ext uri="{FF2B5EF4-FFF2-40B4-BE49-F238E27FC236}">
                <a16:creationId xmlns:a16="http://schemas.microsoft.com/office/drawing/2014/main" id="{CEC48FC3-74EA-4389-BDF3-45E492411916}"/>
              </a:ext>
            </a:extLst>
          </p:cNvPr>
          <p:cNvSpPr/>
          <p:nvPr userDrawn="1"/>
        </p:nvSpPr>
        <p:spPr>
          <a:xfrm>
            <a:off x="2409023" y="2209251"/>
            <a:ext cx="144000" cy="14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91" name="Текст 8">
            <a:extLst>
              <a:ext uri="{FF2B5EF4-FFF2-40B4-BE49-F238E27FC236}">
                <a16:creationId xmlns:a16="http://schemas.microsoft.com/office/drawing/2014/main" id="{72B0736C-1442-4FCD-AC17-463B3C0B703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543218" y="2209251"/>
            <a:ext cx="631031" cy="1409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92" name="Овал 91">
            <a:extLst>
              <a:ext uri="{FF2B5EF4-FFF2-40B4-BE49-F238E27FC236}">
                <a16:creationId xmlns:a16="http://schemas.microsoft.com/office/drawing/2014/main" id="{BCF6C106-3D9C-4508-8A11-5D2ED900ED1A}"/>
              </a:ext>
            </a:extLst>
          </p:cNvPr>
          <p:cNvSpPr/>
          <p:nvPr userDrawn="1"/>
        </p:nvSpPr>
        <p:spPr>
          <a:xfrm>
            <a:off x="3330840" y="2209251"/>
            <a:ext cx="144000" cy="144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93" name="Текст 8">
            <a:extLst>
              <a:ext uri="{FF2B5EF4-FFF2-40B4-BE49-F238E27FC236}">
                <a16:creationId xmlns:a16="http://schemas.microsoft.com/office/drawing/2014/main" id="{FC3E76E5-8845-485D-94D7-02094D49405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83864" y="2438728"/>
            <a:ext cx="631031" cy="1409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94" name="Овал 93">
            <a:extLst>
              <a:ext uri="{FF2B5EF4-FFF2-40B4-BE49-F238E27FC236}">
                <a16:creationId xmlns:a16="http://schemas.microsoft.com/office/drawing/2014/main" id="{F0F6FB23-943B-4232-A8E4-24A27654B752}"/>
              </a:ext>
            </a:extLst>
          </p:cNvPr>
          <p:cNvSpPr/>
          <p:nvPr userDrawn="1"/>
        </p:nvSpPr>
        <p:spPr>
          <a:xfrm>
            <a:off x="571486" y="2438728"/>
            <a:ext cx="144000" cy="144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95" name="Текст 8">
            <a:extLst>
              <a:ext uri="{FF2B5EF4-FFF2-40B4-BE49-F238E27FC236}">
                <a16:creationId xmlns:a16="http://schemas.microsoft.com/office/drawing/2014/main" id="{2AE5C641-8419-4610-8E55-9B193413F35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702294" y="2438728"/>
            <a:ext cx="631031" cy="1409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96" name="Овал 95">
            <a:extLst>
              <a:ext uri="{FF2B5EF4-FFF2-40B4-BE49-F238E27FC236}">
                <a16:creationId xmlns:a16="http://schemas.microsoft.com/office/drawing/2014/main" id="{0797E723-6244-483C-B1A2-06FE503C9B5E}"/>
              </a:ext>
            </a:extLst>
          </p:cNvPr>
          <p:cNvSpPr/>
          <p:nvPr userDrawn="1"/>
        </p:nvSpPr>
        <p:spPr>
          <a:xfrm>
            <a:off x="1489916" y="2438728"/>
            <a:ext cx="144000" cy="14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97" name="Текст 8">
            <a:extLst>
              <a:ext uri="{FF2B5EF4-FFF2-40B4-BE49-F238E27FC236}">
                <a16:creationId xmlns:a16="http://schemas.microsoft.com/office/drawing/2014/main" id="{F5BBB98B-B9A7-4357-A750-960A6C5D755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621401" y="2438728"/>
            <a:ext cx="631031" cy="1409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04" name="Овал 103">
            <a:extLst>
              <a:ext uri="{FF2B5EF4-FFF2-40B4-BE49-F238E27FC236}">
                <a16:creationId xmlns:a16="http://schemas.microsoft.com/office/drawing/2014/main" id="{77FC2925-B01A-4587-9F22-79BE6468D157}"/>
              </a:ext>
            </a:extLst>
          </p:cNvPr>
          <p:cNvSpPr/>
          <p:nvPr userDrawn="1"/>
        </p:nvSpPr>
        <p:spPr>
          <a:xfrm>
            <a:off x="2409023" y="2438728"/>
            <a:ext cx="144000" cy="14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105" name="Текст 8">
            <a:extLst>
              <a:ext uri="{FF2B5EF4-FFF2-40B4-BE49-F238E27FC236}">
                <a16:creationId xmlns:a16="http://schemas.microsoft.com/office/drawing/2014/main" id="{1B9FFA4A-F4A3-4C2F-9D13-6A85776473A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543218" y="2438728"/>
            <a:ext cx="631031" cy="1409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06" name="Овал 105">
            <a:extLst>
              <a:ext uri="{FF2B5EF4-FFF2-40B4-BE49-F238E27FC236}">
                <a16:creationId xmlns:a16="http://schemas.microsoft.com/office/drawing/2014/main" id="{D1269040-F0F2-46E2-9430-296934C558D7}"/>
              </a:ext>
            </a:extLst>
          </p:cNvPr>
          <p:cNvSpPr/>
          <p:nvPr userDrawn="1"/>
        </p:nvSpPr>
        <p:spPr>
          <a:xfrm>
            <a:off x="3330840" y="2438728"/>
            <a:ext cx="144000" cy="144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107" name="Текст 8">
            <a:extLst>
              <a:ext uri="{FF2B5EF4-FFF2-40B4-BE49-F238E27FC236}">
                <a16:creationId xmlns:a16="http://schemas.microsoft.com/office/drawing/2014/main" id="{925EF63B-8D13-45B5-8B1D-F6647CAA5D3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920023" y="2838493"/>
            <a:ext cx="914744" cy="26095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строчки</a:t>
            </a:r>
          </a:p>
        </p:txBody>
      </p:sp>
      <p:sp>
        <p:nvSpPr>
          <p:cNvPr id="109" name="Текст 8">
            <a:extLst>
              <a:ext uri="{FF2B5EF4-FFF2-40B4-BE49-F238E27FC236}">
                <a16:creationId xmlns:a16="http://schemas.microsoft.com/office/drawing/2014/main" id="{0766D8B1-AFF9-4237-98B2-2485AEDF008B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938333" y="3353338"/>
            <a:ext cx="914744" cy="13924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10" name="Текст 8">
            <a:extLst>
              <a:ext uri="{FF2B5EF4-FFF2-40B4-BE49-F238E27FC236}">
                <a16:creationId xmlns:a16="http://schemas.microsoft.com/office/drawing/2014/main" id="{0B11F69F-3029-4579-942A-AAF5B28D8CA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938333" y="4378997"/>
            <a:ext cx="914744" cy="13924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11" name="Текст 8">
            <a:extLst>
              <a:ext uri="{FF2B5EF4-FFF2-40B4-BE49-F238E27FC236}">
                <a16:creationId xmlns:a16="http://schemas.microsoft.com/office/drawing/2014/main" id="{801E9BAE-07B9-4799-B15C-5CEB5C44B2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938333" y="5425012"/>
            <a:ext cx="914744" cy="13924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12" name="Текст 8">
            <a:extLst>
              <a:ext uri="{FF2B5EF4-FFF2-40B4-BE49-F238E27FC236}">
                <a16:creationId xmlns:a16="http://schemas.microsoft.com/office/drawing/2014/main" id="{19D5D318-45BD-4ADA-9F42-EE3891D6293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60180" y="6094234"/>
            <a:ext cx="792843" cy="13924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960"/>
              </a:lnSpc>
              <a:buNone/>
              <a:defRPr sz="8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13" name="Текст 8">
            <a:extLst>
              <a:ext uri="{FF2B5EF4-FFF2-40B4-BE49-F238E27FC236}">
                <a16:creationId xmlns:a16="http://schemas.microsoft.com/office/drawing/2014/main" id="{2C7B6D5E-E98F-4077-9C51-728DC45BE47E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809144" y="6117944"/>
            <a:ext cx="792843" cy="13924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960"/>
              </a:lnSpc>
              <a:buNone/>
              <a:defRPr sz="8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14" name="Текст 8">
            <a:extLst>
              <a:ext uri="{FF2B5EF4-FFF2-40B4-BE49-F238E27FC236}">
                <a16:creationId xmlns:a16="http://schemas.microsoft.com/office/drawing/2014/main" id="{58AF2E7C-6B83-4176-BFFB-2F9836687AD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858108" y="6117944"/>
            <a:ext cx="792843" cy="13924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960"/>
              </a:lnSpc>
              <a:buNone/>
              <a:defRPr sz="8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15" name="Текст 8">
            <a:extLst>
              <a:ext uri="{FF2B5EF4-FFF2-40B4-BE49-F238E27FC236}">
                <a16:creationId xmlns:a16="http://schemas.microsoft.com/office/drawing/2014/main" id="{7A2681FD-8DB0-4854-B312-D1916D616FDE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71485" y="5947633"/>
            <a:ext cx="932574" cy="26095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строчки</a:t>
            </a:r>
          </a:p>
        </p:txBody>
      </p:sp>
      <p:sp>
        <p:nvSpPr>
          <p:cNvPr id="118" name="Текст 8">
            <a:extLst>
              <a:ext uri="{FF2B5EF4-FFF2-40B4-BE49-F238E27FC236}">
                <a16:creationId xmlns:a16="http://schemas.microsoft.com/office/drawing/2014/main" id="{21C6D5A7-A41F-4965-B92F-63E66B2E322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391754" y="3048001"/>
            <a:ext cx="345390" cy="30533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buNone/>
              <a:defRPr sz="1400" kern="400" spc="-1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121" name="Текст 8">
            <a:extLst>
              <a:ext uri="{FF2B5EF4-FFF2-40B4-BE49-F238E27FC236}">
                <a16:creationId xmlns:a16="http://schemas.microsoft.com/office/drawing/2014/main" id="{2157C86C-AE77-4D15-AEA1-5C2652060B31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784796" y="4024398"/>
            <a:ext cx="345390" cy="30533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buNone/>
              <a:defRPr sz="1400" kern="400" spc="-1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122" name="Текст 8">
            <a:extLst>
              <a:ext uri="{FF2B5EF4-FFF2-40B4-BE49-F238E27FC236}">
                <a16:creationId xmlns:a16="http://schemas.microsoft.com/office/drawing/2014/main" id="{2B468D17-1AC4-40BE-9EB1-B326D9385B2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629065" y="3621221"/>
            <a:ext cx="345390" cy="30533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buNone/>
              <a:defRPr sz="1400" kern="400" spc="-1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123" name="Текст 8">
            <a:extLst>
              <a:ext uri="{FF2B5EF4-FFF2-40B4-BE49-F238E27FC236}">
                <a16:creationId xmlns:a16="http://schemas.microsoft.com/office/drawing/2014/main" id="{45E5E3DC-BFFF-4BB0-8AF5-42F7C809745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4274703" y="3806509"/>
            <a:ext cx="345390" cy="30533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buNone/>
              <a:defRPr sz="1400" kern="400" spc="-1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124" name="Текст 8">
            <a:extLst>
              <a:ext uri="{FF2B5EF4-FFF2-40B4-BE49-F238E27FC236}">
                <a16:creationId xmlns:a16="http://schemas.microsoft.com/office/drawing/2014/main" id="{1839F083-B673-4BF4-B8A5-6B6CA933972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205565" y="5411592"/>
            <a:ext cx="345390" cy="30533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buNone/>
              <a:defRPr sz="1400" kern="400" spc="-1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125" name="Текст 8">
            <a:extLst>
              <a:ext uri="{FF2B5EF4-FFF2-40B4-BE49-F238E27FC236}">
                <a16:creationId xmlns:a16="http://schemas.microsoft.com/office/drawing/2014/main" id="{C388E098-50DA-41C3-9D6C-EEBD4B139CA5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566871" y="4995658"/>
            <a:ext cx="248641" cy="2008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buNone/>
              <a:defRPr sz="1400" kern="400" spc="-1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126" name="Текст 8">
            <a:extLst>
              <a:ext uri="{FF2B5EF4-FFF2-40B4-BE49-F238E27FC236}">
                <a16:creationId xmlns:a16="http://schemas.microsoft.com/office/drawing/2014/main" id="{A8D43105-6F24-458D-BA40-4304BC86DFF4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208199" y="4392849"/>
            <a:ext cx="218112" cy="20758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buNone/>
              <a:defRPr sz="1400" kern="400" spc="-1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962342818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Диаграммы и карточ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2 Диаграммы и карточка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1829FBE-BA79-4C38-8507-4F3D32298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5" name="Текст 4">
            <a:extLst>
              <a:ext uri="{FF2B5EF4-FFF2-40B4-BE49-F238E27FC236}">
                <a16:creationId xmlns:a16="http://schemas.microsoft.com/office/drawing/2014/main" id="{29A9E8E6-08ED-4159-872F-C655C7080CD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86762" y="1578497"/>
            <a:ext cx="4748888" cy="37412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раздела</a:t>
            </a:r>
          </a:p>
        </p:txBody>
      </p:sp>
      <p:sp>
        <p:nvSpPr>
          <p:cNvPr id="63" name="Текст 4">
            <a:extLst>
              <a:ext uri="{FF2B5EF4-FFF2-40B4-BE49-F238E27FC236}">
                <a16:creationId xmlns:a16="http://schemas.microsoft.com/office/drawing/2014/main" id="{6F184D21-8E1D-47E9-8716-D2D68C1C692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861943" y="1578497"/>
            <a:ext cx="4748888" cy="37412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</a:t>
            </a:r>
            <a:r>
              <a:rPr lang="ru-RU" dirty="0" err="1"/>
              <a:t>разздела</a:t>
            </a:r>
            <a:endParaRPr lang="ru-RU" dirty="0"/>
          </a:p>
        </p:txBody>
      </p:sp>
      <p:sp>
        <p:nvSpPr>
          <p:cNvPr id="65" name="Текст 4">
            <a:extLst>
              <a:ext uri="{FF2B5EF4-FFF2-40B4-BE49-F238E27FC236}">
                <a16:creationId xmlns:a16="http://schemas.microsoft.com/office/drawing/2014/main" id="{B4FF79CC-6C81-4E3D-9CBB-B4FD5652107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95328" y="5212012"/>
            <a:ext cx="2484142" cy="37412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800"/>
              </a:lnSpc>
              <a:buNone/>
              <a:defRPr sz="18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раздела</a:t>
            </a:r>
          </a:p>
        </p:txBody>
      </p:sp>
      <p:sp>
        <p:nvSpPr>
          <p:cNvPr id="70" name="Текст 4">
            <a:extLst>
              <a:ext uri="{FF2B5EF4-FFF2-40B4-BE49-F238E27FC236}">
                <a16:creationId xmlns:a16="http://schemas.microsoft.com/office/drawing/2014/main" id="{9AE42752-DC29-479D-A8FD-DB669126503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71485" y="5669292"/>
            <a:ext cx="7591439" cy="49249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ts val="16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916780372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Кольцевая 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77501"/>
            <a:ext cx="9154800" cy="495624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>
                <a:effectLst/>
              </a:rPr>
              <a:t>пузырьковая диаграмма</a:t>
            </a:r>
            <a:endParaRPr lang="ru-RU" dirty="0"/>
          </a:p>
        </p:txBody>
      </p:sp>
      <p:sp>
        <p:nvSpPr>
          <p:cNvPr id="16" name="Номер слайда 4">
            <a:extLst>
              <a:ext uri="{FF2B5EF4-FFF2-40B4-BE49-F238E27FC236}">
                <a16:creationId xmlns:a16="http://schemas.microsoft.com/office/drawing/2014/main" id="{15898042-DD2A-4A1C-8E4F-A38FFDF3D34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4FA5F9-3777-43AA-8E5A-9BAC1BCBECEA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5FB2A88-F839-4508-B107-B1B544FE62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70" name="Текст 69">
            <a:extLst>
              <a:ext uri="{FF2B5EF4-FFF2-40B4-BE49-F238E27FC236}">
                <a16:creationId xmlns:a16="http://schemas.microsoft.com/office/drawing/2014/main" id="{4D912E6B-7E22-4ECD-9C47-79265761794C}"/>
              </a:ext>
            </a:extLst>
          </p:cNvPr>
          <p:cNvSpPr>
            <a:spLocks noGrp="1"/>
          </p:cNvSpPr>
          <p:nvPr userDrawn="1">
            <p:ph type="body" sz="quarter" idx="22"/>
          </p:nvPr>
        </p:nvSpPr>
        <p:spPr>
          <a:xfrm>
            <a:off x="6908800" y="1532847"/>
            <a:ext cx="4677410" cy="51053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69">
            <a:extLst>
              <a:ext uri="{FF2B5EF4-FFF2-40B4-BE49-F238E27FC236}">
                <a16:creationId xmlns:a16="http://schemas.microsoft.com/office/drawing/2014/main" id="{0FC53DB5-60B5-4385-92AF-A6DC80E3134A}"/>
              </a:ext>
            </a:extLst>
          </p:cNvPr>
          <p:cNvSpPr>
            <a:spLocks noGrp="1"/>
          </p:cNvSpPr>
          <p:nvPr userDrawn="1">
            <p:ph type="body" sz="quarter" idx="23"/>
          </p:nvPr>
        </p:nvSpPr>
        <p:spPr>
          <a:xfrm>
            <a:off x="6908800" y="2416885"/>
            <a:ext cx="4677410" cy="3358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69">
            <a:extLst>
              <a:ext uri="{FF2B5EF4-FFF2-40B4-BE49-F238E27FC236}">
                <a16:creationId xmlns:a16="http://schemas.microsoft.com/office/drawing/2014/main" id="{96436BF2-CDF4-4603-A5EC-AB171A47DB1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7841" y="5586587"/>
            <a:ext cx="3726213" cy="594849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ts val="14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69">
            <a:extLst>
              <a:ext uri="{FF2B5EF4-FFF2-40B4-BE49-F238E27FC236}">
                <a16:creationId xmlns:a16="http://schemas.microsoft.com/office/drawing/2014/main" id="{66CF7010-0B08-467F-954C-FFD2044995F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413340" y="5102097"/>
            <a:ext cx="5172870" cy="1054709"/>
          </a:xfrm>
          <a:prstGeom prst="rect">
            <a:avLst/>
          </a:prstGeom>
        </p:spPr>
        <p:txBody>
          <a:bodyPr lIns="0" tIns="0" rIns="0" bIns="0" anchor="t" anchorCtr="0"/>
          <a:lstStyle>
            <a:lvl1pPr marL="179388" indent="-179388">
              <a:lnSpc>
                <a:spcPts val="1400"/>
              </a:lnSpc>
              <a:buClr>
                <a:srgbClr val="1E4BD2"/>
              </a:buClr>
              <a:buSzPct val="120000"/>
              <a:buFont typeface="VTB Group Light" panose="020B0403040504020204" pitchFamily="34" charset="-52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  <a:endParaRPr lang="en-US" dirty="0"/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69">
            <a:extLst>
              <a:ext uri="{FF2B5EF4-FFF2-40B4-BE49-F238E27FC236}">
                <a16:creationId xmlns:a16="http://schemas.microsoft.com/office/drawing/2014/main" id="{5E4C52A8-B90A-4B1E-A457-C3C6E098170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168372" y="1532847"/>
            <a:ext cx="4677410" cy="51053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69">
            <a:extLst>
              <a:ext uri="{FF2B5EF4-FFF2-40B4-BE49-F238E27FC236}">
                <a16:creationId xmlns:a16="http://schemas.microsoft.com/office/drawing/2014/main" id="{294D9EAF-D4F1-418B-A9CF-6858DB3CB6D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908800" y="3409396"/>
            <a:ext cx="4677410" cy="3358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2215009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Лепестковая 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Текст 69">
            <a:extLst>
              <a:ext uri="{FF2B5EF4-FFF2-40B4-BE49-F238E27FC236}">
                <a16:creationId xmlns:a16="http://schemas.microsoft.com/office/drawing/2014/main" id="{D49FA5EF-39E6-42FD-A94A-CADD778324B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71486" y="5014253"/>
            <a:ext cx="4082948" cy="38607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0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7" name="Текст 69">
            <a:extLst>
              <a:ext uri="{FF2B5EF4-FFF2-40B4-BE49-F238E27FC236}">
                <a16:creationId xmlns:a16="http://schemas.microsoft.com/office/drawing/2014/main" id="{1AF8A0D3-09D2-4F66-954C-A53CBF804B4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71486" y="5527315"/>
            <a:ext cx="4082948" cy="813175"/>
          </a:xfrm>
          <a:prstGeom prst="rect">
            <a:avLst/>
          </a:prstGeom>
        </p:spPr>
        <p:txBody>
          <a:bodyPr lIns="0" tIns="0" rIns="0" bIns="0" anchor="t" anchorCtr="0"/>
          <a:lstStyle>
            <a:lvl1pPr marL="179388" indent="-179388">
              <a:lnSpc>
                <a:spcPts val="1400"/>
              </a:lnSpc>
              <a:buClr>
                <a:srgbClr val="1E4BD2"/>
              </a:buClr>
              <a:buSzPct val="120000"/>
              <a:buFont typeface="VTB Group Light" panose="020B0403040504020204" pitchFamily="34" charset="-52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  <a:endParaRPr lang="en-US" dirty="0"/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77501"/>
            <a:ext cx="9154800" cy="495624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>
                <a:effectLst/>
              </a:rPr>
              <a:t>лепестковая диаграмма</a:t>
            </a:r>
            <a:endParaRPr lang="ru-RU" dirty="0"/>
          </a:p>
        </p:txBody>
      </p:sp>
      <p:sp>
        <p:nvSpPr>
          <p:cNvPr id="16" name="Номер слайда 4">
            <a:extLst>
              <a:ext uri="{FF2B5EF4-FFF2-40B4-BE49-F238E27FC236}">
                <a16:creationId xmlns:a16="http://schemas.microsoft.com/office/drawing/2014/main" id="{15898042-DD2A-4A1C-8E4F-A38FFDF3D34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4FA5F9-3777-43AA-8E5A-9BAC1BCBECEA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5FB2A88-F839-4508-B107-B1B544FE62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103" name="Текст 69">
            <a:extLst>
              <a:ext uri="{FF2B5EF4-FFF2-40B4-BE49-F238E27FC236}">
                <a16:creationId xmlns:a16="http://schemas.microsoft.com/office/drawing/2014/main" id="{22D29AAC-E8B1-4814-83C4-1D1AC4DBCA8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486" y="1530299"/>
            <a:ext cx="4082948" cy="38607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0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4" name="Текст 69">
            <a:extLst>
              <a:ext uri="{FF2B5EF4-FFF2-40B4-BE49-F238E27FC236}">
                <a16:creationId xmlns:a16="http://schemas.microsoft.com/office/drawing/2014/main" id="{73FA3067-9B19-442C-9CBC-F436E39E73A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1486" y="2043361"/>
            <a:ext cx="4082948" cy="813175"/>
          </a:xfrm>
          <a:prstGeom prst="rect">
            <a:avLst/>
          </a:prstGeom>
        </p:spPr>
        <p:txBody>
          <a:bodyPr lIns="0" tIns="0" rIns="0" bIns="0" anchor="t" anchorCtr="0"/>
          <a:lstStyle>
            <a:lvl1pPr marL="179388" indent="-179388">
              <a:lnSpc>
                <a:spcPts val="1400"/>
              </a:lnSpc>
              <a:buClr>
                <a:srgbClr val="1E4BD2"/>
              </a:buClr>
              <a:buSzPct val="120000"/>
              <a:buFont typeface="VTB Group Light" panose="020B0403040504020204" pitchFamily="34" charset="-52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  <a:endParaRPr lang="en-US" dirty="0"/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9" name="Текст 69">
            <a:extLst>
              <a:ext uri="{FF2B5EF4-FFF2-40B4-BE49-F238E27FC236}">
                <a16:creationId xmlns:a16="http://schemas.microsoft.com/office/drawing/2014/main" id="{DE2DCFCE-0D55-4ABA-9C37-4B7145E0DC10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71486" y="3262817"/>
            <a:ext cx="4082948" cy="38607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0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0" name="Текст 69">
            <a:extLst>
              <a:ext uri="{FF2B5EF4-FFF2-40B4-BE49-F238E27FC236}">
                <a16:creationId xmlns:a16="http://schemas.microsoft.com/office/drawing/2014/main" id="{179694DC-C04E-49FC-AF8B-CD18D1F3298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71486" y="3775879"/>
            <a:ext cx="4082948" cy="813175"/>
          </a:xfrm>
          <a:prstGeom prst="rect">
            <a:avLst/>
          </a:prstGeom>
        </p:spPr>
        <p:txBody>
          <a:bodyPr lIns="0" tIns="0" rIns="0" bIns="0" anchor="t" anchorCtr="0"/>
          <a:lstStyle>
            <a:lvl1pPr marL="179388" indent="-179388">
              <a:lnSpc>
                <a:spcPts val="1400"/>
              </a:lnSpc>
              <a:buClr>
                <a:srgbClr val="1E4BD2"/>
              </a:buClr>
              <a:buSzPct val="120000"/>
              <a:buFont typeface="VTB Group Light" panose="020B0403040504020204" pitchFamily="34" charset="-52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  <a:endParaRPr lang="en-US" dirty="0"/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3" name="Текст 69">
            <a:extLst>
              <a:ext uri="{FF2B5EF4-FFF2-40B4-BE49-F238E27FC236}">
                <a16:creationId xmlns:a16="http://schemas.microsoft.com/office/drawing/2014/main" id="{E7CBE3E2-D8ED-466F-A287-FF222B4FA1B8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1092889" y="3176548"/>
            <a:ext cx="857825" cy="17253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800"/>
              </a:lnSpc>
              <a:buNone/>
              <a:defRPr sz="8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4" name="Текст 69">
            <a:extLst>
              <a:ext uri="{FF2B5EF4-FFF2-40B4-BE49-F238E27FC236}">
                <a16:creationId xmlns:a16="http://schemas.microsoft.com/office/drawing/2014/main" id="{C66D2BC6-F0BE-4973-9B8B-BE44AF8430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0092869" y="3689506"/>
            <a:ext cx="1718141" cy="416464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ts val="14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6" name="Текст 69">
            <a:extLst>
              <a:ext uri="{FF2B5EF4-FFF2-40B4-BE49-F238E27FC236}">
                <a16:creationId xmlns:a16="http://schemas.microsoft.com/office/drawing/2014/main" id="{AFBDD3A6-A990-46EA-808D-4C8A13188D3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9468532" y="5572533"/>
            <a:ext cx="1848933" cy="416464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ts val="14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8" name="Текст 69">
            <a:extLst>
              <a:ext uri="{FF2B5EF4-FFF2-40B4-BE49-F238E27FC236}">
                <a16:creationId xmlns:a16="http://schemas.microsoft.com/office/drawing/2014/main" id="{7FA7E962-2AB6-4262-9D4F-25F03E0D94D2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05430" y="5572533"/>
            <a:ext cx="1848933" cy="416464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r">
              <a:lnSpc>
                <a:spcPts val="14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0" name="Текст 69">
            <a:extLst>
              <a:ext uri="{FF2B5EF4-FFF2-40B4-BE49-F238E27FC236}">
                <a16:creationId xmlns:a16="http://schemas.microsoft.com/office/drawing/2014/main" id="{C9D833C4-142D-4314-8AD0-FAA5551A8E7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0197" y="3689506"/>
            <a:ext cx="1309617" cy="416464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r">
              <a:lnSpc>
                <a:spcPts val="14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2" name="Текст 69">
            <a:extLst>
              <a:ext uri="{FF2B5EF4-FFF2-40B4-BE49-F238E27FC236}">
                <a16:creationId xmlns:a16="http://schemas.microsoft.com/office/drawing/2014/main" id="{48DE2511-ABD0-4A6F-8DB3-BF501E362DC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915754" y="1968500"/>
            <a:ext cx="1950445" cy="376293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ts val="14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6" name="Текст 69">
            <a:extLst>
              <a:ext uri="{FF2B5EF4-FFF2-40B4-BE49-F238E27FC236}">
                <a16:creationId xmlns:a16="http://schemas.microsoft.com/office/drawing/2014/main" id="{7CFBC5BE-C028-49EC-8EEB-13D7FB52B58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082644" y="3651820"/>
            <a:ext cx="524905" cy="17253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6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00%</a:t>
            </a:r>
          </a:p>
        </p:txBody>
      </p:sp>
      <p:sp>
        <p:nvSpPr>
          <p:cNvPr id="128" name="Текст 69">
            <a:extLst>
              <a:ext uri="{FF2B5EF4-FFF2-40B4-BE49-F238E27FC236}">
                <a16:creationId xmlns:a16="http://schemas.microsoft.com/office/drawing/2014/main" id="{12D1E27D-ED6B-4BFA-AF88-FE671D962EC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863569" y="4426939"/>
            <a:ext cx="524905" cy="17253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6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00%</a:t>
            </a:r>
          </a:p>
        </p:txBody>
      </p:sp>
      <p:sp>
        <p:nvSpPr>
          <p:cNvPr id="129" name="Текст 69">
            <a:extLst>
              <a:ext uri="{FF2B5EF4-FFF2-40B4-BE49-F238E27FC236}">
                <a16:creationId xmlns:a16="http://schemas.microsoft.com/office/drawing/2014/main" id="{E2F78813-2958-4589-BDDB-58D51E8D252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239681" y="3069627"/>
            <a:ext cx="524905" cy="17253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6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00%</a:t>
            </a:r>
          </a:p>
        </p:txBody>
      </p:sp>
      <p:sp>
        <p:nvSpPr>
          <p:cNvPr id="130" name="Текст 69">
            <a:extLst>
              <a:ext uri="{FF2B5EF4-FFF2-40B4-BE49-F238E27FC236}">
                <a16:creationId xmlns:a16="http://schemas.microsoft.com/office/drawing/2014/main" id="{9ACF6651-5639-4544-9734-6C4C1163F049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615794" y="4841716"/>
            <a:ext cx="524905" cy="17253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6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00%</a:t>
            </a:r>
          </a:p>
        </p:txBody>
      </p:sp>
    </p:spTree>
    <p:extLst>
      <p:ext uri="{BB962C8B-B14F-4D97-AF65-F5344CB8AC3E}">
        <p14:creationId xmlns:p14="http://schemas.microsoft.com/office/powerpoint/2010/main" val="2452969740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иаграмма Ганн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77501"/>
            <a:ext cx="9154800" cy="495624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>
                <a:effectLst/>
              </a:rPr>
              <a:t>Диаграмма </a:t>
            </a:r>
            <a:r>
              <a:rPr lang="ru-RU" dirty="0" err="1">
                <a:effectLst/>
              </a:rPr>
              <a:t>ганна</a:t>
            </a:r>
            <a:endParaRPr lang="ru-RU" dirty="0"/>
          </a:p>
        </p:txBody>
      </p:sp>
      <p:sp>
        <p:nvSpPr>
          <p:cNvPr id="16" name="Номер слайда 4">
            <a:extLst>
              <a:ext uri="{FF2B5EF4-FFF2-40B4-BE49-F238E27FC236}">
                <a16:creationId xmlns:a16="http://schemas.microsoft.com/office/drawing/2014/main" id="{15898042-DD2A-4A1C-8E4F-A38FFDF3D34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4FA5F9-3777-43AA-8E5A-9BAC1BCBECEA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5FB2A88-F839-4508-B107-B1B544FE62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300691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тр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матрица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1829FBE-BA79-4C38-8507-4F3D32298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83" name="Текст 2">
            <a:extLst>
              <a:ext uri="{FF2B5EF4-FFF2-40B4-BE49-F238E27FC236}">
                <a16:creationId xmlns:a16="http://schemas.microsoft.com/office/drawing/2014/main" id="{B889F4C0-0613-4921-A3EE-6BAE39976B6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249714" y="1410681"/>
            <a:ext cx="7890982" cy="44673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92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</a:t>
            </a:r>
          </a:p>
        </p:txBody>
      </p:sp>
      <p:sp>
        <p:nvSpPr>
          <p:cNvPr id="84" name="Текст 2">
            <a:extLst>
              <a:ext uri="{FF2B5EF4-FFF2-40B4-BE49-F238E27FC236}">
                <a16:creationId xmlns:a16="http://schemas.microsoft.com/office/drawing/2014/main" id="{2B1640A0-36E4-4A57-8BA5-C3F775C9B4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80991" y="2225114"/>
            <a:ext cx="1393056" cy="44673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 </a:t>
            </a:r>
          </a:p>
        </p:txBody>
      </p:sp>
      <p:sp>
        <p:nvSpPr>
          <p:cNvPr id="110" name="Текст 8">
            <a:extLst>
              <a:ext uri="{FF2B5EF4-FFF2-40B4-BE49-F238E27FC236}">
                <a16:creationId xmlns:a16="http://schemas.microsoft.com/office/drawing/2014/main" id="{0B11F69F-3029-4579-942A-AAF5B28D8CA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1071" y="6132678"/>
            <a:ext cx="792843" cy="20757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>
              <a:lnSpc>
                <a:spcPct val="100000"/>
              </a:lnSpc>
              <a:buNone/>
              <a:defRPr sz="10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75" name="Текст 8">
            <a:extLst>
              <a:ext uri="{FF2B5EF4-FFF2-40B4-BE49-F238E27FC236}">
                <a16:creationId xmlns:a16="http://schemas.microsoft.com/office/drawing/2014/main" id="{B32A765B-9177-441C-86A8-1D227DA9050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981204" y="2000200"/>
            <a:ext cx="792843" cy="20757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>
              <a:lnSpc>
                <a:spcPct val="100000"/>
              </a:lnSpc>
              <a:buNone/>
              <a:defRPr sz="10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76" name="Текст 8">
            <a:extLst>
              <a:ext uri="{FF2B5EF4-FFF2-40B4-BE49-F238E27FC236}">
                <a16:creationId xmlns:a16="http://schemas.microsoft.com/office/drawing/2014/main" id="{618A559C-539F-4E32-B044-3D623A02F09D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0512282" y="6154862"/>
            <a:ext cx="792843" cy="20757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buNone/>
              <a:defRPr sz="10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79" name="Текст 2">
            <a:extLst>
              <a:ext uri="{FF2B5EF4-FFF2-40B4-BE49-F238E27FC236}">
                <a16:creationId xmlns:a16="http://schemas.microsoft.com/office/drawing/2014/main" id="{65E75AC2-7279-4458-8381-F86A3330B88B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512282" y="5609592"/>
            <a:ext cx="1393056" cy="44673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 </a:t>
            </a:r>
          </a:p>
        </p:txBody>
      </p:sp>
      <p:sp>
        <p:nvSpPr>
          <p:cNvPr id="80" name="Текст 2">
            <a:extLst>
              <a:ext uri="{FF2B5EF4-FFF2-40B4-BE49-F238E27FC236}">
                <a16:creationId xmlns:a16="http://schemas.microsoft.com/office/drawing/2014/main" id="{A387A644-5BE5-43A8-8EB2-0815282DCCAC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999959" y="3309671"/>
            <a:ext cx="3841895" cy="67359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920"/>
              </a:lnSpc>
              <a:buNone/>
              <a:defRPr sz="20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Название блока </a:t>
            </a:r>
          </a:p>
        </p:txBody>
      </p:sp>
      <p:sp>
        <p:nvSpPr>
          <p:cNvPr id="81" name="Текст 2">
            <a:extLst>
              <a:ext uri="{FF2B5EF4-FFF2-40B4-BE49-F238E27FC236}">
                <a16:creationId xmlns:a16="http://schemas.microsoft.com/office/drawing/2014/main" id="{470FFE1B-C8D7-4F68-9A9E-5A54E1585D2C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6350146" y="3307287"/>
            <a:ext cx="3841895" cy="67359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920"/>
              </a:lnSpc>
              <a:buNone/>
              <a:defRPr sz="20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Название блока </a:t>
            </a:r>
          </a:p>
        </p:txBody>
      </p:sp>
      <p:sp>
        <p:nvSpPr>
          <p:cNvPr id="87" name="Текст 2">
            <a:extLst>
              <a:ext uri="{FF2B5EF4-FFF2-40B4-BE49-F238E27FC236}">
                <a16:creationId xmlns:a16="http://schemas.microsoft.com/office/drawing/2014/main" id="{F79DA348-BC4B-40FD-8A95-FBC7F4D582CF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999807" y="5457985"/>
            <a:ext cx="3841895" cy="67359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920"/>
              </a:lnSpc>
              <a:buNone/>
              <a:defRPr sz="20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Название блока </a:t>
            </a:r>
          </a:p>
        </p:txBody>
      </p:sp>
      <p:sp>
        <p:nvSpPr>
          <p:cNvPr id="88" name="Текст 2">
            <a:extLst>
              <a:ext uri="{FF2B5EF4-FFF2-40B4-BE49-F238E27FC236}">
                <a16:creationId xmlns:a16="http://schemas.microsoft.com/office/drawing/2014/main" id="{05B00497-2400-4B85-BBD4-F7AA681B10CD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349994" y="5480840"/>
            <a:ext cx="3841895" cy="67359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920"/>
              </a:lnSpc>
              <a:buNone/>
              <a:defRPr sz="20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Название блока </a:t>
            </a:r>
          </a:p>
        </p:txBody>
      </p:sp>
    </p:spTree>
    <p:extLst>
      <p:ext uri="{BB962C8B-B14F-4D97-AF65-F5344CB8AC3E}">
        <p14:creationId xmlns:p14="http://schemas.microsoft.com/office/powerpoint/2010/main" val="2658060298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ймлай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 err="1"/>
              <a:t>Таймлайн</a:t>
            </a:r>
            <a:endParaRPr lang="ru-RU" dirty="0"/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1829FBE-BA79-4C38-8507-4F3D32298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554" name="Текст 9">
            <a:extLst>
              <a:ext uri="{FF2B5EF4-FFF2-40B4-BE49-F238E27FC236}">
                <a16:creationId xmlns:a16="http://schemas.microsoft.com/office/drawing/2014/main" id="{DEA490BF-A048-43B9-8298-7B7509BE22F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50919" y="1895525"/>
            <a:ext cx="70885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2020</a:t>
            </a:r>
            <a:endParaRPr lang="ru-RU" dirty="0"/>
          </a:p>
        </p:txBody>
      </p:sp>
      <p:pic>
        <p:nvPicPr>
          <p:cNvPr id="1065" name="Vector 36 [Figma 9887:67786]" descr="Vector 36. градиент в обводке">
            <a:extLst>
              <a:ext uri="{FF2B5EF4-FFF2-40B4-BE49-F238E27FC236}">
                <a16:creationId xmlns:a16="http://schemas.microsoft.com/office/drawing/2014/main" id="{E13ECE86-E6A0-47E0-B808-8244FD10668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3919440"/>
            <a:ext cx="12191695" cy="15875"/>
          </a:xfrm>
          <a:prstGeom prst="rect">
            <a:avLst/>
          </a:prstGeom>
        </p:spPr>
      </p:pic>
      <p:sp>
        <p:nvSpPr>
          <p:cNvPr id="1113" name="Текст 9">
            <a:extLst>
              <a:ext uri="{FF2B5EF4-FFF2-40B4-BE49-F238E27FC236}">
                <a16:creationId xmlns:a16="http://schemas.microsoft.com/office/drawing/2014/main" id="{B9582C21-D990-4715-9AA2-C0B08F60FC1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242140" y="2624237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0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14" name="Текст 9">
            <a:extLst>
              <a:ext uri="{FF2B5EF4-FFF2-40B4-BE49-F238E27FC236}">
                <a16:creationId xmlns:a16="http://schemas.microsoft.com/office/drawing/2014/main" id="{DCC3052A-058C-4292-B88B-D9280453B61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527237" y="5496047"/>
            <a:ext cx="70885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2020</a:t>
            </a:r>
            <a:endParaRPr lang="ru-RU" dirty="0"/>
          </a:p>
        </p:txBody>
      </p:sp>
      <p:sp>
        <p:nvSpPr>
          <p:cNvPr id="1118" name="Текст 9">
            <a:extLst>
              <a:ext uri="{FF2B5EF4-FFF2-40B4-BE49-F238E27FC236}">
                <a16:creationId xmlns:a16="http://schemas.microsoft.com/office/drawing/2014/main" id="{8E276605-B9ED-4C68-A6A8-A25B7692D40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790855" y="1211168"/>
            <a:ext cx="70885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2020</a:t>
            </a:r>
            <a:endParaRPr lang="ru-RU" dirty="0"/>
          </a:p>
        </p:txBody>
      </p:sp>
      <p:sp>
        <p:nvSpPr>
          <p:cNvPr id="1122" name="Текст 9">
            <a:extLst>
              <a:ext uri="{FF2B5EF4-FFF2-40B4-BE49-F238E27FC236}">
                <a16:creationId xmlns:a16="http://schemas.microsoft.com/office/drawing/2014/main" id="{D188547B-4206-4197-BC2D-80BE747C57A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048124" y="4808662"/>
            <a:ext cx="70885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2020</a:t>
            </a:r>
            <a:endParaRPr lang="ru-RU" dirty="0"/>
          </a:p>
        </p:txBody>
      </p:sp>
      <p:sp>
        <p:nvSpPr>
          <p:cNvPr id="1126" name="Текст 9">
            <a:extLst>
              <a:ext uri="{FF2B5EF4-FFF2-40B4-BE49-F238E27FC236}">
                <a16:creationId xmlns:a16="http://schemas.microsoft.com/office/drawing/2014/main" id="{2BF3ECB9-3224-45D1-ACAC-304FDB345C9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15222" y="1730265"/>
            <a:ext cx="70885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2020</a:t>
            </a:r>
            <a:endParaRPr lang="ru-RU" dirty="0"/>
          </a:p>
        </p:txBody>
      </p:sp>
      <p:sp>
        <p:nvSpPr>
          <p:cNvPr id="1130" name="Текст 9">
            <a:extLst>
              <a:ext uri="{FF2B5EF4-FFF2-40B4-BE49-F238E27FC236}">
                <a16:creationId xmlns:a16="http://schemas.microsoft.com/office/drawing/2014/main" id="{746598E2-0F17-4CF9-BB99-B96F7A70619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880153" y="5496047"/>
            <a:ext cx="70885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2020</a:t>
            </a:r>
            <a:endParaRPr lang="ru-RU" dirty="0"/>
          </a:p>
        </p:txBody>
      </p:sp>
      <p:sp>
        <p:nvSpPr>
          <p:cNvPr id="1134" name="Текст 9">
            <a:extLst>
              <a:ext uri="{FF2B5EF4-FFF2-40B4-BE49-F238E27FC236}">
                <a16:creationId xmlns:a16="http://schemas.microsoft.com/office/drawing/2014/main" id="{7EF3551B-00BA-498B-BCD2-A4345265B8A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219970" y="1211168"/>
            <a:ext cx="70885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2020</a:t>
            </a:r>
            <a:endParaRPr lang="ru-RU" dirty="0"/>
          </a:p>
        </p:txBody>
      </p:sp>
      <p:sp>
        <p:nvSpPr>
          <p:cNvPr id="34" name="Текст 9">
            <a:extLst>
              <a:ext uri="{FF2B5EF4-FFF2-40B4-BE49-F238E27FC236}">
                <a16:creationId xmlns:a16="http://schemas.microsoft.com/office/drawing/2014/main" id="{52999795-826E-4F24-8FD3-BD1E074100D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242139" y="2361840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5" name="Текст 9">
            <a:extLst>
              <a:ext uri="{FF2B5EF4-FFF2-40B4-BE49-F238E27FC236}">
                <a16:creationId xmlns:a16="http://schemas.microsoft.com/office/drawing/2014/main" id="{E0721123-2E0D-4C0B-B2C0-6A5BCBA362BF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3790856" y="1943051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0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6" name="Текст 9">
            <a:extLst>
              <a:ext uri="{FF2B5EF4-FFF2-40B4-BE49-F238E27FC236}">
                <a16:creationId xmlns:a16="http://schemas.microsoft.com/office/drawing/2014/main" id="{19AF734D-BC7E-4B5D-B453-DF8514C8B59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3790855" y="1680654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7" name="Текст 9">
            <a:extLst>
              <a:ext uri="{FF2B5EF4-FFF2-40B4-BE49-F238E27FC236}">
                <a16:creationId xmlns:a16="http://schemas.microsoft.com/office/drawing/2014/main" id="{B468A81F-F97E-4795-86CD-8D66EA73DDAC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315223" y="2466329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0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8" name="Текст 9">
            <a:extLst>
              <a:ext uri="{FF2B5EF4-FFF2-40B4-BE49-F238E27FC236}">
                <a16:creationId xmlns:a16="http://schemas.microsoft.com/office/drawing/2014/main" id="{760D3191-7C58-40A4-8302-F60796C070C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6315222" y="2203932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9" name="Текст 9">
            <a:extLst>
              <a:ext uri="{FF2B5EF4-FFF2-40B4-BE49-F238E27FC236}">
                <a16:creationId xmlns:a16="http://schemas.microsoft.com/office/drawing/2014/main" id="{F08B95F6-63E4-4F0D-9099-4ECFDB269F5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9219971" y="1926186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0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0" name="Текст 9">
            <a:extLst>
              <a:ext uri="{FF2B5EF4-FFF2-40B4-BE49-F238E27FC236}">
                <a16:creationId xmlns:a16="http://schemas.microsoft.com/office/drawing/2014/main" id="{345B571A-40AF-4C4C-B44C-6A3AE1C8D0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9219970" y="1663789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1" name="Текст 9">
            <a:extLst>
              <a:ext uri="{FF2B5EF4-FFF2-40B4-BE49-F238E27FC236}">
                <a16:creationId xmlns:a16="http://schemas.microsoft.com/office/drawing/2014/main" id="{9B7C3458-6D16-437B-8FA1-99DE43CC0F43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7880154" y="6225996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0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2" name="Текст 9">
            <a:extLst>
              <a:ext uri="{FF2B5EF4-FFF2-40B4-BE49-F238E27FC236}">
                <a16:creationId xmlns:a16="http://schemas.microsoft.com/office/drawing/2014/main" id="{2EC9A564-A1DC-46BC-AE8A-4BF0F8FBDEE0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7880153" y="5963599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3" name="Текст 9">
            <a:extLst>
              <a:ext uri="{FF2B5EF4-FFF2-40B4-BE49-F238E27FC236}">
                <a16:creationId xmlns:a16="http://schemas.microsoft.com/office/drawing/2014/main" id="{77604964-C9E5-4236-BBDD-99E3301B5CEE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5048125" y="5523676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0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4" name="Текст 9">
            <a:extLst>
              <a:ext uri="{FF2B5EF4-FFF2-40B4-BE49-F238E27FC236}">
                <a16:creationId xmlns:a16="http://schemas.microsoft.com/office/drawing/2014/main" id="{3196D22A-C934-43C1-8C26-ECDB1008A475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048124" y="5261279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5" name="Текст 9">
            <a:extLst>
              <a:ext uri="{FF2B5EF4-FFF2-40B4-BE49-F238E27FC236}">
                <a16:creationId xmlns:a16="http://schemas.microsoft.com/office/drawing/2014/main" id="{28F6CB83-5E57-40A5-A1B6-A5D58F0DD95D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2532183" y="6221627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0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6" name="Текст 9">
            <a:extLst>
              <a:ext uri="{FF2B5EF4-FFF2-40B4-BE49-F238E27FC236}">
                <a16:creationId xmlns:a16="http://schemas.microsoft.com/office/drawing/2014/main" id="{E27530BF-94E8-42B9-BDD8-0E29D561BC77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2532182" y="5959230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930353477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а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2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Контакты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1829FBE-BA79-4C38-8507-4F3D32298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pic>
        <p:nvPicPr>
          <p:cNvPr id="26" name="Line [Figma 9887:67838]" descr="Line. градиент в обводке">
            <a:extLst>
              <a:ext uri="{FF2B5EF4-FFF2-40B4-BE49-F238E27FC236}">
                <a16:creationId xmlns:a16="http://schemas.microsoft.com/office/drawing/2014/main" id="{2B6EBC08-B468-469E-924D-42171CE086C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0212" y="1339816"/>
            <a:ext cx="6606" cy="2520000"/>
          </a:xfrm>
          <a:prstGeom prst="rect">
            <a:avLst/>
          </a:prstGeom>
        </p:spPr>
      </p:pic>
      <p:pic>
        <p:nvPicPr>
          <p:cNvPr id="27" name="Vector [Figma 9887:67839]" descr="Vector. градиент в обводке">
            <a:extLst>
              <a:ext uri="{FF2B5EF4-FFF2-40B4-BE49-F238E27FC236}">
                <a16:creationId xmlns:a16="http://schemas.microsoft.com/office/drawing/2014/main" id="{E56B74DE-0252-4864-8AD6-5E049F184DD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3387" y="2362141"/>
            <a:ext cx="8089698" cy="6350"/>
          </a:xfrm>
          <a:prstGeom prst="rect">
            <a:avLst/>
          </a:prstGeom>
        </p:spPr>
      </p:pic>
      <p:pic>
        <p:nvPicPr>
          <p:cNvPr id="28" name="Vector [Figma 9887:67840]" descr="Vector. градиент в обводке">
            <a:extLst>
              <a:ext uri="{FF2B5EF4-FFF2-40B4-BE49-F238E27FC236}">
                <a16:creationId xmlns:a16="http://schemas.microsoft.com/office/drawing/2014/main" id="{09DD1619-D895-47E6-AE03-3613D1EA1EB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5247" y="3210192"/>
            <a:ext cx="8089698" cy="6350"/>
          </a:xfrm>
          <a:prstGeom prst="rect">
            <a:avLst/>
          </a:prstGeom>
        </p:spPr>
      </p:pic>
      <p:sp>
        <p:nvSpPr>
          <p:cNvPr id="10" name="Текст 9">
            <a:extLst>
              <a:ext uri="{FF2B5EF4-FFF2-40B4-BE49-F238E27FC236}">
                <a16:creationId xmlns:a16="http://schemas.microsoft.com/office/drawing/2014/main" id="{F729E2AA-E15D-4755-9855-3A226B5260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66020" y="1981956"/>
            <a:ext cx="3255962" cy="2825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buNone/>
              <a:defRPr sz="2000">
                <a:solidFill>
                  <a:srgbClr val="DCE0EB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54" name="Текст 9">
            <a:extLst>
              <a:ext uri="{FF2B5EF4-FFF2-40B4-BE49-F238E27FC236}">
                <a16:creationId xmlns:a16="http://schemas.microsoft.com/office/drawing/2014/main" id="{DEA490BF-A048-43B9-8298-7B7509BE22F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6020" y="1605189"/>
            <a:ext cx="447454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3200"/>
              </a:lnSpc>
              <a:buNone/>
              <a:defRPr sz="26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555" name="Текст 9">
            <a:extLst>
              <a:ext uri="{FF2B5EF4-FFF2-40B4-BE49-F238E27FC236}">
                <a16:creationId xmlns:a16="http://schemas.microsoft.com/office/drawing/2014/main" id="{9041DA87-DE44-4A52-B76A-221BB9E9D57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54074" y="3283420"/>
            <a:ext cx="1701348" cy="28258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8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8(900) 000-00-00</a:t>
            </a:r>
          </a:p>
        </p:txBody>
      </p:sp>
      <p:sp>
        <p:nvSpPr>
          <p:cNvPr id="556" name="Текст 9">
            <a:extLst>
              <a:ext uri="{FF2B5EF4-FFF2-40B4-BE49-F238E27FC236}">
                <a16:creationId xmlns:a16="http://schemas.microsoft.com/office/drawing/2014/main" id="{F594D22D-38EA-441B-8BA9-3BF11DA203A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368691" y="3283420"/>
            <a:ext cx="1740168" cy="28258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8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name@vtb.ru</a:t>
            </a:r>
            <a:endParaRPr lang="ru-RU" dirty="0"/>
          </a:p>
        </p:txBody>
      </p:sp>
      <p:sp>
        <p:nvSpPr>
          <p:cNvPr id="557" name="Текст 9">
            <a:extLst>
              <a:ext uri="{FF2B5EF4-FFF2-40B4-BE49-F238E27FC236}">
                <a16:creationId xmlns:a16="http://schemas.microsoft.com/office/drawing/2014/main" id="{2DC6E15E-917B-44FC-BB80-CAD6EEC4033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816543" y="3314079"/>
            <a:ext cx="1740168" cy="28258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8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Описание </a:t>
            </a:r>
            <a:r>
              <a:rPr lang="en-US" dirty="0"/>
              <a:t>QR</a:t>
            </a:r>
            <a:endParaRPr lang="ru-RU" dirty="0"/>
          </a:p>
        </p:txBody>
      </p:sp>
      <p:sp>
        <p:nvSpPr>
          <p:cNvPr id="558" name="Текст 9">
            <a:extLst>
              <a:ext uri="{FF2B5EF4-FFF2-40B4-BE49-F238E27FC236}">
                <a16:creationId xmlns:a16="http://schemas.microsoft.com/office/drawing/2014/main" id="{6FECFB43-AF64-4CBB-801F-E9DC4EE554D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66020" y="4518206"/>
            <a:ext cx="3255962" cy="2825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buNone/>
              <a:defRPr sz="20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59" name="Текст 9">
            <a:extLst>
              <a:ext uri="{FF2B5EF4-FFF2-40B4-BE49-F238E27FC236}">
                <a16:creationId xmlns:a16="http://schemas.microsoft.com/office/drawing/2014/main" id="{6CA01C6D-BAEC-4FCF-BBBD-2F29E121C2B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66020" y="4141439"/>
            <a:ext cx="447454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3200"/>
              </a:lnSpc>
              <a:buNone/>
              <a:defRPr sz="26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560" name="Текст 9">
            <a:extLst>
              <a:ext uri="{FF2B5EF4-FFF2-40B4-BE49-F238E27FC236}">
                <a16:creationId xmlns:a16="http://schemas.microsoft.com/office/drawing/2014/main" id="{8A9B6AB2-48C3-4B41-AB64-CA690B528CF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54074" y="5819670"/>
            <a:ext cx="1701348" cy="28258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800"/>
              </a:lnSpc>
              <a:buNone/>
              <a:defRPr sz="14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8(900) 000-00-00</a:t>
            </a:r>
          </a:p>
        </p:txBody>
      </p:sp>
      <p:sp>
        <p:nvSpPr>
          <p:cNvPr id="561" name="Текст 9">
            <a:extLst>
              <a:ext uri="{FF2B5EF4-FFF2-40B4-BE49-F238E27FC236}">
                <a16:creationId xmlns:a16="http://schemas.microsoft.com/office/drawing/2014/main" id="{6F10D35F-3F1E-44A9-95DD-59CF8D0971E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368691" y="5819670"/>
            <a:ext cx="1740168" cy="28258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800"/>
              </a:lnSpc>
              <a:buNone/>
              <a:defRPr sz="14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name@vtb.ru</a:t>
            </a:r>
            <a:endParaRPr lang="ru-RU" dirty="0"/>
          </a:p>
        </p:txBody>
      </p:sp>
      <p:sp>
        <p:nvSpPr>
          <p:cNvPr id="562" name="Текст 9">
            <a:extLst>
              <a:ext uri="{FF2B5EF4-FFF2-40B4-BE49-F238E27FC236}">
                <a16:creationId xmlns:a16="http://schemas.microsoft.com/office/drawing/2014/main" id="{39A3763A-8E3F-4593-A4E0-54B25CE50C0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816543" y="5850329"/>
            <a:ext cx="1740168" cy="28258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800"/>
              </a:lnSpc>
              <a:buNone/>
              <a:defRPr sz="14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Описание </a:t>
            </a:r>
            <a:r>
              <a:rPr lang="en-US" dirty="0"/>
              <a:t>QR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0086148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устой слайд (Чёрный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Номер слайда 4">
            <a:extLst>
              <a:ext uri="{FF2B5EF4-FFF2-40B4-BE49-F238E27FC236}">
                <a16:creationId xmlns:a16="http://schemas.microsoft.com/office/drawing/2014/main" id="{15898042-DD2A-4A1C-8E4F-A38FFDF3D34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728450" y="6270625"/>
            <a:ext cx="463550" cy="587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800" kern="1200">
                <a:solidFill>
                  <a:srgbClr val="ACB6C3"/>
                </a:solidFill>
                <a:latin typeface="VTB Group Book" panose="020B0503040504020204" pitchFamily="34" charset="-52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9pPr>
          </a:lstStyle>
          <a:p>
            <a:pPr>
              <a:defRPr/>
            </a:pPr>
            <a:fld id="{FCD04C69-8FC8-4C03-8ACF-0472C4A98B9D}" type="slidenum">
              <a:rPr lang="ru-RU" smtClean="0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5FB2A88-F839-4508-B107-B1B544FE62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73CB44E0-99CC-45B9-8F40-352025978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0" y="457201"/>
            <a:ext cx="9154800" cy="91440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>
              <a:lnSpc>
                <a:spcPts val="4200"/>
              </a:lnSpc>
              <a:defRPr sz="4000" b="0" i="0" cap="all" baseline="0">
                <a:solidFill>
                  <a:schemeClr val="tx1"/>
                </a:solidFill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Пустой слайд</a:t>
            </a:r>
          </a:p>
        </p:txBody>
      </p:sp>
    </p:spTree>
    <p:extLst>
      <p:ext uri="{BB962C8B-B14F-4D97-AF65-F5344CB8AC3E}">
        <p14:creationId xmlns:p14="http://schemas.microsoft.com/office/powerpoint/2010/main" val="2558190679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устой слайд (Белый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457201"/>
            <a:ext cx="9154800" cy="91440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>
              <a:lnSpc>
                <a:spcPts val="4200"/>
              </a:lnSpc>
              <a:defRPr sz="4000" b="0" i="0" cap="all" baseline="0">
                <a:solidFill>
                  <a:schemeClr val="bg1"/>
                </a:solidFill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Пустой слайд</a:t>
            </a:r>
          </a:p>
        </p:txBody>
      </p:sp>
      <p:sp>
        <p:nvSpPr>
          <p:cNvPr id="16" name="Номер слайда 4">
            <a:extLst>
              <a:ext uri="{FF2B5EF4-FFF2-40B4-BE49-F238E27FC236}">
                <a16:creationId xmlns:a16="http://schemas.microsoft.com/office/drawing/2014/main" id="{15898042-DD2A-4A1C-8E4F-A38FFDF3D34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728450" y="6270625"/>
            <a:ext cx="463550" cy="587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800" kern="1200">
                <a:solidFill>
                  <a:srgbClr val="ACB6C3"/>
                </a:solidFill>
                <a:latin typeface="VTB Group Book" panose="020B0503040504020204" pitchFamily="34" charset="-52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9pPr>
          </a:lstStyle>
          <a:p>
            <a:pPr>
              <a:defRPr/>
            </a:pPr>
            <a:fld id="{FCD04C69-8FC8-4C03-8ACF-0472C4A98B9D}" type="slidenum">
              <a:rPr lang="ru-RU" smtClean="0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B80958F-F964-4FB2-98AB-C385146611C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692891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2">
            <a:extLst>
              <a:ext uri="{FF2B5EF4-FFF2-40B4-BE49-F238E27FC236}">
                <a16:creationId xmlns:a16="http://schemas.microsoft.com/office/drawing/2014/main" id="{4E57FACD-605B-4062-9CB7-366C5EA6CE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3175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Rectangle [Figma 9043:6349]" descr="Rectangle. отражение или наклон">
            <a:extLst>
              <a:ext uri="{FF2B5EF4-FFF2-40B4-BE49-F238E27FC236}">
                <a16:creationId xmlns:a16="http://schemas.microsoft.com/office/drawing/2014/main" id="{0FBBAB90-54DA-4763-9AAF-94217145FF3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588" y="1443038"/>
            <a:ext cx="6751637" cy="293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Line [Figma 9043:6346]" descr="Line. градиент в обводке">
            <a:extLst>
              <a:ext uri="{FF2B5EF4-FFF2-40B4-BE49-F238E27FC236}">
                <a16:creationId xmlns:a16="http://schemas.microsoft.com/office/drawing/2014/main" id="{D9A3C922-138F-4068-8686-44049B598C7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0"/>
            <a:ext cx="127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Line [Figma 9043:6352]" descr="Line. градиент в обводке">
            <a:extLst>
              <a:ext uri="{FF2B5EF4-FFF2-40B4-BE49-F238E27FC236}">
                <a16:creationId xmlns:a16="http://schemas.microsoft.com/office/drawing/2014/main" id="{2F42EBB4-5A52-45AA-9A2F-7E98BDDDEEB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78325"/>
            <a:ext cx="12192000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Line [Figma 9043:6353]" descr="Line. градиент в обводке">
            <a:extLst>
              <a:ext uri="{FF2B5EF4-FFF2-40B4-BE49-F238E27FC236}">
                <a16:creationId xmlns:a16="http://schemas.microsoft.com/office/drawing/2014/main" id="{9DB53208-2B32-44D6-949D-8A09B2C402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2406650"/>
            <a:ext cx="12188825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Line [Figma 9043:6357]" descr="Line. векторный контур">
            <a:extLst>
              <a:ext uri="{FF2B5EF4-FFF2-40B4-BE49-F238E27FC236}">
                <a16:creationId xmlns:a16="http://schemas.microsoft.com/office/drawing/2014/main" id="{45E28719-9A7A-4002-89B5-46B1DC6BA75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0" y="542925"/>
            <a:ext cx="7810500" cy="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" name="Объект 48"/>
          <p:cNvSpPr>
            <a:spLocks noGrp="1"/>
          </p:cNvSpPr>
          <p:nvPr>
            <p:ph sz="quarter" idx="11"/>
          </p:nvPr>
        </p:nvSpPr>
        <p:spPr>
          <a:xfrm>
            <a:off x="10331483" y="344279"/>
            <a:ext cx="1489042" cy="40996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ts val="1440"/>
              </a:lnSpc>
              <a:spcBef>
                <a:spcPts val="150"/>
              </a:spcBef>
              <a:buNone/>
              <a:defRPr sz="12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65" y="2423641"/>
            <a:ext cx="7162809" cy="1983627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5600"/>
              </a:lnSpc>
              <a:defRPr sz="5400" cap="all" spc="-150" baseline="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Образец заголовка в строчку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2"/>
          </p:nvPr>
        </p:nvSpPr>
        <p:spPr>
          <a:xfrm>
            <a:off x="384165" y="4856766"/>
            <a:ext cx="6632575" cy="330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640"/>
              </a:lnSpc>
              <a:buNone/>
              <a:defRPr sz="2200" b="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788B1FF-9149-4793-A36B-FDFA8D774589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4175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140255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блож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991DDC19-2530-4A00-9CD0-A5004A82D0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Line [Figma 9043:6352]" descr="Line. градиент в обводке">
            <a:extLst>
              <a:ext uri="{FF2B5EF4-FFF2-40B4-BE49-F238E27FC236}">
                <a16:creationId xmlns:a16="http://schemas.microsoft.com/office/drawing/2014/main" id="{2F42EBB4-5A52-45AA-9A2F-7E98BDDDEEB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78325"/>
            <a:ext cx="12192000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Line [Figma 9043:6353]" descr="Line. градиент в обводке">
            <a:extLst>
              <a:ext uri="{FF2B5EF4-FFF2-40B4-BE49-F238E27FC236}">
                <a16:creationId xmlns:a16="http://schemas.microsoft.com/office/drawing/2014/main" id="{9DB53208-2B32-44D6-949D-8A09B2C402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2406650"/>
            <a:ext cx="12188825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66" y="2423641"/>
            <a:ext cx="5437198" cy="2402359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000"/>
              </a:lnSpc>
              <a:defRPr sz="4000" cap="all" spc="-150" baseline="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три строчки</a:t>
            </a:r>
            <a:br>
              <a:rPr lang="ru-RU" dirty="0"/>
            </a:br>
            <a:r>
              <a:rPr lang="ru-RU" dirty="0"/>
              <a:t>для образца</a:t>
            </a:r>
          </a:p>
        </p:txBody>
      </p:sp>
      <p:pic>
        <p:nvPicPr>
          <p:cNvPr id="24" name="Vector [Figma 9887:63687]" descr="Vector. векторный контур">
            <a:extLst>
              <a:ext uri="{FF2B5EF4-FFF2-40B4-BE49-F238E27FC236}">
                <a16:creationId xmlns:a16="http://schemas.microsoft.com/office/drawing/2014/main" id="{2661AED5-C05A-45FA-89B3-4EB497770F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26249" y="493410"/>
            <a:ext cx="100208" cy="99030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BB646A09-6137-43E0-9A8F-D483F1FF1AC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27157" y="368300"/>
            <a:ext cx="823585" cy="349200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9BC10B26-CA27-431F-8ED0-E501B650E448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1475" y="368300"/>
            <a:ext cx="879464" cy="319213"/>
          </a:xfrm>
          <a:prstGeom prst="rect">
            <a:avLst/>
          </a:prstGeom>
        </p:spPr>
      </p:pic>
      <p:sp>
        <p:nvSpPr>
          <p:cNvPr id="11" name="Rectangle 240662521 [Figma 9887:63708]">
            <a:extLst>
              <a:ext uri="{FF2B5EF4-FFF2-40B4-BE49-F238E27FC236}">
                <a16:creationId xmlns:a16="http://schemas.microsoft.com/office/drawing/2014/main" id="{A69E263A-BE3B-4333-8BE4-AF1D105F0707}"/>
              </a:ext>
            </a:extLst>
          </p:cNvPr>
          <p:cNvSpPr/>
          <p:nvPr userDrawn="1"/>
        </p:nvSpPr>
        <p:spPr>
          <a:xfrm>
            <a:off x="380990" y="5930752"/>
            <a:ext cx="25399" cy="546086"/>
          </a:xfrm>
          <a:prstGeom prst="roundRect">
            <a:avLst>
              <a:gd name="adj" fmla="val 50001"/>
            </a:avLst>
          </a:prstGeom>
          <a:solidFill>
            <a:srgbClr val="1E4B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Текст 3">
            <a:extLst>
              <a:ext uri="{FF2B5EF4-FFF2-40B4-BE49-F238E27FC236}">
                <a16:creationId xmlns:a16="http://schemas.microsoft.com/office/drawing/2014/main" id="{0C0B2ADB-8DDE-4BE4-A204-3A91FE6327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8673" y="6040283"/>
            <a:ext cx="4017085" cy="1635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3" name="Текст 3">
            <a:extLst>
              <a:ext uri="{FF2B5EF4-FFF2-40B4-BE49-F238E27FC236}">
                <a16:creationId xmlns:a16="http://schemas.microsoft.com/office/drawing/2014/main" id="{5F53FA86-0E43-49D0-BB48-8FE1D95862D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8674" y="6247288"/>
            <a:ext cx="4017085" cy="1635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ACB6C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Месяц 2000</a:t>
            </a:r>
          </a:p>
        </p:txBody>
      </p:sp>
    </p:spTree>
    <p:extLst>
      <p:ext uri="{BB962C8B-B14F-4D97-AF65-F5344CB8AC3E}">
        <p14:creationId xmlns:p14="http://schemas.microsoft.com/office/powerpoint/2010/main" val="2041847022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Облож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35A827E-29BE-463A-AC2E-F538B2B1DF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-13914"/>
            <a:ext cx="12192000" cy="6858000"/>
          </a:xfrm>
          <a:prstGeom prst="rect">
            <a:avLst/>
          </a:prstGeom>
        </p:spPr>
      </p:pic>
      <p:grpSp>
        <p:nvGrpSpPr>
          <p:cNvPr id="10" name="Группа 8">
            <a:extLst>
              <a:ext uri="{FF2B5EF4-FFF2-40B4-BE49-F238E27FC236}">
                <a16:creationId xmlns:a16="http://schemas.microsoft.com/office/drawing/2014/main" id="{69F32D47-B582-49A4-9562-F684B3DCDEA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381000" y="381000"/>
            <a:ext cx="1903413" cy="330200"/>
            <a:chOff x="380990" y="380990"/>
            <a:chExt cx="1903907" cy="330193"/>
          </a:xfrm>
        </p:grpSpPr>
        <p:pic>
          <p:nvPicPr>
            <p:cNvPr id="11" name="Vector [Figma I9043:6356;6148:374]" descr="Vector. векторный контур">
              <a:extLst>
                <a:ext uri="{FF2B5EF4-FFF2-40B4-BE49-F238E27FC236}">
                  <a16:creationId xmlns:a16="http://schemas.microsoft.com/office/drawing/2014/main" id="{5EDDBF01-E245-4987-8586-E991595C74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0990" y="380990"/>
              <a:ext cx="284237" cy="176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" name="Vector [Figma I9043:6356;6148:375]" descr="Vector. векторный контур">
              <a:extLst>
                <a:ext uri="{FF2B5EF4-FFF2-40B4-BE49-F238E27FC236}">
                  <a16:creationId xmlns:a16="http://schemas.microsoft.com/office/drawing/2014/main" id="{85A90AE1-9C6F-49AA-B068-1A4091717F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9688" y="447664"/>
              <a:ext cx="598642" cy="2635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" name="Vector [Figma I9043:6356;6159:12582]" descr="Vector. векторный контур">
              <a:extLst>
                <a:ext uri="{FF2B5EF4-FFF2-40B4-BE49-F238E27FC236}">
                  <a16:creationId xmlns:a16="http://schemas.microsoft.com/office/drawing/2014/main" id="{2432D2DE-0F2D-4B65-8E1A-3DC08D2702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95666" y="447664"/>
              <a:ext cx="889231" cy="888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4" name="Line [Figma 9043:6357]" descr="Line. векторный контур">
            <a:extLst>
              <a:ext uri="{FF2B5EF4-FFF2-40B4-BE49-F238E27FC236}">
                <a16:creationId xmlns:a16="http://schemas.microsoft.com/office/drawing/2014/main" id="{45E28719-9A7A-4002-89B5-46B1DC6BA75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0" y="542925"/>
            <a:ext cx="7810500" cy="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" name="Объект 48"/>
          <p:cNvSpPr>
            <a:spLocks noGrp="1"/>
          </p:cNvSpPr>
          <p:nvPr>
            <p:ph sz="quarter" idx="11"/>
          </p:nvPr>
        </p:nvSpPr>
        <p:spPr>
          <a:xfrm>
            <a:off x="10331483" y="344279"/>
            <a:ext cx="1489042" cy="40996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ts val="1440"/>
              </a:lnSpc>
              <a:spcBef>
                <a:spcPts val="150"/>
              </a:spcBef>
              <a:buNone/>
              <a:defRPr sz="12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781031" y="2683474"/>
            <a:ext cx="7410470" cy="1983627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5600"/>
              </a:lnSpc>
              <a:defRPr sz="5400" cap="all" spc="-150" baseline="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Образец</a:t>
            </a:r>
            <a:br>
              <a:rPr lang="ru-RU" dirty="0"/>
            </a:br>
            <a:r>
              <a:rPr lang="ru-RU" dirty="0"/>
              <a:t>заголовка</a:t>
            </a:r>
            <a:br>
              <a:rPr lang="ru-RU" dirty="0"/>
            </a:br>
            <a:r>
              <a:rPr lang="ru-RU" dirty="0"/>
              <a:t>в строчки</a:t>
            </a:r>
          </a:p>
        </p:txBody>
      </p:sp>
      <p:sp>
        <p:nvSpPr>
          <p:cNvPr id="25" name="Line 6 [Figma 9887:47854]">
            <a:extLst>
              <a:ext uri="{FF2B5EF4-FFF2-40B4-BE49-F238E27FC236}">
                <a16:creationId xmlns:a16="http://schemas.microsoft.com/office/drawing/2014/main" id="{E66A2A3A-DA0F-4E3E-93FA-733AD86D6CB5}"/>
              </a:ext>
            </a:extLst>
          </p:cNvPr>
          <p:cNvSpPr/>
          <p:nvPr userDrawn="1"/>
        </p:nvSpPr>
        <p:spPr>
          <a:xfrm rot="16200000">
            <a:off x="-1719920" y="3355790"/>
            <a:ext cx="5040000" cy="0"/>
          </a:xfrm>
          <a:prstGeom prst="line">
            <a:avLst/>
          </a:prstGeom>
          <a:noFill/>
          <a:ln w="15875">
            <a:solidFill>
              <a:srgbClr val="FFFFFF">
                <a:alpha val="47596"/>
              </a:srgbClr>
            </a:solidFill>
            <a:prstDash val="solid"/>
          </a:ln>
        </p:spPr>
      </p:sp>
      <p:sp>
        <p:nvSpPr>
          <p:cNvPr id="26" name="Line 7 [Figma 9887:47855]">
            <a:extLst>
              <a:ext uri="{FF2B5EF4-FFF2-40B4-BE49-F238E27FC236}">
                <a16:creationId xmlns:a16="http://schemas.microsoft.com/office/drawing/2014/main" id="{D8F1FE5F-901F-4259-A0D7-4187368A6313}"/>
              </a:ext>
            </a:extLst>
          </p:cNvPr>
          <p:cNvSpPr/>
          <p:nvPr userDrawn="1"/>
        </p:nvSpPr>
        <p:spPr>
          <a:xfrm rot="10800000">
            <a:off x="-38100" y="4679801"/>
            <a:ext cx="10440000" cy="0"/>
          </a:xfrm>
          <a:prstGeom prst="line">
            <a:avLst/>
          </a:prstGeom>
          <a:noFill/>
          <a:ln w="15875">
            <a:solidFill>
              <a:srgbClr val="FFFFFF">
                <a:alpha val="47596"/>
              </a:srgbClr>
            </a:solidFill>
            <a:prstDash val="solid"/>
          </a:ln>
        </p:spPr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A736215D-9386-4730-B49A-4B9D0CBAB9B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4175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864001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Облож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2">
            <a:extLst>
              <a:ext uri="{FF2B5EF4-FFF2-40B4-BE49-F238E27FC236}">
                <a16:creationId xmlns:a16="http://schemas.microsoft.com/office/drawing/2014/main" id="{A5DB11A2-C92F-44A4-B59A-1669D70D9E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3175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" name="Объект 48"/>
          <p:cNvSpPr>
            <a:spLocks noGrp="1"/>
          </p:cNvSpPr>
          <p:nvPr>
            <p:ph sz="quarter" idx="11"/>
          </p:nvPr>
        </p:nvSpPr>
        <p:spPr>
          <a:xfrm>
            <a:off x="10331483" y="344279"/>
            <a:ext cx="1489042" cy="40996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ts val="1440"/>
              </a:lnSpc>
              <a:spcBef>
                <a:spcPts val="150"/>
              </a:spcBef>
              <a:buNone/>
              <a:defRPr sz="12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37" name="Rectangle [Figma 9887:47869]" descr="Rectangle. градиент">
            <a:extLst>
              <a:ext uri="{FF2B5EF4-FFF2-40B4-BE49-F238E27FC236}">
                <a16:creationId xmlns:a16="http://schemas.microsoft.com/office/drawing/2014/main" id="{5A63E8BE-3B30-469D-ACAF-816AC2D02A1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16015" y="0"/>
            <a:ext cx="9283468" cy="4444889"/>
          </a:xfrm>
          <a:prstGeom prst="rect">
            <a:avLst/>
          </a:prstGeom>
        </p:spPr>
      </p:pic>
      <p:sp>
        <p:nvSpPr>
          <p:cNvPr id="39" name="Line 1 [Figma 9887:47872]">
            <a:extLst>
              <a:ext uri="{FF2B5EF4-FFF2-40B4-BE49-F238E27FC236}">
                <a16:creationId xmlns:a16="http://schemas.microsoft.com/office/drawing/2014/main" id="{E6F4050D-9CD0-4F1F-A64C-63A17D32B6FA}"/>
              </a:ext>
            </a:extLst>
          </p:cNvPr>
          <p:cNvSpPr/>
          <p:nvPr userDrawn="1"/>
        </p:nvSpPr>
        <p:spPr>
          <a:xfrm rot="5400000">
            <a:off x="-2000200" y="3428883"/>
            <a:ext cx="6857829" cy="0"/>
          </a:xfrm>
          <a:prstGeom prst="line">
            <a:avLst/>
          </a:prstGeom>
          <a:noFill/>
          <a:ln w="15875">
            <a:solidFill>
              <a:srgbClr val="FFFFFF">
                <a:alpha val="47596"/>
              </a:srgbClr>
            </a:solidFill>
            <a:prstDash val="solid"/>
          </a:ln>
        </p:spPr>
      </p:sp>
      <p:sp>
        <p:nvSpPr>
          <p:cNvPr id="40" name="Line 5 [Figma 9887:47873]">
            <a:extLst>
              <a:ext uri="{FF2B5EF4-FFF2-40B4-BE49-F238E27FC236}">
                <a16:creationId xmlns:a16="http://schemas.microsoft.com/office/drawing/2014/main" id="{968A8880-2F3D-4A27-BD91-1D433F930EEA}"/>
              </a:ext>
            </a:extLst>
          </p:cNvPr>
          <p:cNvSpPr/>
          <p:nvPr userDrawn="1"/>
        </p:nvSpPr>
        <p:spPr>
          <a:xfrm rot="5400000">
            <a:off x="7270568" y="3428883"/>
            <a:ext cx="6857829" cy="0"/>
          </a:xfrm>
          <a:prstGeom prst="line">
            <a:avLst/>
          </a:prstGeom>
          <a:noFill/>
          <a:ln w="15875">
            <a:solidFill>
              <a:srgbClr val="FFFFFF">
                <a:alpha val="47596"/>
              </a:srgbClr>
            </a:solidFill>
            <a:prstDash val="solid"/>
          </a:ln>
        </p:spPr>
      </p:sp>
      <p:sp>
        <p:nvSpPr>
          <p:cNvPr id="41" name="Line 2 [Figma 9887:47874]">
            <a:extLst>
              <a:ext uri="{FF2B5EF4-FFF2-40B4-BE49-F238E27FC236}">
                <a16:creationId xmlns:a16="http://schemas.microsoft.com/office/drawing/2014/main" id="{732B7E0A-B6C3-4620-8C95-0BBD2DF22057}"/>
              </a:ext>
            </a:extLst>
          </p:cNvPr>
          <p:cNvSpPr/>
          <p:nvPr userDrawn="1"/>
        </p:nvSpPr>
        <p:spPr>
          <a:xfrm rot="10800000">
            <a:off x="-477300" y="4444857"/>
            <a:ext cx="12960000" cy="0"/>
          </a:xfrm>
          <a:prstGeom prst="line">
            <a:avLst/>
          </a:prstGeom>
          <a:noFill/>
          <a:ln w="15875">
            <a:solidFill>
              <a:srgbClr val="FFFFFF">
                <a:alpha val="47596"/>
              </a:srgbClr>
            </a:solidFill>
            <a:prstDash val="solid"/>
          </a:ln>
        </p:spPr>
      </p:sp>
      <p:sp>
        <p:nvSpPr>
          <p:cNvPr id="42" name="Line 4 [Figma 9887:47875]">
            <a:extLst>
              <a:ext uri="{FF2B5EF4-FFF2-40B4-BE49-F238E27FC236}">
                <a16:creationId xmlns:a16="http://schemas.microsoft.com/office/drawing/2014/main" id="{FE69440B-DCB0-4961-B2FA-7A399660D2FA}"/>
              </a:ext>
            </a:extLst>
          </p:cNvPr>
          <p:cNvSpPr/>
          <p:nvPr userDrawn="1"/>
        </p:nvSpPr>
        <p:spPr>
          <a:xfrm rot="10800000">
            <a:off x="-477300" y="2387509"/>
            <a:ext cx="12960000" cy="0"/>
          </a:xfrm>
          <a:prstGeom prst="line">
            <a:avLst/>
          </a:prstGeom>
          <a:noFill/>
          <a:ln w="15875">
            <a:solidFill>
              <a:srgbClr val="FFFFFF">
                <a:alpha val="47596"/>
              </a:srgbClr>
            </a:solidFill>
            <a:prstDash val="solid"/>
          </a:ln>
        </p:spPr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428553" y="2413143"/>
            <a:ext cx="9270929" cy="2054478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5600"/>
              </a:lnSpc>
              <a:defRPr sz="5400" cap="all" spc="-150" baseline="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Образец</a:t>
            </a:r>
            <a:br>
              <a:rPr lang="ru-RU" dirty="0"/>
            </a:br>
            <a:r>
              <a:rPr lang="ru-RU" dirty="0"/>
              <a:t>заголовка</a:t>
            </a:r>
            <a:br>
              <a:rPr lang="ru-RU" dirty="0"/>
            </a:br>
            <a:r>
              <a:rPr lang="ru-RU" dirty="0"/>
              <a:t>в три строчки</a:t>
            </a:r>
          </a:p>
        </p:txBody>
      </p:sp>
      <p:pic>
        <p:nvPicPr>
          <p:cNvPr id="46" name="Line [Figma 9887:47878]" descr="Line. векторный контур">
            <a:extLst>
              <a:ext uri="{FF2B5EF4-FFF2-40B4-BE49-F238E27FC236}">
                <a16:creationId xmlns:a16="http://schemas.microsoft.com/office/drawing/2014/main" id="{DC801A1C-8260-4D0D-9FD3-E0DABCF0B62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39937" y="542911"/>
            <a:ext cx="7810305" cy="6350"/>
          </a:xfrm>
          <a:prstGeom prst="rect">
            <a:avLst/>
          </a:prstGeom>
        </p:spPr>
      </p:pic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64DCAC92-2D39-4094-BEF5-9A077D65397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4175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115441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Облож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C6857E9-FE4E-4B7D-A03B-A8AE9451A1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Line [Figma 9043:6352]" descr="Line. градиент в обводке">
            <a:extLst>
              <a:ext uri="{FF2B5EF4-FFF2-40B4-BE49-F238E27FC236}">
                <a16:creationId xmlns:a16="http://schemas.microsoft.com/office/drawing/2014/main" id="{2F42EBB4-5A52-45AA-9A2F-7E98BDDDEEB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78325"/>
            <a:ext cx="12192000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Line [Figma 9043:6353]" descr="Line. градиент в обводке">
            <a:extLst>
              <a:ext uri="{FF2B5EF4-FFF2-40B4-BE49-F238E27FC236}">
                <a16:creationId xmlns:a16="http://schemas.microsoft.com/office/drawing/2014/main" id="{9DB53208-2B32-44D6-949D-8A09B2C402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2406650"/>
            <a:ext cx="12188825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66" y="2423641"/>
            <a:ext cx="5437198" cy="2402359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000"/>
              </a:lnSpc>
              <a:defRPr sz="4000" cap="all" spc="-150" baseline="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три строчки</a:t>
            </a:r>
            <a:br>
              <a:rPr lang="ru-RU" dirty="0"/>
            </a:br>
            <a:r>
              <a:rPr lang="ru-RU" dirty="0"/>
              <a:t>для образца</a:t>
            </a:r>
          </a:p>
        </p:txBody>
      </p:sp>
      <p:pic>
        <p:nvPicPr>
          <p:cNvPr id="31" name="Vector [Figma 9887:63687]" descr="Vector. векторный контур">
            <a:extLst>
              <a:ext uri="{FF2B5EF4-FFF2-40B4-BE49-F238E27FC236}">
                <a16:creationId xmlns:a16="http://schemas.microsoft.com/office/drawing/2014/main" id="{134CF360-0F39-4435-BD95-4A629699A07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26249" y="493410"/>
            <a:ext cx="100208" cy="99030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F28CD005-6DC3-4013-90DE-A46B546D7F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27157" y="368300"/>
            <a:ext cx="823585" cy="349200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9A16CF99-F442-4A44-B3EF-6F103B54E17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1475" y="368300"/>
            <a:ext cx="879464" cy="319213"/>
          </a:xfrm>
          <a:prstGeom prst="rect">
            <a:avLst/>
          </a:prstGeom>
        </p:spPr>
      </p:pic>
      <p:sp>
        <p:nvSpPr>
          <p:cNvPr id="11" name="Rectangle 240662521 [Figma 9887:63708]">
            <a:extLst>
              <a:ext uri="{FF2B5EF4-FFF2-40B4-BE49-F238E27FC236}">
                <a16:creationId xmlns:a16="http://schemas.microsoft.com/office/drawing/2014/main" id="{D17B948A-C879-4014-822C-489FE967D402}"/>
              </a:ext>
            </a:extLst>
          </p:cNvPr>
          <p:cNvSpPr/>
          <p:nvPr userDrawn="1"/>
        </p:nvSpPr>
        <p:spPr>
          <a:xfrm>
            <a:off x="380990" y="5930752"/>
            <a:ext cx="25399" cy="546086"/>
          </a:xfrm>
          <a:prstGeom prst="roundRect">
            <a:avLst>
              <a:gd name="adj" fmla="val 50001"/>
            </a:avLst>
          </a:prstGeom>
          <a:solidFill>
            <a:srgbClr val="1E4B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Текст 3">
            <a:extLst>
              <a:ext uri="{FF2B5EF4-FFF2-40B4-BE49-F238E27FC236}">
                <a16:creationId xmlns:a16="http://schemas.microsoft.com/office/drawing/2014/main" id="{500F2E23-8BF1-4208-8B85-553A5800A1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8673" y="6040283"/>
            <a:ext cx="4017085" cy="1635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3" name="Текст 3">
            <a:extLst>
              <a:ext uri="{FF2B5EF4-FFF2-40B4-BE49-F238E27FC236}">
                <a16:creationId xmlns:a16="http://schemas.microsoft.com/office/drawing/2014/main" id="{6807F705-F8F9-40EB-AF4D-B91B8C60D0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8674" y="6247288"/>
            <a:ext cx="4017085" cy="1635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ACB6C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Месяц 2000</a:t>
            </a:r>
          </a:p>
        </p:txBody>
      </p:sp>
    </p:spTree>
    <p:extLst>
      <p:ext uri="{BB962C8B-B14F-4D97-AF65-F5344CB8AC3E}">
        <p14:creationId xmlns:p14="http://schemas.microsoft.com/office/powerpoint/2010/main" val="1154137758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Облож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ine [Figma 9043:6352]" descr="Line. градиент в обводке">
            <a:extLst>
              <a:ext uri="{FF2B5EF4-FFF2-40B4-BE49-F238E27FC236}">
                <a16:creationId xmlns:a16="http://schemas.microsoft.com/office/drawing/2014/main" id="{2F42EBB4-5A52-45AA-9A2F-7E98BDDDEEB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78325"/>
            <a:ext cx="12192000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Line [Figma 9043:6353]" descr="Line. градиент в обводке">
            <a:extLst>
              <a:ext uri="{FF2B5EF4-FFF2-40B4-BE49-F238E27FC236}">
                <a16:creationId xmlns:a16="http://schemas.microsoft.com/office/drawing/2014/main" id="{9DB53208-2B32-44D6-949D-8A09B2C402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2406650"/>
            <a:ext cx="12188825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66" y="2423641"/>
            <a:ext cx="5437198" cy="2402359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000"/>
              </a:lnSpc>
              <a:defRPr sz="4000" cap="all" spc="-150" baseline="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три строчки</a:t>
            </a:r>
            <a:br>
              <a:rPr lang="ru-RU" dirty="0"/>
            </a:br>
            <a:r>
              <a:rPr lang="ru-RU" dirty="0"/>
              <a:t>для образца</a:t>
            </a:r>
          </a:p>
        </p:txBody>
      </p:sp>
      <p:sp>
        <p:nvSpPr>
          <p:cNvPr id="18" name="Rectangle 240662521 [Figma 9887:63708]">
            <a:extLst>
              <a:ext uri="{FF2B5EF4-FFF2-40B4-BE49-F238E27FC236}">
                <a16:creationId xmlns:a16="http://schemas.microsoft.com/office/drawing/2014/main" id="{2628694C-5803-41AB-B185-87803EC49C98}"/>
              </a:ext>
            </a:extLst>
          </p:cNvPr>
          <p:cNvSpPr/>
          <p:nvPr userDrawn="1"/>
        </p:nvSpPr>
        <p:spPr>
          <a:xfrm>
            <a:off x="380990" y="5930752"/>
            <a:ext cx="25399" cy="546086"/>
          </a:xfrm>
          <a:prstGeom prst="roundRect">
            <a:avLst>
              <a:gd name="adj" fmla="val 50001"/>
            </a:avLst>
          </a:prstGeom>
          <a:solidFill>
            <a:srgbClr val="1E4B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1" name="Vector [Figma 9887:63687]" descr="Vector. векторный контур">
            <a:extLst>
              <a:ext uri="{FF2B5EF4-FFF2-40B4-BE49-F238E27FC236}">
                <a16:creationId xmlns:a16="http://schemas.microsoft.com/office/drawing/2014/main" id="{134CF360-0F39-4435-BD95-4A629699A07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26249" y="493410"/>
            <a:ext cx="100208" cy="99030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F28CD005-6DC3-4013-90DE-A46B546D7F9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27157" y="368300"/>
            <a:ext cx="823585" cy="349200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9A16CF99-F442-4A44-B3EF-6F103B54E170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1475" y="368300"/>
            <a:ext cx="879464" cy="319213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D7D6D98B-8B33-4F5E-94FD-8CE49E9758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8673" y="6040283"/>
            <a:ext cx="4017085" cy="1635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3" name="Текст 3">
            <a:extLst>
              <a:ext uri="{FF2B5EF4-FFF2-40B4-BE49-F238E27FC236}">
                <a16:creationId xmlns:a16="http://schemas.microsoft.com/office/drawing/2014/main" id="{7DE74441-5EC9-4BC7-B53A-DF50B7A9EA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8674" y="6247288"/>
            <a:ext cx="4017085" cy="1635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ACB6C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Месяц 2000</a:t>
            </a:r>
          </a:p>
        </p:txBody>
      </p:sp>
    </p:spTree>
    <p:extLst>
      <p:ext uri="{BB962C8B-B14F-4D97-AF65-F5344CB8AC3E}">
        <p14:creationId xmlns:p14="http://schemas.microsoft.com/office/powerpoint/2010/main" val="2889475345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Содержание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9544F697-9F7C-4100-B82E-76597C13058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4519" y="2794152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gradFill>
                  <a:gsLst>
                    <a:gs pos="0">
                      <a:srgbClr val="AE895E"/>
                    </a:gs>
                    <a:gs pos="100000">
                      <a:srgbClr val="F5C482"/>
                    </a:gs>
                  </a:gsLst>
                  <a:lin ang="0" scaled="0"/>
                </a:gra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en-US" dirty="0"/>
              <a:t>1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4BCD6BF-C470-4F3A-A6A9-72D0CBF5A03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61160" y="2794153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Титульные слайды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C43D4F18-5A57-40C1-AA38-9EEF0B5BB9E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61160" y="3356013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09</a:t>
            </a:r>
          </a:p>
        </p:txBody>
      </p:sp>
      <p:sp>
        <p:nvSpPr>
          <p:cNvPr id="143" name="Текст 9">
            <a:extLst>
              <a:ext uri="{FF2B5EF4-FFF2-40B4-BE49-F238E27FC236}">
                <a16:creationId xmlns:a16="http://schemas.microsoft.com/office/drawing/2014/main" id="{1C1CEE07-3BB3-468D-9ECA-05DB27A574F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55795" y="2794152"/>
            <a:ext cx="930605" cy="742175"/>
          </a:xfrm>
          <a:prstGeom prst="rect">
            <a:avLst/>
          </a:prstGeom>
          <a:noFill/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gradFill>
                  <a:gsLst>
                    <a:gs pos="0">
                      <a:srgbClr val="AE895E"/>
                    </a:gs>
                    <a:gs pos="100000">
                      <a:srgbClr val="F5C482"/>
                    </a:gs>
                  </a:gsLst>
                  <a:lin ang="0" scaled="0"/>
                </a:gra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2</a:t>
            </a:r>
          </a:p>
        </p:txBody>
      </p:sp>
      <p:sp>
        <p:nvSpPr>
          <p:cNvPr id="144" name="Текст 4">
            <a:extLst>
              <a:ext uri="{FF2B5EF4-FFF2-40B4-BE49-F238E27FC236}">
                <a16:creationId xmlns:a16="http://schemas.microsoft.com/office/drawing/2014/main" id="{511B0CF8-1C4D-44DF-BDEB-36A7E34C3DC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12436" y="2794153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Раздельные слайды</a:t>
            </a:r>
          </a:p>
        </p:txBody>
      </p:sp>
      <p:sp>
        <p:nvSpPr>
          <p:cNvPr id="145" name="Текст 7">
            <a:extLst>
              <a:ext uri="{FF2B5EF4-FFF2-40B4-BE49-F238E27FC236}">
                <a16:creationId xmlns:a16="http://schemas.microsoft.com/office/drawing/2014/main" id="{6DEB178C-EBBD-44AB-A171-90B021CBF66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512436" y="3356013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13</a:t>
            </a:r>
          </a:p>
        </p:txBody>
      </p:sp>
      <p:sp>
        <p:nvSpPr>
          <p:cNvPr id="147" name="Текст 9">
            <a:extLst>
              <a:ext uri="{FF2B5EF4-FFF2-40B4-BE49-F238E27FC236}">
                <a16:creationId xmlns:a16="http://schemas.microsoft.com/office/drawing/2014/main" id="{879B0177-D0F3-4571-A571-8E6D449FBEA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07071" y="2785762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gradFill>
                  <a:gsLst>
                    <a:gs pos="0">
                      <a:srgbClr val="AE895E"/>
                    </a:gs>
                    <a:gs pos="100000">
                      <a:srgbClr val="F5C482"/>
                    </a:gs>
                  </a:gsLst>
                  <a:lin ang="0" scaled="0"/>
                </a:gra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3</a:t>
            </a:r>
          </a:p>
        </p:txBody>
      </p:sp>
      <p:sp>
        <p:nvSpPr>
          <p:cNvPr id="148" name="Текст 4">
            <a:extLst>
              <a:ext uri="{FF2B5EF4-FFF2-40B4-BE49-F238E27FC236}">
                <a16:creationId xmlns:a16="http://schemas.microsoft.com/office/drawing/2014/main" id="{381B60CC-166A-48D9-9F0E-31A7EDCCBF0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363712" y="2785763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Навигация</a:t>
            </a:r>
          </a:p>
        </p:txBody>
      </p:sp>
      <p:sp>
        <p:nvSpPr>
          <p:cNvPr id="149" name="Текст 7">
            <a:extLst>
              <a:ext uri="{FF2B5EF4-FFF2-40B4-BE49-F238E27FC236}">
                <a16:creationId xmlns:a16="http://schemas.microsoft.com/office/drawing/2014/main" id="{B91BC7B4-31F5-4319-948D-22D0382AE18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363712" y="3347623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15</a:t>
            </a:r>
          </a:p>
        </p:txBody>
      </p:sp>
      <p:sp>
        <p:nvSpPr>
          <p:cNvPr id="151" name="Текст 9">
            <a:extLst>
              <a:ext uri="{FF2B5EF4-FFF2-40B4-BE49-F238E27FC236}">
                <a16:creationId xmlns:a16="http://schemas.microsoft.com/office/drawing/2014/main" id="{ADB4BCD0-0D97-4C88-83D5-27A10DF574F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98836" y="4104416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gradFill>
                  <a:gsLst>
                    <a:gs pos="0">
                      <a:srgbClr val="AE895E"/>
                    </a:gs>
                    <a:gs pos="100000">
                      <a:srgbClr val="F5C482"/>
                    </a:gs>
                  </a:gsLst>
                  <a:lin ang="0" scaled="0"/>
                </a:gra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4</a:t>
            </a:r>
          </a:p>
        </p:txBody>
      </p:sp>
      <p:sp>
        <p:nvSpPr>
          <p:cNvPr id="152" name="Текст 4">
            <a:extLst>
              <a:ext uri="{FF2B5EF4-FFF2-40B4-BE49-F238E27FC236}">
                <a16:creationId xmlns:a16="http://schemas.microsoft.com/office/drawing/2014/main" id="{460A92A5-4C17-497A-97C8-53421EA28BC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677227" y="4104417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Контентные слайды</a:t>
            </a:r>
          </a:p>
        </p:txBody>
      </p:sp>
      <p:sp>
        <p:nvSpPr>
          <p:cNvPr id="153" name="Текст 7">
            <a:extLst>
              <a:ext uri="{FF2B5EF4-FFF2-40B4-BE49-F238E27FC236}">
                <a16:creationId xmlns:a16="http://schemas.microsoft.com/office/drawing/2014/main" id="{FAB8F0F1-780B-46F7-8C5E-7DC3C10E5BC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655477" y="4666277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16</a:t>
            </a:r>
          </a:p>
        </p:txBody>
      </p:sp>
      <p:sp>
        <p:nvSpPr>
          <p:cNvPr id="155" name="Текст 9">
            <a:extLst>
              <a:ext uri="{FF2B5EF4-FFF2-40B4-BE49-F238E27FC236}">
                <a16:creationId xmlns:a16="http://schemas.microsoft.com/office/drawing/2014/main" id="{07AFE387-0F4F-4E87-87BB-5B2C9D7631A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450112" y="4104416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gradFill>
                  <a:gsLst>
                    <a:gs pos="0">
                      <a:srgbClr val="AE895E"/>
                    </a:gs>
                    <a:gs pos="100000">
                      <a:srgbClr val="F5C482"/>
                    </a:gs>
                  </a:gsLst>
                  <a:lin ang="0" scaled="0"/>
                </a:gra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5</a:t>
            </a:r>
          </a:p>
        </p:txBody>
      </p:sp>
      <p:sp>
        <p:nvSpPr>
          <p:cNvPr id="156" name="Текст 4">
            <a:extLst>
              <a:ext uri="{FF2B5EF4-FFF2-40B4-BE49-F238E27FC236}">
                <a16:creationId xmlns:a16="http://schemas.microsoft.com/office/drawing/2014/main" id="{E53A190A-4919-414B-B6E1-B1608C7CCE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528503" y="4104417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Таблицы</a:t>
            </a:r>
          </a:p>
        </p:txBody>
      </p:sp>
      <p:sp>
        <p:nvSpPr>
          <p:cNvPr id="157" name="Текст 7">
            <a:extLst>
              <a:ext uri="{FF2B5EF4-FFF2-40B4-BE49-F238E27FC236}">
                <a16:creationId xmlns:a16="http://schemas.microsoft.com/office/drawing/2014/main" id="{F58AF3C2-4320-444B-9D46-7FABE832E60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506753" y="4666277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36</a:t>
            </a:r>
          </a:p>
        </p:txBody>
      </p:sp>
      <p:sp>
        <p:nvSpPr>
          <p:cNvPr id="159" name="Текст 9">
            <a:extLst>
              <a:ext uri="{FF2B5EF4-FFF2-40B4-BE49-F238E27FC236}">
                <a16:creationId xmlns:a16="http://schemas.microsoft.com/office/drawing/2014/main" id="{B1798F73-1F2A-4DE6-8862-F8CA4FFD860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01388" y="4096026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gradFill>
                  <a:gsLst>
                    <a:gs pos="0">
                      <a:srgbClr val="AE895E"/>
                    </a:gs>
                    <a:gs pos="100000">
                      <a:srgbClr val="F5C482"/>
                    </a:gs>
                  </a:gsLst>
                  <a:lin ang="0" scaled="0"/>
                </a:gra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6</a:t>
            </a:r>
          </a:p>
        </p:txBody>
      </p:sp>
      <p:sp>
        <p:nvSpPr>
          <p:cNvPr id="160" name="Текст 4">
            <a:extLst>
              <a:ext uri="{FF2B5EF4-FFF2-40B4-BE49-F238E27FC236}">
                <a16:creationId xmlns:a16="http://schemas.microsoft.com/office/drawing/2014/main" id="{57D222AD-8D23-4711-8885-8D8A06CC797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358029" y="4096027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Схемы и диаграммы</a:t>
            </a:r>
          </a:p>
        </p:txBody>
      </p:sp>
      <p:sp>
        <p:nvSpPr>
          <p:cNvPr id="161" name="Текст 7">
            <a:extLst>
              <a:ext uri="{FF2B5EF4-FFF2-40B4-BE49-F238E27FC236}">
                <a16:creationId xmlns:a16="http://schemas.microsoft.com/office/drawing/2014/main" id="{682FB1BA-8725-4891-8167-07B7E169A3E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358029" y="4657887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39</a:t>
            </a:r>
          </a:p>
        </p:txBody>
      </p:sp>
      <p:sp>
        <p:nvSpPr>
          <p:cNvPr id="163" name="Текст 9">
            <a:extLst>
              <a:ext uri="{FF2B5EF4-FFF2-40B4-BE49-F238E27FC236}">
                <a16:creationId xmlns:a16="http://schemas.microsoft.com/office/drawing/2014/main" id="{13EDD3DC-C617-44C7-9365-1CA061923D5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90277" y="5374885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gradFill>
                  <a:gsLst>
                    <a:gs pos="0">
                      <a:srgbClr val="AE895E"/>
                    </a:gs>
                    <a:gs pos="100000">
                      <a:srgbClr val="F5C482"/>
                    </a:gs>
                  </a:gsLst>
                  <a:lin ang="0" scaled="0"/>
                </a:gra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7</a:t>
            </a:r>
          </a:p>
        </p:txBody>
      </p:sp>
      <p:sp>
        <p:nvSpPr>
          <p:cNvPr id="164" name="Текст 4">
            <a:extLst>
              <a:ext uri="{FF2B5EF4-FFF2-40B4-BE49-F238E27FC236}">
                <a16:creationId xmlns:a16="http://schemas.microsoft.com/office/drawing/2014/main" id="{7A1E98E3-C2C1-4010-AB25-4AB104FC397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668668" y="5374886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sp>
        <p:nvSpPr>
          <p:cNvPr id="165" name="Текст 7">
            <a:extLst>
              <a:ext uri="{FF2B5EF4-FFF2-40B4-BE49-F238E27FC236}">
                <a16:creationId xmlns:a16="http://schemas.microsoft.com/office/drawing/2014/main" id="{1A4B8D07-FA18-4BA0-A707-9F88B634E34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646918" y="5936746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49</a:t>
            </a:r>
          </a:p>
        </p:txBody>
      </p:sp>
      <p:sp>
        <p:nvSpPr>
          <p:cNvPr id="167" name="Текст 9">
            <a:extLst>
              <a:ext uri="{FF2B5EF4-FFF2-40B4-BE49-F238E27FC236}">
                <a16:creationId xmlns:a16="http://schemas.microsoft.com/office/drawing/2014/main" id="{BCF1674D-2B2B-4E77-8D13-EAC3081B65F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441553" y="5374885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gradFill>
                  <a:gsLst>
                    <a:gs pos="0">
                      <a:srgbClr val="AE895E"/>
                    </a:gs>
                    <a:gs pos="100000">
                      <a:srgbClr val="F5C482"/>
                    </a:gs>
                  </a:gsLst>
                  <a:lin ang="0" scaled="0"/>
                </a:gra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8</a:t>
            </a:r>
          </a:p>
        </p:txBody>
      </p:sp>
      <p:sp>
        <p:nvSpPr>
          <p:cNvPr id="168" name="Текст 4">
            <a:extLst>
              <a:ext uri="{FF2B5EF4-FFF2-40B4-BE49-F238E27FC236}">
                <a16:creationId xmlns:a16="http://schemas.microsoft.com/office/drawing/2014/main" id="{C239EB68-AAD1-4014-BDA3-507D5AABB63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519944" y="5374886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Направления и паттерны</a:t>
            </a:r>
          </a:p>
        </p:txBody>
      </p:sp>
      <p:sp>
        <p:nvSpPr>
          <p:cNvPr id="169" name="Текст 7">
            <a:extLst>
              <a:ext uri="{FF2B5EF4-FFF2-40B4-BE49-F238E27FC236}">
                <a16:creationId xmlns:a16="http://schemas.microsoft.com/office/drawing/2014/main" id="{33A42EF0-A894-4C04-BA3D-82C3361A287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498194" y="5936746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50</a:t>
            </a:r>
          </a:p>
        </p:txBody>
      </p:sp>
      <p:sp>
        <p:nvSpPr>
          <p:cNvPr id="171" name="Текст 9">
            <a:extLst>
              <a:ext uri="{FF2B5EF4-FFF2-40B4-BE49-F238E27FC236}">
                <a16:creationId xmlns:a16="http://schemas.microsoft.com/office/drawing/2014/main" id="{6D583F18-AA6D-4DB7-A0D2-DE3A8D0A17C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292829" y="5366495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gradFill>
                  <a:gsLst>
                    <a:gs pos="0">
                      <a:srgbClr val="AE895E"/>
                    </a:gs>
                    <a:gs pos="100000">
                      <a:srgbClr val="F5C482"/>
                    </a:gs>
                  </a:gsLst>
                  <a:lin ang="0" scaled="0"/>
                </a:gra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9</a:t>
            </a:r>
          </a:p>
        </p:txBody>
      </p:sp>
      <p:sp>
        <p:nvSpPr>
          <p:cNvPr id="172" name="Текст 4">
            <a:extLst>
              <a:ext uri="{FF2B5EF4-FFF2-40B4-BE49-F238E27FC236}">
                <a16:creationId xmlns:a16="http://schemas.microsoft.com/office/drawing/2014/main" id="{E73E9EAE-6367-4B05-86DB-815BF0D0DE7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371220" y="5366496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Дополнительные элементы</a:t>
            </a:r>
          </a:p>
        </p:txBody>
      </p:sp>
      <p:sp>
        <p:nvSpPr>
          <p:cNvPr id="173" name="Текст 7">
            <a:extLst>
              <a:ext uri="{FF2B5EF4-FFF2-40B4-BE49-F238E27FC236}">
                <a16:creationId xmlns:a16="http://schemas.microsoft.com/office/drawing/2014/main" id="{67EEDA7B-59F1-4C6D-8986-CB8A474AFAED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349470" y="5928356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60</a:t>
            </a:r>
          </a:p>
        </p:txBody>
      </p:sp>
      <p:pic>
        <p:nvPicPr>
          <p:cNvPr id="174" name="Рисунок 173">
            <a:extLst>
              <a:ext uri="{FF2B5EF4-FFF2-40B4-BE49-F238E27FC236}">
                <a16:creationId xmlns:a16="http://schemas.microsoft.com/office/drawing/2014/main" id="{B006C905-A940-44A0-B9A7-78DA4F62DF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019912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уллиты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буллиты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4" name="Рисунок 173">
            <a:extLst>
              <a:ext uri="{FF2B5EF4-FFF2-40B4-BE49-F238E27FC236}">
                <a16:creationId xmlns:a16="http://schemas.microsoft.com/office/drawing/2014/main" id="{B006C905-A940-44A0-B9A7-78DA4F62DF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E37772B0-CB9E-497D-AFF0-3DEE16D0138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320767" y="1584325"/>
            <a:ext cx="922023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73ED74C-5170-49D2-8C4A-37748C9F7AE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0667" y="1584325"/>
            <a:ext cx="800100" cy="76517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kern="200" spc="-200" baseline="0">
                <a:solidFill>
                  <a:schemeClr val="accent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76" name="Текст 2">
            <a:extLst>
              <a:ext uri="{FF2B5EF4-FFF2-40B4-BE49-F238E27FC236}">
                <a16:creationId xmlns:a16="http://schemas.microsoft.com/office/drawing/2014/main" id="{761ACA31-4C74-48A5-92D9-AAA100218A7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320767" y="2830085"/>
            <a:ext cx="922023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77" name="Текст 5">
            <a:extLst>
              <a:ext uri="{FF2B5EF4-FFF2-40B4-BE49-F238E27FC236}">
                <a16:creationId xmlns:a16="http://schemas.microsoft.com/office/drawing/2014/main" id="{F3FDE278-6D2D-41D7-8953-68AF70AA58A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0667" y="2830085"/>
            <a:ext cx="800100" cy="76517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kern="200" spc="-200" baseline="0">
                <a:solidFill>
                  <a:schemeClr val="accent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78" name="Текст 2">
            <a:extLst>
              <a:ext uri="{FF2B5EF4-FFF2-40B4-BE49-F238E27FC236}">
                <a16:creationId xmlns:a16="http://schemas.microsoft.com/office/drawing/2014/main" id="{552DD092-6782-4BDF-8F89-D748FE53F22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320767" y="4087385"/>
            <a:ext cx="922023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79" name="Текст 5">
            <a:extLst>
              <a:ext uri="{FF2B5EF4-FFF2-40B4-BE49-F238E27FC236}">
                <a16:creationId xmlns:a16="http://schemas.microsoft.com/office/drawing/2014/main" id="{216DB16B-9693-4283-A2B2-4EDC02F2AC3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0667" y="4087385"/>
            <a:ext cx="800100" cy="76517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kern="200" spc="-200" baseline="0">
                <a:solidFill>
                  <a:schemeClr val="accent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82" name="Текст 2">
            <a:extLst>
              <a:ext uri="{FF2B5EF4-FFF2-40B4-BE49-F238E27FC236}">
                <a16:creationId xmlns:a16="http://schemas.microsoft.com/office/drawing/2014/main" id="{AF352D55-F57E-4F38-AF4B-A4D559FD56A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320767" y="5382785"/>
            <a:ext cx="922023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83" name="Текст 5">
            <a:extLst>
              <a:ext uri="{FF2B5EF4-FFF2-40B4-BE49-F238E27FC236}">
                <a16:creationId xmlns:a16="http://schemas.microsoft.com/office/drawing/2014/main" id="{F2C85A90-B8A1-4749-BAE5-2205C6E0E07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0667" y="5382785"/>
            <a:ext cx="800100" cy="76517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kern="200" spc="-200" baseline="0">
                <a:solidFill>
                  <a:schemeClr val="accent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69383384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уллиты с ико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Буллиты с иконками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4" name="Рисунок 173">
            <a:extLst>
              <a:ext uri="{FF2B5EF4-FFF2-40B4-BE49-F238E27FC236}">
                <a16:creationId xmlns:a16="http://schemas.microsoft.com/office/drawing/2014/main" id="{B006C905-A940-44A0-B9A7-78DA4F62DF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E37772B0-CB9E-497D-AFF0-3DEE16D0138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517807" y="1584325"/>
            <a:ext cx="902319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76" name="Текст 2">
            <a:extLst>
              <a:ext uri="{FF2B5EF4-FFF2-40B4-BE49-F238E27FC236}">
                <a16:creationId xmlns:a16="http://schemas.microsoft.com/office/drawing/2014/main" id="{761ACA31-4C74-48A5-92D9-AAA100218A7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517807" y="2830085"/>
            <a:ext cx="902319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78" name="Текст 2">
            <a:extLst>
              <a:ext uri="{FF2B5EF4-FFF2-40B4-BE49-F238E27FC236}">
                <a16:creationId xmlns:a16="http://schemas.microsoft.com/office/drawing/2014/main" id="{552DD092-6782-4BDF-8F89-D748FE53F22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7807" y="4087385"/>
            <a:ext cx="902319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82" name="Текст 2">
            <a:extLst>
              <a:ext uri="{FF2B5EF4-FFF2-40B4-BE49-F238E27FC236}">
                <a16:creationId xmlns:a16="http://schemas.microsoft.com/office/drawing/2014/main" id="{AF352D55-F57E-4F38-AF4B-A4D559FD56A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517807" y="5382785"/>
            <a:ext cx="902319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161217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уллиты с вывод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Буллиты с выводом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4" name="Рисунок 173">
            <a:extLst>
              <a:ext uri="{FF2B5EF4-FFF2-40B4-BE49-F238E27FC236}">
                <a16:creationId xmlns:a16="http://schemas.microsoft.com/office/drawing/2014/main" id="{B006C905-A940-44A0-B9A7-78DA4F62DF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E37772B0-CB9E-497D-AFF0-3DEE16D0138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517807" y="1584325"/>
            <a:ext cx="902319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76" name="Текст 2">
            <a:extLst>
              <a:ext uri="{FF2B5EF4-FFF2-40B4-BE49-F238E27FC236}">
                <a16:creationId xmlns:a16="http://schemas.microsoft.com/office/drawing/2014/main" id="{761ACA31-4C74-48A5-92D9-AAA100218A7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517807" y="2830085"/>
            <a:ext cx="902319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78" name="Текст 2">
            <a:extLst>
              <a:ext uri="{FF2B5EF4-FFF2-40B4-BE49-F238E27FC236}">
                <a16:creationId xmlns:a16="http://schemas.microsoft.com/office/drawing/2014/main" id="{552DD092-6782-4BDF-8F89-D748FE53F22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7807" y="4087385"/>
            <a:ext cx="902319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82" name="Текст 2">
            <a:extLst>
              <a:ext uri="{FF2B5EF4-FFF2-40B4-BE49-F238E27FC236}">
                <a16:creationId xmlns:a16="http://schemas.microsoft.com/office/drawing/2014/main" id="{AF352D55-F57E-4F38-AF4B-A4D559FD56A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47701" y="5382785"/>
            <a:ext cx="9893300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67307916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ертикальные карточ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kern="200" cap="all" spc="-100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Вертикальные карточки</a:t>
            </a:r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26"/>
          </p:nvPr>
        </p:nvSpPr>
        <p:spPr>
          <a:xfrm>
            <a:off x="587375" y="2365946"/>
            <a:ext cx="5168771" cy="293613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lang="ru-RU" sz="1400" kern="0" spc="-10" dirty="0">
                <a:solidFill>
                  <a:srgbClr val="6B7683"/>
                </a:solidFill>
                <a:latin typeface="VTB Group Light" pitchFamily="34" charset="0"/>
                <a:ea typeface="VTB Group Light" pitchFamily="34" charset="-122"/>
                <a:cs typeface="VTB Group Light" pitchFamily="34" charset="-120"/>
              </a:rPr>
              <a:t>Образец текста</a:t>
            </a:r>
            <a:endParaRPr lang="en-US" sz="1400" dirty="0"/>
          </a:p>
        </p:txBody>
      </p:sp>
      <p:sp>
        <p:nvSpPr>
          <p:cNvPr id="28" name="Номер слайда 61">
            <a:extLst>
              <a:ext uri="{FF2B5EF4-FFF2-40B4-BE49-F238E27FC236}">
                <a16:creationId xmlns:a16="http://schemas.microsoft.com/office/drawing/2014/main" id="{4B3CCE28-E7E0-403A-B034-114643900A0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F891E-63B0-45CA-9A92-96A490F157E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E25524F-03A3-4C05-8759-4E2C8A2DD4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07D207F9-024E-43D3-88C4-A978615F851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913296" y="1535874"/>
            <a:ext cx="4707003" cy="50985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раздела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5B28C48-F733-4EE0-9BF2-6F141D80FFB1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407149" y="2365375"/>
            <a:ext cx="5213150" cy="2936703"/>
          </a:xfrm>
          <a:prstGeom prst="rect">
            <a:avLst/>
          </a:prstGeom>
        </p:spPr>
        <p:txBody>
          <a:bodyPr lIns="0" tIns="0" rIns="0" bIns="0"/>
          <a:lstStyle>
            <a:lvl1pPr marL="180975" indent="-180975">
              <a:buClr>
                <a:schemeClr val="accent1"/>
              </a:buClr>
              <a:buSzPct val="120000"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marL="180975" marR="0" lvl="0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Образец текста</a:t>
            </a:r>
          </a:p>
          <a:p>
            <a:pPr lvl="0"/>
            <a:endParaRPr lang="ru-RU" dirty="0"/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A88CC75A-F951-488C-B4F5-D3561E0A340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131749" y="1514601"/>
            <a:ext cx="4624397" cy="50985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раздела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19849782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ертикальные карточки с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kern="200" cap="all" spc="-100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Вертикальные карточки с фото</a:t>
            </a:r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26"/>
          </p:nvPr>
        </p:nvSpPr>
        <p:spPr>
          <a:xfrm>
            <a:off x="587375" y="2365946"/>
            <a:ext cx="5168771" cy="17361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lang="ru-RU" sz="1400" kern="0" spc="-10" dirty="0">
                <a:solidFill>
                  <a:srgbClr val="6B7683"/>
                </a:solidFill>
                <a:latin typeface="VTB Group Light" pitchFamily="34" charset="0"/>
                <a:ea typeface="VTB Group Light" pitchFamily="34" charset="-122"/>
                <a:cs typeface="VTB Group Light" pitchFamily="34" charset="-120"/>
              </a:rPr>
              <a:t>Образец текста</a:t>
            </a:r>
            <a:endParaRPr lang="en-US" sz="1400" dirty="0"/>
          </a:p>
        </p:txBody>
      </p:sp>
      <p:sp>
        <p:nvSpPr>
          <p:cNvPr id="28" name="Номер слайда 61">
            <a:extLst>
              <a:ext uri="{FF2B5EF4-FFF2-40B4-BE49-F238E27FC236}">
                <a16:creationId xmlns:a16="http://schemas.microsoft.com/office/drawing/2014/main" id="{4B3CCE28-E7E0-403A-B034-114643900A0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F891E-63B0-45CA-9A92-96A490F157E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E25524F-03A3-4C05-8759-4E2C8A2DD4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07D207F9-024E-43D3-88C4-A978615F851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913296" y="1535874"/>
            <a:ext cx="4707003" cy="50985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раздела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CFD4DAE-EC25-475D-978A-9222B19796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350000" y="2365375"/>
            <a:ext cx="5254625" cy="1736725"/>
          </a:xfrm>
          <a:prstGeom prst="rect">
            <a:avLst/>
          </a:prstGeom>
        </p:spPr>
        <p:txBody>
          <a:bodyPr lIns="0" tIns="0" rIns="0" bIns="0"/>
          <a:lstStyle>
            <a:lvl1pPr marL="177800" indent="-177800">
              <a:buClr>
                <a:schemeClr val="accent1"/>
              </a:buClr>
              <a:buSzPct val="120000"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4C99A5C8-4F60-4412-AA31-B9831CCADDD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130227" y="1514601"/>
            <a:ext cx="4625919" cy="50985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раздела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14492450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Вертикальные карточ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kern="200" cap="all" spc="-100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3 Вертикальные карточки</a:t>
            </a:r>
          </a:p>
        </p:txBody>
      </p:sp>
      <p:sp>
        <p:nvSpPr>
          <p:cNvPr id="28" name="Номер слайда 61">
            <a:extLst>
              <a:ext uri="{FF2B5EF4-FFF2-40B4-BE49-F238E27FC236}">
                <a16:creationId xmlns:a16="http://schemas.microsoft.com/office/drawing/2014/main" id="{4B3CCE28-E7E0-403A-B034-114643900A0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F891E-63B0-45CA-9A92-96A490F157E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E25524F-03A3-4C05-8759-4E2C8A2DD4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38" name="Текст 7">
            <a:extLst>
              <a:ext uri="{FF2B5EF4-FFF2-40B4-BE49-F238E27FC236}">
                <a16:creationId xmlns:a16="http://schemas.microsoft.com/office/drawing/2014/main" id="{F40AA270-8957-4F14-8503-2A0D8057F2E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87376" y="2365945"/>
            <a:ext cx="3274620" cy="360896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lang="ru-RU" sz="1400" kern="0" spc="-10" dirty="0">
                <a:solidFill>
                  <a:srgbClr val="6B7683"/>
                </a:solidFill>
                <a:latin typeface="VTB Group Light" pitchFamily="34" charset="0"/>
                <a:ea typeface="VTB Group Light" pitchFamily="34" charset="-122"/>
                <a:cs typeface="VTB Group Light" pitchFamily="34" charset="-120"/>
              </a:rPr>
              <a:t>Образец текста</a:t>
            </a:r>
            <a:endParaRPr lang="en-US" sz="14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C6EF8C7-3D96-4813-A2DC-D70244D4252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902559" y="1524185"/>
            <a:ext cx="2721684" cy="48755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раздела</a:t>
            </a:r>
            <a:endParaRPr lang="ru-RU" dirty="0"/>
          </a:p>
        </p:txBody>
      </p:sp>
      <p:sp>
        <p:nvSpPr>
          <p:cNvPr id="54" name="Текст 3">
            <a:extLst>
              <a:ext uri="{FF2B5EF4-FFF2-40B4-BE49-F238E27FC236}">
                <a16:creationId xmlns:a16="http://schemas.microsoft.com/office/drawing/2014/main" id="{CF08A062-F4E6-4849-95CC-ED36DE3BAD2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180191" y="1524185"/>
            <a:ext cx="2721684" cy="48755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раздела</a:t>
            </a:r>
            <a:endParaRPr lang="ru-RU" dirty="0"/>
          </a:p>
        </p:txBody>
      </p:sp>
      <p:sp>
        <p:nvSpPr>
          <p:cNvPr id="74" name="Текст 3">
            <a:extLst>
              <a:ext uri="{FF2B5EF4-FFF2-40B4-BE49-F238E27FC236}">
                <a16:creationId xmlns:a16="http://schemas.microsoft.com/office/drawing/2014/main" id="{B3D4F3EF-1458-437C-BE5F-A141CBE5FDB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051472" y="1525753"/>
            <a:ext cx="2721684" cy="48755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раздела</a:t>
            </a:r>
            <a:endParaRPr lang="ru-RU" dirty="0"/>
          </a:p>
        </p:txBody>
      </p:sp>
      <p:sp>
        <p:nvSpPr>
          <p:cNvPr id="26" name="Текст 4">
            <a:extLst>
              <a:ext uri="{FF2B5EF4-FFF2-40B4-BE49-F238E27FC236}">
                <a16:creationId xmlns:a16="http://schemas.microsoft.com/office/drawing/2014/main" id="{AF0923DF-DC38-4E85-A2A6-EA18DF245BF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293100" y="2365375"/>
            <a:ext cx="3311525" cy="3599880"/>
          </a:xfrm>
          <a:prstGeom prst="rect">
            <a:avLst/>
          </a:prstGeom>
        </p:spPr>
        <p:txBody>
          <a:bodyPr lIns="0" tIns="0" rIns="0" bIns="0"/>
          <a:lstStyle>
            <a:lvl1pPr marL="177800" indent="-177800">
              <a:buClr>
                <a:schemeClr val="accent1"/>
              </a:buClr>
              <a:buSzPct val="120000"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7" name="Текст 4">
            <a:extLst>
              <a:ext uri="{FF2B5EF4-FFF2-40B4-BE49-F238E27FC236}">
                <a16:creationId xmlns:a16="http://schemas.microsoft.com/office/drawing/2014/main" id="{222EDED0-AAF1-43EC-AA3D-AAFF6016A9B9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4445321" y="2375470"/>
            <a:ext cx="3311525" cy="3599880"/>
          </a:xfrm>
          <a:prstGeom prst="rect">
            <a:avLst/>
          </a:prstGeom>
        </p:spPr>
        <p:txBody>
          <a:bodyPr lIns="0" tIns="0" rIns="0" bIns="0"/>
          <a:lstStyle>
            <a:lvl1pPr marL="177800" indent="-177800">
              <a:buClr>
                <a:schemeClr val="accent2"/>
              </a:buClr>
              <a:buSzPct val="120000"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820434082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Вертикальные карточки с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8300"/>
            <a:ext cx="9155664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kern="200" cap="all" spc="-100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3 вертикальные карточки с фото</a:t>
            </a:r>
          </a:p>
        </p:txBody>
      </p:sp>
      <p:sp>
        <p:nvSpPr>
          <p:cNvPr id="28" name="Номер слайда 61">
            <a:extLst>
              <a:ext uri="{FF2B5EF4-FFF2-40B4-BE49-F238E27FC236}">
                <a16:creationId xmlns:a16="http://schemas.microsoft.com/office/drawing/2014/main" id="{4B3CCE28-E7E0-403A-B034-114643900A0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F891E-63B0-45CA-9A92-96A490F157E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E25524F-03A3-4C05-8759-4E2C8A2DD4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38" name="Текст 7">
            <a:extLst>
              <a:ext uri="{FF2B5EF4-FFF2-40B4-BE49-F238E27FC236}">
                <a16:creationId xmlns:a16="http://schemas.microsoft.com/office/drawing/2014/main" id="{F40AA270-8957-4F14-8503-2A0D8057F2E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87376" y="2365945"/>
            <a:ext cx="3274620" cy="182505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>
                <a:effectLst/>
              </a:rPr>
              <a:t>Образец текста</a:t>
            </a:r>
          </a:p>
          <a:p>
            <a:pPr marL="0" marR="0" lvl="0" indent="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>
                <a:effectLst/>
              </a:rPr>
              <a:t>Образец текста</a:t>
            </a:r>
          </a:p>
          <a:p>
            <a:pPr marL="0" marR="0" lvl="0" indent="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ru-RU" dirty="0">
              <a:effectLst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C6EF8C7-3D96-4813-A2DC-D70244D4252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902559" y="1524185"/>
            <a:ext cx="2721684" cy="48755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54" name="Текст 3">
            <a:extLst>
              <a:ext uri="{FF2B5EF4-FFF2-40B4-BE49-F238E27FC236}">
                <a16:creationId xmlns:a16="http://schemas.microsoft.com/office/drawing/2014/main" id="{CF08A062-F4E6-4849-95CC-ED36DE3BAD2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180191" y="1524185"/>
            <a:ext cx="2721684" cy="48755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74" name="Текст 3">
            <a:extLst>
              <a:ext uri="{FF2B5EF4-FFF2-40B4-BE49-F238E27FC236}">
                <a16:creationId xmlns:a16="http://schemas.microsoft.com/office/drawing/2014/main" id="{B3D4F3EF-1458-437C-BE5F-A141CBE5FDB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051472" y="1525753"/>
            <a:ext cx="2721684" cy="48755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30" name="Текст 4">
            <a:extLst>
              <a:ext uri="{FF2B5EF4-FFF2-40B4-BE49-F238E27FC236}">
                <a16:creationId xmlns:a16="http://schemas.microsoft.com/office/drawing/2014/main" id="{BC770120-677C-4DE8-B92C-D9781776F8D9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293100" y="2365375"/>
            <a:ext cx="3311525" cy="1815530"/>
          </a:xfrm>
          <a:prstGeom prst="rect">
            <a:avLst/>
          </a:prstGeom>
        </p:spPr>
        <p:txBody>
          <a:bodyPr lIns="0" tIns="0" rIns="0" bIns="0"/>
          <a:lstStyle>
            <a:lvl1pPr marL="177800" indent="-177800">
              <a:buClr>
                <a:schemeClr val="accent1"/>
              </a:buClr>
              <a:buSzPct val="120000"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2" name="Текст 4">
            <a:extLst>
              <a:ext uri="{FF2B5EF4-FFF2-40B4-BE49-F238E27FC236}">
                <a16:creationId xmlns:a16="http://schemas.microsoft.com/office/drawing/2014/main" id="{F7C8BF14-11C2-48D9-96D2-BDE05A40C967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4445321" y="2375470"/>
            <a:ext cx="3311525" cy="1815530"/>
          </a:xfrm>
          <a:prstGeom prst="rect">
            <a:avLst/>
          </a:prstGeom>
        </p:spPr>
        <p:txBody>
          <a:bodyPr lIns="0" tIns="0" rIns="0" bIns="0"/>
          <a:lstStyle>
            <a:lvl1pPr marL="177800" indent="-177800">
              <a:buClr>
                <a:schemeClr val="accent2"/>
              </a:buClr>
              <a:buSzPct val="120000"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930632669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Вертикальные карточ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sult Title [Figma 9043:6384]">
            <a:extLst>
              <a:ext uri="{FF2B5EF4-FFF2-40B4-BE49-F238E27FC236}">
                <a16:creationId xmlns:a16="http://schemas.microsoft.com/office/drawing/2014/main" id="{40C96AB4-6FCA-4126-A57C-E8E73E021FF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239250" y="1485900"/>
            <a:ext cx="1060450" cy="327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VTB Group"/>
              </a:defRPr>
            </a:lvl1pPr>
            <a:lvl2pPr marL="742950" indent="-285750">
              <a:defRPr>
                <a:solidFill>
                  <a:schemeClr val="tx1"/>
                </a:solidFill>
                <a:latin typeface="VTB Group"/>
              </a:defRPr>
            </a:lvl2pPr>
            <a:lvl3pPr marL="1143000" indent="-228600">
              <a:defRPr>
                <a:solidFill>
                  <a:schemeClr val="tx1"/>
                </a:solidFill>
                <a:latin typeface="VTB Group"/>
              </a:defRPr>
            </a:lvl3pPr>
            <a:lvl4pPr marL="1600200" indent="-228600">
              <a:defRPr>
                <a:solidFill>
                  <a:schemeClr val="tx1"/>
                </a:solidFill>
                <a:latin typeface="VTB Group"/>
              </a:defRPr>
            </a:lvl4pPr>
            <a:lvl5pPr marL="2057400" indent="-228600">
              <a:defRPr>
                <a:solidFill>
                  <a:schemeClr val="tx1"/>
                </a:solidFill>
                <a:latin typeface="VTB Group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9pPr>
          </a:lstStyle>
          <a:p>
            <a:pPr eaLnBrk="1" hangingPunct="1">
              <a:defRPr/>
            </a:pPr>
            <a:endParaRPr lang="en-US" altLang="ru-RU" sz="2000" dirty="0">
              <a:latin typeface="VTB Group Book" panose="020B0503040504020204" pitchFamily="34" charset="-52"/>
            </a:endParaRPr>
          </a:p>
        </p:txBody>
      </p:sp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4 вертикальные карточки</a:t>
            </a:r>
          </a:p>
        </p:txBody>
      </p:sp>
      <p:sp>
        <p:nvSpPr>
          <p:cNvPr id="39" name="Текст 2"/>
          <p:cNvSpPr>
            <a:spLocks noGrp="1"/>
          </p:cNvSpPr>
          <p:nvPr>
            <p:ph type="body" sz="quarter" idx="27"/>
          </p:nvPr>
        </p:nvSpPr>
        <p:spPr>
          <a:xfrm>
            <a:off x="571486" y="2322768"/>
            <a:ext cx="2368204" cy="38684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40"/>
              </a:lnSpc>
              <a:buNone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</a:p>
          <a:p>
            <a:pPr marL="0" marR="0" lvl="0" indent="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>
                <a:effectLst/>
              </a:rPr>
              <a:t>Образец текста</a:t>
            </a:r>
          </a:p>
          <a:p>
            <a:pPr lvl="0"/>
            <a:endParaRPr lang="ru-RU" dirty="0">
              <a:effectLst/>
            </a:endParaRPr>
          </a:p>
        </p:txBody>
      </p:sp>
      <p:sp>
        <p:nvSpPr>
          <p:cNvPr id="28" name="Номер слайда 61">
            <a:extLst>
              <a:ext uri="{FF2B5EF4-FFF2-40B4-BE49-F238E27FC236}">
                <a16:creationId xmlns:a16="http://schemas.microsoft.com/office/drawing/2014/main" id="{4B3CCE28-E7E0-403A-B034-114643900A0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F891E-63B0-45CA-9A92-96A490F157E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E25524F-03A3-4C05-8759-4E2C8A2DD4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4F340843-AA78-474D-8F7E-EE14AADD7A6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30273" y="1517115"/>
            <a:ext cx="1822494" cy="504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78" name="Текст 3">
            <a:extLst>
              <a:ext uri="{FF2B5EF4-FFF2-40B4-BE49-F238E27FC236}">
                <a16:creationId xmlns:a16="http://schemas.microsoft.com/office/drawing/2014/main" id="{14B370E1-7C12-492A-BD26-28FAB4C6D12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038217" y="1517116"/>
            <a:ext cx="1822494" cy="504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85" name="Текст 3">
            <a:extLst>
              <a:ext uri="{FF2B5EF4-FFF2-40B4-BE49-F238E27FC236}">
                <a16:creationId xmlns:a16="http://schemas.microsoft.com/office/drawing/2014/main" id="{29F2796F-7C20-46E7-893B-1A52B259BCB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07905" y="1526161"/>
            <a:ext cx="1822494" cy="504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92" name="Текст 3">
            <a:extLst>
              <a:ext uri="{FF2B5EF4-FFF2-40B4-BE49-F238E27FC236}">
                <a16:creationId xmlns:a16="http://schemas.microsoft.com/office/drawing/2014/main" id="{98BAC7AF-B6B5-4C80-9A10-C4C45F5075B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816893" y="1517117"/>
            <a:ext cx="1822494" cy="504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97" name="Текст 2">
            <a:extLst>
              <a:ext uri="{FF2B5EF4-FFF2-40B4-BE49-F238E27FC236}">
                <a16:creationId xmlns:a16="http://schemas.microsoft.com/office/drawing/2014/main" id="{D63239EA-5842-4CE2-A36B-F34246318033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3467415" y="2316467"/>
            <a:ext cx="2368204" cy="3874783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440"/>
              </a:lnSpc>
              <a:buClr>
                <a:schemeClr val="accent2"/>
              </a:buClr>
              <a:buSzPct val="120000"/>
              <a:buFont typeface="VTB Group Light" panose="020B0403040504020204" pitchFamily="34" charset="-52"/>
              <a:buChar char="•"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</a:p>
          <a:p>
            <a:pPr marL="171450" marR="0" lvl="0" indent="-17145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20000"/>
              <a:buFont typeface="VTB Group Light" panose="020B0403040504020204" pitchFamily="34" charset="-52"/>
              <a:buChar char="•"/>
              <a:tabLst/>
              <a:defRPr/>
            </a:pPr>
            <a:r>
              <a:rPr lang="ru-RU" dirty="0">
                <a:effectLst/>
              </a:rPr>
              <a:t>Образец текста</a:t>
            </a:r>
          </a:p>
          <a:p>
            <a:pPr marL="171450" marR="0" lvl="0" indent="-17145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20000"/>
              <a:buFont typeface="VTB Group Light" panose="020B0403040504020204" pitchFamily="34" charset="-52"/>
              <a:buChar char="•"/>
              <a:tabLst/>
              <a:defRPr/>
            </a:pPr>
            <a:endParaRPr lang="ru-RU" dirty="0">
              <a:effectLst/>
            </a:endParaRPr>
          </a:p>
          <a:p>
            <a:pPr lvl="0"/>
            <a:endParaRPr lang="ru-RU" dirty="0">
              <a:effectLst/>
            </a:endParaRPr>
          </a:p>
        </p:txBody>
      </p:sp>
      <p:sp>
        <p:nvSpPr>
          <p:cNvPr id="99" name="Текст 2">
            <a:extLst>
              <a:ext uri="{FF2B5EF4-FFF2-40B4-BE49-F238E27FC236}">
                <a16:creationId xmlns:a16="http://schemas.microsoft.com/office/drawing/2014/main" id="{69C42475-5A44-4C6D-A727-1ECA57C33406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346220" y="2314561"/>
            <a:ext cx="2368204" cy="3874783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440"/>
              </a:lnSpc>
              <a:buClr>
                <a:schemeClr val="accent1"/>
              </a:buClr>
              <a:buSzPct val="120000"/>
              <a:buFont typeface="VTB Group Light" panose="020B0403040504020204" pitchFamily="34" charset="-52"/>
              <a:buChar char="•"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</a:p>
          <a:p>
            <a:pPr marL="171450" marR="0" lvl="0" indent="-17145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20000"/>
              <a:buFont typeface="VTB Group Light" panose="020B0403040504020204" pitchFamily="34" charset="-52"/>
              <a:buChar char="•"/>
              <a:tabLst/>
              <a:defRPr/>
            </a:pPr>
            <a:r>
              <a:rPr lang="ru-RU" dirty="0">
                <a:effectLst/>
              </a:rPr>
              <a:t>Образец текста</a:t>
            </a:r>
          </a:p>
          <a:p>
            <a:pPr marL="171450" marR="0" lvl="0" indent="-17145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20000"/>
              <a:buFont typeface="VTB Group Light" panose="020B0403040504020204" pitchFamily="34" charset="-52"/>
              <a:buChar char="•"/>
              <a:tabLst/>
              <a:defRPr/>
            </a:pPr>
            <a:endParaRPr lang="ru-RU" dirty="0">
              <a:effectLst/>
            </a:endParaRPr>
          </a:p>
          <a:p>
            <a:pPr lvl="0"/>
            <a:endParaRPr lang="ru-RU" dirty="0">
              <a:effectLst/>
            </a:endParaRPr>
          </a:p>
        </p:txBody>
      </p:sp>
      <p:sp>
        <p:nvSpPr>
          <p:cNvPr id="100" name="Текст 2">
            <a:extLst>
              <a:ext uri="{FF2B5EF4-FFF2-40B4-BE49-F238E27FC236}">
                <a16:creationId xmlns:a16="http://schemas.microsoft.com/office/drawing/2014/main" id="{3DF87732-73DF-4509-A166-5CF822C5F476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9236857" y="2332373"/>
            <a:ext cx="2368204" cy="3856971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1440"/>
              </a:lnSpc>
              <a:buClr>
                <a:schemeClr val="accent1"/>
              </a:buClr>
              <a:buFont typeface="+mj-lt"/>
              <a:buAutoNum type="arabicPeriod"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</a:p>
          <a:p>
            <a:pPr lvl="0"/>
            <a:r>
              <a:rPr lang="ru-RU" dirty="0">
                <a:effectLst/>
              </a:rPr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577446778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Вертикальные карточки с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sult Title [Figma 9043:6384]">
            <a:extLst>
              <a:ext uri="{FF2B5EF4-FFF2-40B4-BE49-F238E27FC236}">
                <a16:creationId xmlns:a16="http://schemas.microsoft.com/office/drawing/2014/main" id="{40C96AB4-6FCA-4126-A57C-E8E73E021FF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239250" y="1485900"/>
            <a:ext cx="1060450" cy="327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VTB Group"/>
              </a:defRPr>
            </a:lvl1pPr>
            <a:lvl2pPr marL="742950" indent="-285750">
              <a:defRPr>
                <a:solidFill>
                  <a:schemeClr val="tx1"/>
                </a:solidFill>
                <a:latin typeface="VTB Group"/>
              </a:defRPr>
            </a:lvl2pPr>
            <a:lvl3pPr marL="1143000" indent="-228600">
              <a:defRPr>
                <a:solidFill>
                  <a:schemeClr val="tx1"/>
                </a:solidFill>
                <a:latin typeface="VTB Group"/>
              </a:defRPr>
            </a:lvl3pPr>
            <a:lvl4pPr marL="1600200" indent="-228600">
              <a:defRPr>
                <a:solidFill>
                  <a:schemeClr val="tx1"/>
                </a:solidFill>
                <a:latin typeface="VTB Group"/>
              </a:defRPr>
            </a:lvl4pPr>
            <a:lvl5pPr marL="2057400" indent="-228600">
              <a:defRPr>
                <a:solidFill>
                  <a:schemeClr val="tx1"/>
                </a:solidFill>
                <a:latin typeface="VTB Group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9pPr>
          </a:lstStyle>
          <a:p>
            <a:pPr eaLnBrk="1" hangingPunct="1">
              <a:defRPr/>
            </a:pPr>
            <a:endParaRPr lang="en-US" altLang="ru-RU" sz="2000" dirty="0">
              <a:latin typeface="VTB Group Book" panose="020B0503040504020204" pitchFamily="34" charset="-52"/>
            </a:endParaRPr>
          </a:p>
        </p:txBody>
      </p:sp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4 вертикальные карточки с фото</a:t>
            </a:r>
          </a:p>
        </p:txBody>
      </p:sp>
      <p:sp>
        <p:nvSpPr>
          <p:cNvPr id="39" name="Текст 2"/>
          <p:cNvSpPr>
            <a:spLocks noGrp="1"/>
          </p:cNvSpPr>
          <p:nvPr>
            <p:ph type="body" sz="quarter" idx="27"/>
          </p:nvPr>
        </p:nvSpPr>
        <p:spPr>
          <a:xfrm>
            <a:off x="571486" y="2322768"/>
            <a:ext cx="2368204" cy="19349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40"/>
              </a:lnSpc>
              <a:buNone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</a:p>
          <a:p>
            <a:pPr marL="0" marR="0" lvl="0" indent="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>
                <a:effectLst/>
              </a:rPr>
              <a:t>Образец текста</a:t>
            </a:r>
          </a:p>
          <a:p>
            <a:pPr lvl="0"/>
            <a:endParaRPr lang="ru-RU" dirty="0">
              <a:effectLst/>
            </a:endParaRPr>
          </a:p>
        </p:txBody>
      </p:sp>
      <p:sp>
        <p:nvSpPr>
          <p:cNvPr id="28" name="Номер слайда 61">
            <a:extLst>
              <a:ext uri="{FF2B5EF4-FFF2-40B4-BE49-F238E27FC236}">
                <a16:creationId xmlns:a16="http://schemas.microsoft.com/office/drawing/2014/main" id="{4B3CCE28-E7E0-403A-B034-114643900A0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F891E-63B0-45CA-9A92-96A490F157E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E25524F-03A3-4C05-8759-4E2C8A2DD4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4F340843-AA78-474D-8F7E-EE14AADD7A6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30273" y="1517115"/>
            <a:ext cx="1822494" cy="504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78" name="Текст 3">
            <a:extLst>
              <a:ext uri="{FF2B5EF4-FFF2-40B4-BE49-F238E27FC236}">
                <a16:creationId xmlns:a16="http://schemas.microsoft.com/office/drawing/2014/main" id="{14B370E1-7C12-492A-BD26-28FAB4C6D12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038217" y="1517116"/>
            <a:ext cx="1822494" cy="504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85" name="Текст 3">
            <a:extLst>
              <a:ext uri="{FF2B5EF4-FFF2-40B4-BE49-F238E27FC236}">
                <a16:creationId xmlns:a16="http://schemas.microsoft.com/office/drawing/2014/main" id="{29F2796F-7C20-46E7-893B-1A52B259BCB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07905" y="1526161"/>
            <a:ext cx="1822494" cy="504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92" name="Текст 3">
            <a:extLst>
              <a:ext uri="{FF2B5EF4-FFF2-40B4-BE49-F238E27FC236}">
                <a16:creationId xmlns:a16="http://schemas.microsoft.com/office/drawing/2014/main" id="{98BAC7AF-B6B5-4C80-9A10-C4C45F5075B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816893" y="1517117"/>
            <a:ext cx="1822494" cy="504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97" name="Текст 2">
            <a:extLst>
              <a:ext uri="{FF2B5EF4-FFF2-40B4-BE49-F238E27FC236}">
                <a16:creationId xmlns:a16="http://schemas.microsoft.com/office/drawing/2014/main" id="{D63239EA-5842-4CE2-A36B-F34246318033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3467415" y="2316468"/>
            <a:ext cx="2368204" cy="19412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440"/>
              </a:lnSpc>
              <a:buClr>
                <a:schemeClr val="accent2"/>
              </a:buClr>
              <a:buSzPct val="120000"/>
              <a:buFont typeface="VTB Group Light" panose="020B0403040504020204" pitchFamily="34" charset="-52"/>
              <a:buChar char="•"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</a:p>
          <a:p>
            <a:pPr marL="171450" marR="0" lvl="0" indent="-17145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20000"/>
              <a:buFont typeface="VTB Group Light" panose="020B0403040504020204" pitchFamily="34" charset="-52"/>
              <a:buChar char="•"/>
              <a:tabLst/>
              <a:defRPr/>
            </a:pPr>
            <a:r>
              <a:rPr lang="ru-RU" dirty="0">
                <a:effectLst/>
              </a:rPr>
              <a:t>Образец текста</a:t>
            </a:r>
          </a:p>
          <a:p>
            <a:pPr marL="171450" marR="0" lvl="0" indent="-17145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20000"/>
              <a:buFont typeface="VTB Group Light" panose="020B0403040504020204" pitchFamily="34" charset="-52"/>
              <a:buChar char="•"/>
              <a:tabLst/>
              <a:defRPr/>
            </a:pPr>
            <a:endParaRPr lang="ru-RU" dirty="0">
              <a:effectLst/>
            </a:endParaRPr>
          </a:p>
          <a:p>
            <a:pPr lvl="0"/>
            <a:endParaRPr lang="ru-RU" dirty="0">
              <a:effectLst/>
            </a:endParaRPr>
          </a:p>
        </p:txBody>
      </p:sp>
      <p:sp>
        <p:nvSpPr>
          <p:cNvPr id="99" name="Текст 2">
            <a:extLst>
              <a:ext uri="{FF2B5EF4-FFF2-40B4-BE49-F238E27FC236}">
                <a16:creationId xmlns:a16="http://schemas.microsoft.com/office/drawing/2014/main" id="{69C42475-5A44-4C6D-A727-1ECA57C33406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346220" y="2314561"/>
            <a:ext cx="2368204" cy="194311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440"/>
              </a:lnSpc>
              <a:buClr>
                <a:schemeClr val="accent1"/>
              </a:buClr>
              <a:buSzPct val="120000"/>
              <a:buFont typeface="VTB Group Light" panose="020B0403040504020204" pitchFamily="34" charset="-52"/>
              <a:buChar char="•"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</a:p>
          <a:p>
            <a:pPr marL="171450" marR="0" lvl="0" indent="-17145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20000"/>
              <a:buFont typeface="VTB Group Light" panose="020B0403040504020204" pitchFamily="34" charset="-52"/>
              <a:buChar char="•"/>
              <a:tabLst/>
              <a:defRPr/>
            </a:pPr>
            <a:r>
              <a:rPr lang="ru-RU" dirty="0">
                <a:effectLst/>
              </a:rPr>
              <a:t>Образец текста</a:t>
            </a:r>
          </a:p>
          <a:p>
            <a:pPr marL="171450" marR="0" lvl="0" indent="-17145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20000"/>
              <a:buFont typeface="VTB Group Light" panose="020B0403040504020204" pitchFamily="34" charset="-52"/>
              <a:buChar char="•"/>
              <a:tabLst/>
              <a:defRPr/>
            </a:pPr>
            <a:endParaRPr lang="ru-RU" dirty="0">
              <a:effectLst/>
            </a:endParaRPr>
          </a:p>
          <a:p>
            <a:pPr lvl="0"/>
            <a:endParaRPr lang="ru-RU" dirty="0">
              <a:effectLst/>
            </a:endParaRPr>
          </a:p>
        </p:txBody>
      </p:sp>
      <p:sp>
        <p:nvSpPr>
          <p:cNvPr id="100" name="Текст 2">
            <a:extLst>
              <a:ext uri="{FF2B5EF4-FFF2-40B4-BE49-F238E27FC236}">
                <a16:creationId xmlns:a16="http://schemas.microsoft.com/office/drawing/2014/main" id="{3DF87732-73DF-4509-A166-5CF822C5F476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9236857" y="2332373"/>
            <a:ext cx="2368204" cy="1925303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1440"/>
              </a:lnSpc>
              <a:buClr>
                <a:schemeClr val="accent1"/>
              </a:buClr>
              <a:buFont typeface="+mj-lt"/>
              <a:buAutoNum type="arabicPeriod"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</a:p>
          <a:p>
            <a:pPr lvl="0"/>
            <a:r>
              <a:rPr lang="ru-RU" dirty="0">
                <a:effectLst/>
              </a:rPr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117594412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арточки с процес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sult Title [Figma 9043:6384]">
            <a:extLst>
              <a:ext uri="{FF2B5EF4-FFF2-40B4-BE49-F238E27FC236}">
                <a16:creationId xmlns:a16="http://schemas.microsoft.com/office/drawing/2014/main" id="{40C96AB4-6FCA-4126-A57C-E8E73E021FF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239250" y="1485900"/>
            <a:ext cx="1060450" cy="327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VTB Group"/>
              </a:defRPr>
            </a:lvl1pPr>
            <a:lvl2pPr marL="742950" indent="-285750">
              <a:defRPr>
                <a:solidFill>
                  <a:schemeClr val="tx1"/>
                </a:solidFill>
                <a:latin typeface="VTB Group"/>
              </a:defRPr>
            </a:lvl2pPr>
            <a:lvl3pPr marL="1143000" indent="-228600">
              <a:defRPr>
                <a:solidFill>
                  <a:schemeClr val="tx1"/>
                </a:solidFill>
                <a:latin typeface="VTB Group"/>
              </a:defRPr>
            </a:lvl3pPr>
            <a:lvl4pPr marL="1600200" indent="-228600">
              <a:defRPr>
                <a:solidFill>
                  <a:schemeClr val="tx1"/>
                </a:solidFill>
                <a:latin typeface="VTB Group"/>
              </a:defRPr>
            </a:lvl4pPr>
            <a:lvl5pPr marL="2057400" indent="-228600">
              <a:defRPr>
                <a:solidFill>
                  <a:schemeClr val="tx1"/>
                </a:solidFill>
                <a:latin typeface="VTB Group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9pPr>
          </a:lstStyle>
          <a:p>
            <a:pPr eaLnBrk="1" hangingPunct="1">
              <a:defRPr/>
            </a:pPr>
            <a:endParaRPr lang="en-US" altLang="ru-RU" sz="2000" dirty="0">
              <a:latin typeface="VTB Group Book" panose="020B0503040504020204" pitchFamily="34" charset="-52"/>
            </a:endParaRPr>
          </a:p>
        </p:txBody>
      </p:sp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Карточка с процессом</a:t>
            </a:r>
          </a:p>
        </p:txBody>
      </p:sp>
      <p:sp>
        <p:nvSpPr>
          <p:cNvPr id="34" name="Текст 3"/>
          <p:cNvSpPr>
            <a:spLocks noGrp="1"/>
          </p:cNvSpPr>
          <p:nvPr>
            <p:ph type="body" sz="quarter" idx="10" hasCustomPrompt="1"/>
          </p:nvPr>
        </p:nvSpPr>
        <p:spPr>
          <a:xfrm>
            <a:off x="586928" y="1485259"/>
            <a:ext cx="2368222" cy="2444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Шаг 1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25"/>
          </p:nvPr>
        </p:nvSpPr>
        <p:spPr>
          <a:xfrm>
            <a:off x="586928" y="2462557"/>
            <a:ext cx="2368204" cy="30552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40"/>
              </a:lnSpc>
              <a:buNone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26"/>
          </p:nvPr>
        </p:nvSpPr>
        <p:spPr>
          <a:xfrm>
            <a:off x="587375" y="2114173"/>
            <a:ext cx="2367775" cy="2428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200"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9" name="Текст 2"/>
          <p:cNvSpPr>
            <a:spLocks noGrp="1"/>
          </p:cNvSpPr>
          <p:nvPr>
            <p:ph type="body" sz="quarter" idx="27"/>
          </p:nvPr>
        </p:nvSpPr>
        <p:spPr>
          <a:xfrm>
            <a:off x="3466653" y="2461228"/>
            <a:ext cx="2368204" cy="30552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40"/>
              </a:lnSpc>
              <a:buNone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4" name="Текст 7"/>
          <p:cNvSpPr>
            <a:spLocks noGrp="1"/>
          </p:cNvSpPr>
          <p:nvPr>
            <p:ph type="body" sz="quarter" idx="28"/>
          </p:nvPr>
        </p:nvSpPr>
        <p:spPr>
          <a:xfrm>
            <a:off x="3467100" y="2112844"/>
            <a:ext cx="2367775" cy="2428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200"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3" name="Текст 2"/>
          <p:cNvSpPr>
            <a:spLocks noGrp="1"/>
          </p:cNvSpPr>
          <p:nvPr>
            <p:ph type="body" sz="quarter" idx="29"/>
          </p:nvPr>
        </p:nvSpPr>
        <p:spPr>
          <a:xfrm>
            <a:off x="6347966" y="2462557"/>
            <a:ext cx="2368204" cy="30552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40"/>
              </a:lnSpc>
              <a:buNone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5" name="Текст 7"/>
          <p:cNvSpPr>
            <a:spLocks noGrp="1"/>
          </p:cNvSpPr>
          <p:nvPr>
            <p:ph type="body" sz="quarter" idx="30"/>
          </p:nvPr>
        </p:nvSpPr>
        <p:spPr>
          <a:xfrm>
            <a:off x="6348413" y="2114173"/>
            <a:ext cx="2367775" cy="2428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200"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6" name="Текст 2"/>
          <p:cNvSpPr>
            <a:spLocks noGrp="1"/>
          </p:cNvSpPr>
          <p:nvPr>
            <p:ph type="body" sz="quarter" idx="31"/>
          </p:nvPr>
        </p:nvSpPr>
        <p:spPr>
          <a:xfrm>
            <a:off x="9227691" y="2465980"/>
            <a:ext cx="2368204" cy="30552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40"/>
              </a:lnSpc>
              <a:buNone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7" name="Текст 7"/>
          <p:cNvSpPr>
            <a:spLocks noGrp="1"/>
          </p:cNvSpPr>
          <p:nvPr>
            <p:ph type="body" sz="quarter" idx="32"/>
          </p:nvPr>
        </p:nvSpPr>
        <p:spPr>
          <a:xfrm>
            <a:off x="9228138" y="2117596"/>
            <a:ext cx="2367775" cy="2428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2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6" name="Текст 3"/>
          <p:cNvSpPr>
            <a:spLocks noGrp="1"/>
          </p:cNvSpPr>
          <p:nvPr>
            <p:ph type="body" sz="quarter" idx="33" hasCustomPrompt="1"/>
          </p:nvPr>
        </p:nvSpPr>
        <p:spPr>
          <a:xfrm>
            <a:off x="3467100" y="1485259"/>
            <a:ext cx="2368222" cy="2444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Шаг 2</a:t>
            </a:r>
          </a:p>
        </p:txBody>
      </p:sp>
      <p:sp>
        <p:nvSpPr>
          <p:cNvPr id="67" name="Текст 3"/>
          <p:cNvSpPr>
            <a:spLocks noGrp="1"/>
          </p:cNvSpPr>
          <p:nvPr>
            <p:ph type="body" sz="quarter" idx="34" hasCustomPrompt="1"/>
          </p:nvPr>
        </p:nvSpPr>
        <p:spPr>
          <a:xfrm>
            <a:off x="6356325" y="1485259"/>
            <a:ext cx="2368222" cy="2444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Шаг 3</a:t>
            </a:r>
          </a:p>
        </p:txBody>
      </p:sp>
      <p:sp>
        <p:nvSpPr>
          <p:cNvPr id="68" name="Текст 3"/>
          <p:cNvSpPr>
            <a:spLocks noGrp="1"/>
          </p:cNvSpPr>
          <p:nvPr>
            <p:ph type="body" sz="quarter" idx="35" hasCustomPrompt="1"/>
          </p:nvPr>
        </p:nvSpPr>
        <p:spPr>
          <a:xfrm>
            <a:off x="9239019" y="1485259"/>
            <a:ext cx="2368222" cy="2444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Шаг 4</a:t>
            </a:r>
          </a:p>
        </p:txBody>
      </p:sp>
      <p:sp>
        <p:nvSpPr>
          <p:cNvPr id="28" name="Номер слайда 61">
            <a:extLst>
              <a:ext uri="{FF2B5EF4-FFF2-40B4-BE49-F238E27FC236}">
                <a16:creationId xmlns:a16="http://schemas.microsoft.com/office/drawing/2014/main" id="{4B3CCE28-E7E0-403A-B034-114643900A0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F891E-63B0-45CA-9A92-96A490F157E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E25524F-03A3-4C05-8759-4E2C8A2DD4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031912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арточка + фото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54A704A-F1FF-4B1F-AFA1-DD244AA826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8" name="Номер слайда 61">
            <a:extLst>
              <a:ext uri="{FF2B5EF4-FFF2-40B4-BE49-F238E27FC236}">
                <a16:creationId xmlns:a16="http://schemas.microsoft.com/office/drawing/2014/main" id="{4B3CCE28-E7E0-403A-B034-114643900A0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F891E-63B0-45CA-9A92-96A490F157E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E25524F-03A3-4C05-8759-4E2C8A2DD4B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30" name="Paragraph [Figma 9914:16679]">
            <a:extLst>
              <a:ext uri="{FF2B5EF4-FFF2-40B4-BE49-F238E27FC236}">
                <a16:creationId xmlns:a16="http://schemas.microsoft.com/office/drawing/2014/main" id="{F9885F08-9AB6-4BF4-8F80-48174250E92C}"/>
              </a:ext>
            </a:extLst>
          </p:cNvPr>
          <p:cNvSpPr txBox="1"/>
          <p:nvPr userDrawn="1"/>
        </p:nvSpPr>
        <p:spPr>
          <a:xfrm>
            <a:off x="11759903" y="6440006"/>
            <a:ext cx="114297" cy="140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kern="0" spc="-15" dirty="0">
                <a:solidFill>
                  <a:srgbClr val="A3ABB4"/>
                </a:solidFill>
                <a:latin typeface="VTB Group Book" panose="020B0503040504020204" pitchFamily="34" charset="-52"/>
                <a:ea typeface="VTB Group" pitchFamily="34" charset="-122"/>
                <a:cs typeface="VTB Group" pitchFamily="34" charset="-120"/>
              </a:rPr>
              <a:t>01</a:t>
            </a:r>
            <a:endParaRPr lang="en-US" sz="800" dirty="0">
              <a:latin typeface="VTB Group Book" panose="020B0503040504020204" pitchFamily="34" charset="-52"/>
            </a:endParaRPr>
          </a:p>
        </p:txBody>
      </p:sp>
      <p:pic>
        <p:nvPicPr>
          <p:cNvPr id="82" name="Line [Figma 9914:16764]" descr="Line. градиент в обводке">
            <a:extLst>
              <a:ext uri="{FF2B5EF4-FFF2-40B4-BE49-F238E27FC236}">
                <a16:creationId xmlns:a16="http://schemas.microsoft.com/office/drawing/2014/main" id="{C4FE02D0-EE44-4F28-B2E7-EBD1042B30D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6865" y="0"/>
            <a:ext cx="6350" cy="6857829"/>
          </a:xfrm>
          <a:prstGeom prst="rect">
            <a:avLst/>
          </a:prstGeom>
        </p:spPr>
      </p:pic>
      <p:pic>
        <p:nvPicPr>
          <p:cNvPr id="83" name="Vector [Figma 9914:16765]" descr="Vector. градиент в обводке">
            <a:extLst>
              <a:ext uri="{FF2B5EF4-FFF2-40B4-BE49-F238E27FC236}">
                <a16:creationId xmlns:a16="http://schemas.microsoft.com/office/drawing/2014/main" id="{0516C773-3744-4EA5-8E96-16FC2FE68CCC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82233" y="1684943"/>
            <a:ext cx="11893246" cy="4432189"/>
          </a:xfrm>
          <a:prstGeom prst="rect">
            <a:avLst/>
          </a:prstGeom>
        </p:spPr>
      </p:pic>
      <p:pic>
        <p:nvPicPr>
          <p:cNvPr id="88" name="Vector 33 [Figma 9914:16773]" descr="Vector 33. градиент в обводке">
            <a:extLst>
              <a:ext uri="{FF2B5EF4-FFF2-40B4-BE49-F238E27FC236}">
                <a16:creationId xmlns:a16="http://schemas.microsoft.com/office/drawing/2014/main" id="{4B23F869-159B-46E1-AA4D-093619C24638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12740" y="3930552"/>
            <a:ext cx="4076598" cy="6350"/>
          </a:xfrm>
          <a:prstGeom prst="rect">
            <a:avLst/>
          </a:prstGeom>
        </p:spPr>
      </p:pic>
      <p:pic>
        <p:nvPicPr>
          <p:cNvPr id="94" name="Vector 34 [Figma 9914:16777]" descr="Vector 34. градиент в обводке">
            <a:extLst>
              <a:ext uri="{FF2B5EF4-FFF2-40B4-BE49-F238E27FC236}">
                <a16:creationId xmlns:a16="http://schemas.microsoft.com/office/drawing/2014/main" id="{B93B64BA-F822-43DD-AEED-5ACCCC039406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12740" y="4660783"/>
            <a:ext cx="4076598" cy="6350"/>
          </a:xfrm>
          <a:prstGeom prst="rect">
            <a:avLst/>
          </a:prstGeom>
        </p:spPr>
      </p:pic>
      <p:pic>
        <p:nvPicPr>
          <p:cNvPr id="98" name="Vector 35 [Figma 9914:16781]" descr="Vector 35. градиент в обводке">
            <a:extLst>
              <a:ext uri="{FF2B5EF4-FFF2-40B4-BE49-F238E27FC236}">
                <a16:creationId xmlns:a16="http://schemas.microsoft.com/office/drawing/2014/main" id="{0CEE9480-05A3-4121-908E-221F44541922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12740" y="5391015"/>
            <a:ext cx="4076598" cy="6350"/>
          </a:xfrm>
          <a:prstGeom prst="rect">
            <a:avLst/>
          </a:prstGeom>
        </p:spPr>
      </p:pic>
      <p:pic>
        <p:nvPicPr>
          <p:cNvPr id="102" name="Vector 183 [Figma 9914:16791]" descr="Vector 183. отражение или наклон">
            <a:extLst>
              <a:ext uri="{FF2B5EF4-FFF2-40B4-BE49-F238E27FC236}">
                <a16:creationId xmlns:a16="http://schemas.microsoft.com/office/drawing/2014/main" id="{B1E52D53-4702-47EC-B7F4-0D8375FDBEE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0987" y="1698583"/>
            <a:ext cx="38099" cy="4429014"/>
          </a:xfrm>
          <a:prstGeom prst="rect">
            <a:avLst/>
          </a:prstGeom>
        </p:spPr>
      </p:pic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8300"/>
            <a:ext cx="7797810" cy="102870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solidFill>
                  <a:schemeClr val="bg1"/>
                </a:solidFill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Карточка + фото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CF15E343-C6BA-4E22-8A61-391DF55096A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060424" y="3330063"/>
            <a:ext cx="4359305" cy="468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3" name="Текст 12">
            <a:extLst>
              <a:ext uri="{FF2B5EF4-FFF2-40B4-BE49-F238E27FC236}">
                <a16:creationId xmlns:a16="http://schemas.microsoft.com/office/drawing/2014/main" id="{AE93EA79-A89E-4703-AF26-01AFA548548E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060424" y="4072923"/>
            <a:ext cx="4359305" cy="468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4" name="Текст 12">
            <a:extLst>
              <a:ext uri="{FF2B5EF4-FFF2-40B4-BE49-F238E27FC236}">
                <a16:creationId xmlns:a16="http://schemas.microsoft.com/office/drawing/2014/main" id="{8FBFF8D3-43B4-4A6B-AE46-37069EAD23B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060424" y="4796804"/>
            <a:ext cx="4359305" cy="468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5" name="Текст 12">
            <a:extLst>
              <a:ext uri="{FF2B5EF4-FFF2-40B4-BE49-F238E27FC236}">
                <a16:creationId xmlns:a16="http://schemas.microsoft.com/office/drawing/2014/main" id="{A6F161CB-7A9F-4972-A85E-CC4405831874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064438" y="5519269"/>
            <a:ext cx="4359305" cy="468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2" name="Текст 21">
            <a:extLst>
              <a:ext uri="{FF2B5EF4-FFF2-40B4-BE49-F238E27FC236}">
                <a16:creationId xmlns:a16="http://schemas.microsoft.com/office/drawing/2014/main" id="{0A348889-2100-4835-88BB-9885FBCC4EEE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523549" y="1815270"/>
            <a:ext cx="4900194" cy="12089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000"/>
              </a:lnSpc>
              <a:buNone/>
              <a:defRPr sz="18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14991624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арточка + фото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74" y="370687"/>
            <a:ext cx="9154800" cy="49594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Карточка + фото</a:t>
            </a:r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4233B6F-F0ED-4FDE-B00E-BB76299C06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94C1B-C881-42F5-9B4F-0D613082994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F3D2157-8889-45C3-9EEB-E6CE7315C1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10" name="Текст 9">
            <a:extLst>
              <a:ext uri="{FF2B5EF4-FFF2-40B4-BE49-F238E27FC236}">
                <a16:creationId xmlns:a16="http://schemas.microsoft.com/office/drawing/2014/main" id="{E6694DAF-00CB-464F-9EBC-EC1E1AB02AF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1487" y="1520825"/>
            <a:ext cx="4159144" cy="7225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0" name="Текст 9">
            <a:extLst>
              <a:ext uri="{FF2B5EF4-FFF2-40B4-BE49-F238E27FC236}">
                <a16:creationId xmlns:a16="http://schemas.microsoft.com/office/drawing/2014/main" id="{8A1F07A6-16AD-4835-BEB6-BDA0505C89A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35495" y="2677928"/>
            <a:ext cx="3695136" cy="67054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1" name="Текст 9">
            <a:extLst>
              <a:ext uri="{FF2B5EF4-FFF2-40B4-BE49-F238E27FC236}">
                <a16:creationId xmlns:a16="http://schemas.microsoft.com/office/drawing/2014/main" id="{EC3027CD-D9D6-4DA2-B769-B4B3F01E221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35495" y="4621344"/>
            <a:ext cx="3695136" cy="67054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2" name="Текст 9">
            <a:extLst>
              <a:ext uri="{FF2B5EF4-FFF2-40B4-BE49-F238E27FC236}">
                <a16:creationId xmlns:a16="http://schemas.microsoft.com/office/drawing/2014/main" id="{5CD51459-1C3D-4520-AEB4-AEFB3FA003B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035495" y="3637928"/>
            <a:ext cx="3695136" cy="67054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3" name="Текст 9">
            <a:extLst>
              <a:ext uri="{FF2B5EF4-FFF2-40B4-BE49-F238E27FC236}">
                <a16:creationId xmlns:a16="http://schemas.microsoft.com/office/drawing/2014/main" id="{FCD68D12-BEF4-4CCE-8C01-222CCD85A23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034056" y="5553224"/>
            <a:ext cx="3695136" cy="67054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99721236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Карточки с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74" y="370687"/>
            <a:ext cx="9154800" cy="49594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4 карточки с фотографией</a:t>
            </a:r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4233B6F-F0ED-4FDE-B00E-BB76299C06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94C1B-C881-42F5-9B4F-0D613082994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6"/>
          </p:nvPr>
        </p:nvSpPr>
        <p:spPr>
          <a:xfrm>
            <a:off x="1266539" y="5808840"/>
            <a:ext cx="3294031" cy="28619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80"/>
              </a:lnSpc>
              <a:buNone/>
              <a:defRPr sz="16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CA3DCF73-AF25-41C4-A36C-2F358E67AEC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66539" y="5469095"/>
            <a:ext cx="3294031" cy="33974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600"/>
              </a:lnSpc>
              <a:buNone/>
              <a:defRPr sz="22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9" name="Текст 2">
            <a:extLst>
              <a:ext uri="{FF2B5EF4-FFF2-40B4-BE49-F238E27FC236}">
                <a16:creationId xmlns:a16="http://schemas.microsoft.com/office/drawing/2014/main" id="{6E23A549-E498-499C-8C7F-E5A487D9DAF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02749" y="4566596"/>
            <a:ext cx="3294031" cy="28619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80"/>
              </a:lnSpc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0" name="Текст 9">
            <a:extLst>
              <a:ext uri="{FF2B5EF4-FFF2-40B4-BE49-F238E27FC236}">
                <a16:creationId xmlns:a16="http://schemas.microsoft.com/office/drawing/2014/main" id="{25561C5F-BF2C-4A56-B886-09CC1F7FD93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302749" y="4226851"/>
            <a:ext cx="3294031" cy="33974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600"/>
              </a:lnSpc>
              <a:buNone/>
              <a:defRPr sz="22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1" name="Текст 2">
            <a:extLst>
              <a:ext uri="{FF2B5EF4-FFF2-40B4-BE49-F238E27FC236}">
                <a16:creationId xmlns:a16="http://schemas.microsoft.com/office/drawing/2014/main" id="{19014ABF-9A06-4C13-9D8D-DCD5FD6D680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302749" y="3250665"/>
            <a:ext cx="3294031" cy="28619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80"/>
              </a:lnSpc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2" name="Текст 9">
            <a:extLst>
              <a:ext uri="{FF2B5EF4-FFF2-40B4-BE49-F238E27FC236}">
                <a16:creationId xmlns:a16="http://schemas.microsoft.com/office/drawing/2014/main" id="{9F3084B5-5E9F-48FF-9D39-3D5FA8E4DF3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302749" y="2910920"/>
            <a:ext cx="3294031" cy="33974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600"/>
              </a:lnSpc>
              <a:buNone/>
              <a:defRPr sz="22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3" name="Текст 2">
            <a:extLst>
              <a:ext uri="{FF2B5EF4-FFF2-40B4-BE49-F238E27FC236}">
                <a16:creationId xmlns:a16="http://schemas.microsoft.com/office/drawing/2014/main" id="{590EECC2-0E1E-43F6-9AA0-652156753E9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302749" y="2000830"/>
            <a:ext cx="3294031" cy="28619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80"/>
              </a:lnSpc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4" name="Текст 9">
            <a:extLst>
              <a:ext uri="{FF2B5EF4-FFF2-40B4-BE49-F238E27FC236}">
                <a16:creationId xmlns:a16="http://schemas.microsoft.com/office/drawing/2014/main" id="{1BAEB2DD-C1D4-4FDA-BA92-10B8FEAC9DD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302749" y="1661085"/>
            <a:ext cx="3294031" cy="33974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600"/>
              </a:lnSpc>
              <a:buNone/>
              <a:defRPr sz="22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95" name="Рисунок 94">
            <a:extLst>
              <a:ext uri="{FF2B5EF4-FFF2-40B4-BE49-F238E27FC236}">
                <a16:creationId xmlns:a16="http://schemas.microsoft.com/office/drawing/2014/main" id="{A9656323-3AFF-4509-9FDF-EBCB968AF1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728058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Хайлайто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74" y="370687"/>
            <a:ext cx="9154800" cy="49594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6 </a:t>
            </a:r>
            <a:r>
              <a:rPr lang="ru-RU" dirty="0" err="1"/>
              <a:t>хайлайтов</a:t>
            </a:r>
            <a:endParaRPr lang="ru-RU" dirty="0"/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4233B6F-F0ED-4FDE-B00E-BB76299C06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94C1B-C881-42F5-9B4F-0D613082994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95" name="Рисунок 94">
            <a:extLst>
              <a:ext uri="{FF2B5EF4-FFF2-40B4-BE49-F238E27FC236}">
                <a16:creationId xmlns:a16="http://schemas.microsoft.com/office/drawing/2014/main" id="{A9656323-3AFF-4509-9FDF-EBCB968AF1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CD807739-A64F-4424-AD49-FD1013C8B51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4984" y="2852738"/>
            <a:ext cx="3217253" cy="75460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B7A6274A-585B-4415-AE09-65E0A87E658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4984" y="1594431"/>
            <a:ext cx="3217253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gradFill>
                  <a:gsLst>
                    <a:gs pos="0">
                      <a:srgbClr val="AE895E"/>
                    </a:gs>
                    <a:gs pos="100000">
                      <a:srgbClr val="F5C482"/>
                    </a:gs>
                  </a:gsLst>
                  <a:lin ang="0" scaled="0"/>
                </a:gra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9" name="Текст 7">
            <a:extLst>
              <a:ext uri="{FF2B5EF4-FFF2-40B4-BE49-F238E27FC236}">
                <a16:creationId xmlns:a16="http://schemas.microsoft.com/office/drawing/2014/main" id="{4EB7F2D8-4C7D-4BD0-B78F-58D33746B7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339456" y="2870923"/>
            <a:ext cx="3217253" cy="75460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0" name="Текст 10">
            <a:extLst>
              <a:ext uri="{FF2B5EF4-FFF2-40B4-BE49-F238E27FC236}">
                <a16:creationId xmlns:a16="http://schemas.microsoft.com/office/drawing/2014/main" id="{A82AD2AC-6E49-4A16-B707-9459544DFCA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39456" y="1612616"/>
            <a:ext cx="3217253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gradFill>
                  <a:gsLst>
                    <a:gs pos="0">
                      <a:srgbClr val="AE895E"/>
                    </a:gs>
                    <a:gs pos="100000">
                      <a:srgbClr val="F5C482"/>
                    </a:gs>
                  </a:gsLst>
                  <a:lin ang="0" scaled="0"/>
                </a:gra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31" name="Текст 7">
            <a:extLst>
              <a:ext uri="{FF2B5EF4-FFF2-40B4-BE49-F238E27FC236}">
                <a16:creationId xmlns:a16="http://schemas.microsoft.com/office/drawing/2014/main" id="{8FC0E4F3-942C-4FAD-BC61-021FE6A89E9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487219" y="2878017"/>
            <a:ext cx="3217253" cy="75460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5" name="Текст 7">
            <a:extLst>
              <a:ext uri="{FF2B5EF4-FFF2-40B4-BE49-F238E27FC236}">
                <a16:creationId xmlns:a16="http://schemas.microsoft.com/office/drawing/2014/main" id="{EA92D4CF-D500-4DA3-AD3E-3E9F123B093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34984" y="5389021"/>
            <a:ext cx="3217253" cy="75460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6" name="Текст 10">
            <a:extLst>
              <a:ext uri="{FF2B5EF4-FFF2-40B4-BE49-F238E27FC236}">
                <a16:creationId xmlns:a16="http://schemas.microsoft.com/office/drawing/2014/main" id="{550C9514-4E99-4CB3-A382-8A370A3A54F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4984" y="4168818"/>
            <a:ext cx="3217253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gradFill>
                  <a:gsLst>
                    <a:gs pos="0">
                      <a:srgbClr val="AE895E"/>
                    </a:gs>
                    <a:gs pos="100000">
                      <a:srgbClr val="F5C482"/>
                    </a:gs>
                  </a:gsLst>
                  <a:lin ang="0" scaled="0"/>
                </a:gra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7" name="Текст 7">
            <a:extLst>
              <a:ext uri="{FF2B5EF4-FFF2-40B4-BE49-F238E27FC236}">
                <a16:creationId xmlns:a16="http://schemas.microsoft.com/office/drawing/2014/main" id="{E8198F06-D331-426C-9AB4-3D10685682F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487219" y="5414300"/>
            <a:ext cx="3217253" cy="75460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3" name="Текст 10">
            <a:extLst>
              <a:ext uri="{FF2B5EF4-FFF2-40B4-BE49-F238E27FC236}">
                <a16:creationId xmlns:a16="http://schemas.microsoft.com/office/drawing/2014/main" id="{71AA2D4D-11C8-4161-B64E-CC53FF921FF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39455" y="4166944"/>
            <a:ext cx="3217253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gradFill>
                  <a:gsLst>
                    <a:gs pos="0">
                      <a:srgbClr val="AE895E"/>
                    </a:gs>
                    <a:gs pos="100000">
                      <a:srgbClr val="F5C482"/>
                    </a:gs>
                  </a:gsLst>
                  <a:lin ang="0" scaled="0"/>
                </a:gra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34" name="Текст 7">
            <a:extLst>
              <a:ext uri="{FF2B5EF4-FFF2-40B4-BE49-F238E27FC236}">
                <a16:creationId xmlns:a16="http://schemas.microsoft.com/office/drawing/2014/main" id="{49F209A8-C1B9-4E9D-9CB8-174DD984FAE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339454" y="5414300"/>
            <a:ext cx="3217253" cy="75460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127178904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Хайлайто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74" y="370687"/>
            <a:ext cx="9154800" cy="49594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8 </a:t>
            </a:r>
            <a:r>
              <a:rPr lang="ru-RU" dirty="0" err="1"/>
              <a:t>хайлайтов</a:t>
            </a:r>
            <a:endParaRPr lang="ru-RU" dirty="0"/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4233B6F-F0ED-4FDE-B00E-BB76299C06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94C1B-C881-42F5-9B4F-0D613082994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95" name="Рисунок 94">
            <a:extLst>
              <a:ext uri="{FF2B5EF4-FFF2-40B4-BE49-F238E27FC236}">
                <a16:creationId xmlns:a16="http://schemas.microsoft.com/office/drawing/2014/main" id="{A9656323-3AFF-4509-9FDF-EBCB968AF1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CD807739-A64F-4424-AD49-FD1013C8B51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0913" y="2883694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B7A6274A-585B-4415-AE09-65E0A87E658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0914" y="1594431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gradFill>
                  <a:gsLst>
                    <a:gs pos="0">
                      <a:srgbClr val="AE895E"/>
                    </a:gs>
                    <a:gs pos="100000">
                      <a:srgbClr val="F5C482"/>
                    </a:gs>
                  </a:gsLst>
                  <a:lin ang="0" scaled="0"/>
                </a:gra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0" name="Текст 7">
            <a:extLst>
              <a:ext uri="{FF2B5EF4-FFF2-40B4-BE49-F238E27FC236}">
                <a16:creationId xmlns:a16="http://schemas.microsoft.com/office/drawing/2014/main" id="{F0DC95EC-5517-467C-AE67-7E83BE90717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70321" y="2876894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1" name="Текст 10">
            <a:extLst>
              <a:ext uri="{FF2B5EF4-FFF2-40B4-BE49-F238E27FC236}">
                <a16:creationId xmlns:a16="http://schemas.microsoft.com/office/drawing/2014/main" id="{37A466F8-71C9-4A91-BA3D-B9E3BD286B9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70322" y="1587631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gradFill>
                  <a:gsLst>
                    <a:gs pos="0">
                      <a:srgbClr val="AE895E"/>
                    </a:gs>
                    <a:gs pos="100000">
                      <a:srgbClr val="F5C482"/>
                    </a:gs>
                  </a:gsLst>
                  <a:lin ang="0" scaled="0"/>
                </a:gra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4" name="Текст 7">
            <a:extLst>
              <a:ext uri="{FF2B5EF4-FFF2-40B4-BE49-F238E27FC236}">
                <a16:creationId xmlns:a16="http://schemas.microsoft.com/office/drawing/2014/main" id="{A2DA16A6-FDEA-4429-ACAF-53E78C18C19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253537" y="2879332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5" name="Текст 10">
            <a:extLst>
              <a:ext uri="{FF2B5EF4-FFF2-40B4-BE49-F238E27FC236}">
                <a16:creationId xmlns:a16="http://schemas.microsoft.com/office/drawing/2014/main" id="{D327448E-F295-4028-8E1F-2C44634BA90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53538" y="1590069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gradFill>
                  <a:gsLst>
                    <a:gs pos="0">
                      <a:srgbClr val="AE895E"/>
                    </a:gs>
                    <a:gs pos="100000">
                      <a:srgbClr val="F5C482"/>
                    </a:gs>
                  </a:gsLst>
                  <a:lin ang="0" scaled="0"/>
                </a:gra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6" name="Текст 7">
            <a:extLst>
              <a:ext uri="{FF2B5EF4-FFF2-40B4-BE49-F238E27FC236}">
                <a16:creationId xmlns:a16="http://schemas.microsoft.com/office/drawing/2014/main" id="{423885F1-3974-46C9-A2CA-FCD1C92FCAB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72483" y="2890089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8" name="Текст 7">
            <a:extLst>
              <a:ext uri="{FF2B5EF4-FFF2-40B4-BE49-F238E27FC236}">
                <a16:creationId xmlns:a16="http://schemas.microsoft.com/office/drawing/2014/main" id="{47EBB76D-A6DF-47A2-8DCA-E6098A1A170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80912" y="5448259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9" name="Текст 10">
            <a:extLst>
              <a:ext uri="{FF2B5EF4-FFF2-40B4-BE49-F238E27FC236}">
                <a16:creationId xmlns:a16="http://schemas.microsoft.com/office/drawing/2014/main" id="{A44B0261-AE2F-4624-AC82-A11684FA57F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80913" y="4158996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gradFill>
                  <a:gsLst>
                    <a:gs pos="0">
                      <a:srgbClr val="AE895E"/>
                    </a:gs>
                    <a:gs pos="100000">
                      <a:srgbClr val="F5C482"/>
                    </a:gs>
                  </a:gsLst>
                  <a:lin ang="0" scaled="0"/>
                </a:gra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70" name="Текст 7">
            <a:extLst>
              <a:ext uri="{FF2B5EF4-FFF2-40B4-BE49-F238E27FC236}">
                <a16:creationId xmlns:a16="http://schemas.microsoft.com/office/drawing/2014/main" id="{2ABAC517-C841-4A72-B9AA-3842E5B01E2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370320" y="5441459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1" name="Текст 10">
            <a:extLst>
              <a:ext uri="{FF2B5EF4-FFF2-40B4-BE49-F238E27FC236}">
                <a16:creationId xmlns:a16="http://schemas.microsoft.com/office/drawing/2014/main" id="{7415B901-7FE0-4392-905F-6B54291427C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370321" y="4152196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gradFill>
                  <a:gsLst>
                    <a:gs pos="0">
                      <a:srgbClr val="AE895E"/>
                    </a:gs>
                    <a:gs pos="100000">
                      <a:srgbClr val="F5C482"/>
                    </a:gs>
                  </a:gsLst>
                  <a:lin ang="0" scaled="0"/>
                </a:gra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73" name="Текст 7">
            <a:extLst>
              <a:ext uri="{FF2B5EF4-FFF2-40B4-BE49-F238E27FC236}">
                <a16:creationId xmlns:a16="http://schemas.microsoft.com/office/drawing/2014/main" id="{3F636F65-6BF2-4C06-8E5F-CF38242B3E5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253536" y="5443897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10">
            <a:extLst>
              <a:ext uri="{FF2B5EF4-FFF2-40B4-BE49-F238E27FC236}">
                <a16:creationId xmlns:a16="http://schemas.microsoft.com/office/drawing/2014/main" id="{CF1D5F14-A3C2-4697-8551-E571D4B0944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253537" y="4154634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gradFill>
                  <a:gsLst>
                    <a:gs pos="0">
                      <a:srgbClr val="AE895E"/>
                    </a:gs>
                    <a:gs pos="100000">
                      <a:srgbClr val="F5C482"/>
                    </a:gs>
                  </a:gsLst>
                  <a:lin ang="0" scaled="0"/>
                </a:gra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76" name="Текст 7">
            <a:extLst>
              <a:ext uri="{FF2B5EF4-FFF2-40B4-BE49-F238E27FC236}">
                <a16:creationId xmlns:a16="http://schemas.microsoft.com/office/drawing/2014/main" id="{A70DF76E-5D5B-4ADF-8B4E-1B1C51D92B4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472482" y="5454654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901057222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арточка и 6 Хайлайто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74" y="370687"/>
            <a:ext cx="9154800" cy="49594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Карточка и 6 </a:t>
            </a:r>
            <a:r>
              <a:rPr lang="ru-RU" dirty="0" err="1"/>
              <a:t>хайлайтов</a:t>
            </a:r>
            <a:endParaRPr lang="ru-RU" dirty="0"/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4233B6F-F0ED-4FDE-B00E-BB76299C06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94C1B-C881-42F5-9B4F-0D613082994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95" name="Рисунок 94">
            <a:extLst>
              <a:ext uri="{FF2B5EF4-FFF2-40B4-BE49-F238E27FC236}">
                <a16:creationId xmlns:a16="http://schemas.microsoft.com/office/drawing/2014/main" id="{A9656323-3AFF-4509-9FDF-EBCB968AF1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CD807739-A64F-4424-AD49-FD1013C8B51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0913" y="2384072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B7A6274A-585B-4415-AE09-65E0A87E658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0914" y="1594431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0" name="Текст 7">
            <a:extLst>
              <a:ext uri="{FF2B5EF4-FFF2-40B4-BE49-F238E27FC236}">
                <a16:creationId xmlns:a16="http://schemas.microsoft.com/office/drawing/2014/main" id="{F0DC95EC-5517-467C-AE67-7E83BE90717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70321" y="2876894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1" name="Текст 10">
            <a:extLst>
              <a:ext uri="{FF2B5EF4-FFF2-40B4-BE49-F238E27FC236}">
                <a16:creationId xmlns:a16="http://schemas.microsoft.com/office/drawing/2014/main" id="{37A466F8-71C9-4A91-BA3D-B9E3BD286B9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70322" y="1587631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gradFill>
                  <a:gsLst>
                    <a:gs pos="0">
                      <a:srgbClr val="AE895E"/>
                    </a:gs>
                    <a:gs pos="100000">
                      <a:srgbClr val="F5C482"/>
                    </a:gs>
                  </a:gsLst>
                  <a:lin ang="0" scaled="0"/>
                </a:gra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4" name="Текст 7">
            <a:extLst>
              <a:ext uri="{FF2B5EF4-FFF2-40B4-BE49-F238E27FC236}">
                <a16:creationId xmlns:a16="http://schemas.microsoft.com/office/drawing/2014/main" id="{A2DA16A6-FDEA-4429-ACAF-53E78C18C19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253537" y="2879332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5" name="Текст 10">
            <a:extLst>
              <a:ext uri="{FF2B5EF4-FFF2-40B4-BE49-F238E27FC236}">
                <a16:creationId xmlns:a16="http://schemas.microsoft.com/office/drawing/2014/main" id="{D327448E-F295-4028-8E1F-2C44634BA90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53538" y="1590069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gradFill>
                  <a:gsLst>
                    <a:gs pos="0">
                      <a:srgbClr val="AE895E"/>
                    </a:gs>
                    <a:gs pos="100000">
                      <a:srgbClr val="F5C482"/>
                    </a:gs>
                  </a:gsLst>
                  <a:lin ang="0" scaled="0"/>
                </a:gra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6" name="Текст 7">
            <a:extLst>
              <a:ext uri="{FF2B5EF4-FFF2-40B4-BE49-F238E27FC236}">
                <a16:creationId xmlns:a16="http://schemas.microsoft.com/office/drawing/2014/main" id="{423885F1-3974-46C9-A2CA-FCD1C92FCAB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72483" y="2890089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0" name="Текст 7">
            <a:extLst>
              <a:ext uri="{FF2B5EF4-FFF2-40B4-BE49-F238E27FC236}">
                <a16:creationId xmlns:a16="http://schemas.microsoft.com/office/drawing/2014/main" id="{2ABAC517-C841-4A72-B9AA-3842E5B01E2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370320" y="5441459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1" name="Текст 10">
            <a:extLst>
              <a:ext uri="{FF2B5EF4-FFF2-40B4-BE49-F238E27FC236}">
                <a16:creationId xmlns:a16="http://schemas.microsoft.com/office/drawing/2014/main" id="{7415B901-7FE0-4392-905F-6B54291427C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370321" y="4152196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gradFill>
                  <a:gsLst>
                    <a:gs pos="0">
                      <a:srgbClr val="AE895E"/>
                    </a:gs>
                    <a:gs pos="100000">
                      <a:srgbClr val="F5C482"/>
                    </a:gs>
                  </a:gsLst>
                  <a:lin ang="0" scaled="0"/>
                </a:gra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73" name="Текст 7">
            <a:extLst>
              <a:ext uri="{FF2B5EF4-FFF2-40B4-BE49-F238E27FC236}">
                <a16:creationId xmlns:a16="http://schemas.microsoft.com/office/drawing/2014/main" id="{3F636F65-6BF2-4C06-8E5F-CF38242B3E5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253536" y="5443897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10">
            <a:extLst>
              <a:ext uri="{FF2B5EF4-FFF2-40B4-BE49-F238E27FC236}">
                <a16:creationId xmlns:a16="http://schemas.microsoft.com/office/drawing/2014/main" id="{CF1D5F14-A3C2-4697-8551-E571D4B0944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253537" y="4154634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gradFill>
                  <a:gsLst>
                    <a:gs pos="0">
                      <a:srgbClr val="AE895E"/>
                    </a:gs>
                    <a:gs pos="100000">
                      <a:srgbClr val="F5C482"/>
                    </a:gs>
                  </a:gsLst>
                  <a:lin ang="0" scaled="0"/>
                </a:gra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76" name="Текст 7">
            <a:extLst>
              <a:ext uri="{FF2B5EF4-FFF2-40B4-BE49-F238E27FC236}">
                <a16:creationId xmlns:a16="http://schemas.microsoft.com/office/drawing/2014/main" id="{A70DF76E-5D5B-4ADF-8B4E-1B1C51D92B4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472482" y="5454654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094149099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ноутбу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6947575B-B79E-4361-B393-5177400BD7CE}"/>
              </a:ext>
            </a:extLst>
          </p:cNvPr>
          <p:cNvSpPr/>
          <p:nvPr userDrawn="1"/>
        </p:nvSpPr>
        <p:spPr>
          <a:xfrm>
            <a:off x="376238" y="1373188"/>
            <a:ext cx="4467225" cy="787400"/>
          </a:xfrm>
          <a:prstGeom prst="roundRect">
            <a:avLst>
              <a:gd name="adj" fmla="val 11526"/>
            </a:avLst>
          </a:prstGeom>
          <a:gradFill flip="none" rotWithShape="1">
            <a:gsLst>
              <a:gs pos="30000">
                <a:schemeClr val="accent1"/>
              </a:gs>
              <a:gs pos="100000">
                <a:srgbClr val="00AAFF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>
              <a:latin typeface="VTB Group Book" panose="020B0503040504020204" pitchFamily="34" charset="-52"/>
            </a:endParaRPr>
          </a:p>
        </p:txBody>
      </p:sp>
      <p:pic>
        <p:nvPicPr>
          <p:cNvPr id="9" name="Рисунок 3">
            <a:extLst>
              <a:ext uri="{FF2B5EF4-FFF2-40B4-BE49-F238E27FC236}">
                <a16:creationId xmlns:a16="http://schemas.microsoft.com/office/drawing/2014/main" id="{8A045B24-92F6-4E9D-B850-65F1620CB28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77501"/>
            <a:ext cx="9154800" cy="495624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2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 err="1"/>
              <a:t>Мокап</a:t>
            </a:r>
            <a:r>
              <a:rPr lang="ru-RU" dirty="0"/>
              <a:t> ноутбука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6"/>
          </p:nvPr>
        </p:nvSpPr>
        <p:spPr>
          <a:xfrm>
            <a:off x="571485" y="2472606"/>
            <a:ext cx="4076597" cy="53816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440"/>
              </a:lnSpc>
              <a:buClr>
                <a:srgbClr val="1E4BD2"/>
              </a:buClr>
              <a:buSzPct val="120000"/>
              <a:buFont typeface="Arial" panose="020B0604020202020204" pitchFamily="34" charset="0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5" name="Текст 2"/>
          <p:cNvSpPr>
            <a:spLocks noGrp="1"/>
          </p:cNvSpPr>
          <p:nvPr>
            <p:ph type="body" sz="quarter" idx="17"/>
          </p:nvPr>
        </p:nvSpPr>
        <p:spPr>
          <a:xfrm>
            <a:off x="571487" y="3115532"/>
            <a:ext cx="4076598" cy="53816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440"/>
              </a:lnSpc>
              <a:buClr>
                <a:srgbClr val="1E4BD2"/>
              </a:buClr>
              <a:buSzPct val="120000"/>
              <a:buFont typeface="Arial" panose="020B0604020202020204" pitchFamily="34" charset="0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20"/>
          </p:nvPr>
        </p:nvSpPr>
        <p:spPr>
          <a:xfrm>
            <a:off x="1073123" y="1547576"/>
            <a:ext cx="3574959" cy="46791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Номер слайда 4">
            <a:extLst>
              <a:ext uri="{FF2B5EF4-FFF2-40B4-BE49-F238E27FC236}">
                <a16:creationId xmlns:a16="http://schemas.microsoft.com/office/drawing/2014/main" id="{15898042-DD2A-4A1C-8E4F-A38FFDF3D34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4FA5F9-3777-43AA-8E5A-9BAC1BCBECEA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5FB2A88-F839-4508-B107-B1B544FE62C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FFFEFD52-8584-445E-A0FE-19D83C464DF9}"/>
              </a:ext>
            </a:extLst>
          </p:cNvPr>
          <p:cNvGrpSpPr/>
          <p:nvPr userDrawn="1"/>
        </p:nvGrpSpPr>
        <p:grpSpPr>
          <a:xfrm>
            <a:off x="572441" y="1569375"/>
            <a:ext cx="402080" cy="402083"/>
            <a:chOff x="572441" y="1569375"/>
            <a:chExt cx="402080" cy="402083"/>
          </a:xfrm>
          <a:solidFill>
            <a:schemeClr val="bg1"/>
          </a:solidFill>
        </p:grpSpPr>
        <p:pic>
          <p:nvPicPr>
            <p:cNvPr id="15" name="Star 3 (Stroke) [Figma I9043:6482;7965:11807]" descr="Star 3 (Stroke). векторный контур">
              <a:extLst>
                <a:ext uri="{FF2B5EF4-FFF2-40B4-BE49-F238E27FC236}">
                  <a16:creationId xmlns:a16="http://schemas.microsoft.com/office/drawing/2014/main" id="{44964070-59F1-4A77-A25E-0A5B18AAEF8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2441" y="1569375"/>
              <a:ext cx="402080" cy="402083"/>
            </a:xfrm>
            <a:prstGeom prst="rect">
              <a:avLst/>
            </a:prstGeom>
          </p:spPr>
        </p:pic>
        <p:pic>
          <p:nvPicPr>
            <p:cNvPr id="18" name="Vector 32 (Stroke) [Figma I9043:6482;7965:11808]" descr="Vector 32 (Stroke). векторный контур">
              <a:extLst>
                <a:ext uri="{FF2B5EF4-FFF2-40B4-BE49-F238E27FC236}">
                  <a16:creationId xmlns:a16="http://schemas.microsoft.com/office/drawing/2014/main" id="{DEB95949-E452-43BE-82EC-A71AF497B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96027" y="1714389"/>
              <a:ext cx="153252" cy="1128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82296897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телефон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77501"/>
            <a:ext cx="9154800" cy="495624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 err="1"/>
              <a:t>Мокап</a:t>
            </a:r>
            <a:r>
              <a:rPr lang="ru-RU" dirty="0"/>
              <a:t> телефона</a:t>
            </a:r>
          </a:p>
        </p:txBody>
      </p:sp>
      <p:sp>
        <p:nvSpPr>
          <p:cNvPr id="16" name="Номер слайда 4">
            <a:extLst>
              <a:ext uri="{FF2B5EF4-FFF2-40B4-BE49-F238E27FC236}">
                <a16:creationId xmlns:a16="http://schemas.microsoft.com/office/drawing/2014/main" id="{15898042-DD2A-4A1C-8E4F-A38FFDF3D34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4FA5F9-3777-43AA-8E5A-9BAC1BCBECEA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5FB2A88-F839-4508-B107-B1B544FE62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pic>
        <p:nvPicPr>
          <p:cNvPr id="25" name="Image [Figma 9931:17643]" descr="Image. картинка в заливке">
            <a:extLst>
              <a:ext uri="{FF2B5EF4-FFF2-40B4-BE49-F238E27FC236}">
                <a16:creationId xmlns:a16="http://schemas.microsoft.com/office/drawing/2014/main" id="{93629BEF-A849-4854-9633-9ECC0798B3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911902" y="1060423"/>
            <a:ext cx="3743554" cy="5797405"/>
          </a:xfrm>
          <a:prstGeom prst="rect">
            <a:avLst/>
          </a:prstGeom>
        </p:spPr>
      </p:pic>
      <p:pic>
        <p:nvPicPr>
          <p:cNvPr id="27" name="Vector [Figma I9887:52703;7965:11868]" descr="Vector. векторный контур">
            <a:extLst>
              <a:ext uri="{FF2B5EF4-FFF2-40B4-BE49-F238E27FC236}">
                <a16:creationId xmlns:a16="http://schemas.microsoft.com/office/drawing/2014/main" id="{2CD2F846-2E3E-4392-8528-F0AA49F1A76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2641" y="1569378"/>
            <a:ext cx="281787" cy="402074"/>
          </a:xfrm>
          <a:prstGeom prst="rect">
            <a:avLst/>
          </a:prstGeom>
        </p:spPr>
      </p:pic>
      <p:pic>
        <p:nvPicPr>
          <p:cNvPr id="28" name="Vector [Figma I9887:52703;7965:11869]" descr="Vector. векторный контур">
            <a:extLst>
              <a:ext uri="{FF2B5EF4-FFF2-40B4-BE49-F238E27FC236}">
                <a16:creationId xmlns:a16="http://schemas.microsoft.com/office/drawing/2014/main" id="{AE304174-9AD5-42E9-8644-B14BCE74A99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3500" y="1640219"/>
            <a:ext cx="140069" cy="141706"/>
          </a:xfrm>
          <a:prstGeom prst="rect">
            <a:avLst/>
          </a:prstGeom>
        </p:spPr>
      </p:pic>
      <p:sp>
        <p:nvSpPr>
          <p:cNvPr id="29" name="Lorem ipsum dolor  sit amet, consectetuer [Figma 9887:52704]">
            <a:extLst>
              <a:ext uri="{FF2B5EF4-FFF2-40B4-BE49-F238E27FC236}">
                <a16:creationId xmlns:a16="http://schemas.microsoft.com/office/drawing/2014/main" id="{DB5C7AFB-CE15-4660-BC1B-5FB1DFE69E13}"/>
              </a:ext>
            </a:extLst>
          </p:cNvPr>
          <p:cNvSpPr txBox="1"/>
          <p:nvPr userDrawn="1"/>
        </p:nvSpPr>
        <p:spPr>
          <a:xfrm>
            <a:off x="1009625" y="1559517"/>
            <a:ext cx="1974801" cy="45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0" spc="-50" dirty="0">
                <a:solidFill>
                  <a:srgbClr val="FFFFFF"/>
                </a:solidFill>
                <a:latin typeface="VTB Group Book" panose="020B0503040504020204" pitchFamily="34" charset="-52"/>
                <a:ea typeface="VTB Group" pitchFamily="34" charset="-122"/>
                <a:cs typeface="VTB Group" pitchFamily="34" charset="-120"/>
              </a:rPr>
              <a:t>Lorem ipsum dolor </a:t>
            </a:r>
            <a:br>
              <a:rPr dirty="0">
                <a:latin typeface="VTB Group Book" panose="020B0503040504020204" pitchFamily="34" charset="-52"/>
              </a:rPr>
            </a:br>
            <a:r>
              <a:rPr lang="en-US" sz="1400" kern="0" spc="-50" dirty="0">
                <a:solidFill>
                  <a:srgbClr val="FFFFFF"/>
                </a:solidFill>
                <a:latin typeface="VTB Group Book" panose="020B0503040504020204" pitchFamily="34" charset="-52"/>
                <a:ea typeface="VTB Group" pitchFamily="34" charset="-122"/>
                <a:cs typeface="VTB Group" pitchFamily="34" charset="-120"/>
              </a:rPr>
              <a:t>sit amet, consectetuer</a:t>
            </a:r>
            <a:endParaRPr lang="en-US" sz="1400" dirty="0">
              <a:latin typeface="VTB Group Book" panose="020B0503040504020204" pitchFamily="34" charset="-52"/>
            </a:endParaRPr>
          </a:p>
        </p:txBody>
      </p:sp>
      <p:sp>
        <p:nvSpPr>
          <p:cNvPr id="30" name="Lorem ipsum dolor sit dolor amet, consectetuer adipiscing elit sit. [Figma 9887:52705]">
            <a:extLst>
              <a:ext uri="{FF2B5EF4-FFF2-40B4-BE49-F238E27FC236}">
                <a16:creationId xmlns:a16="http://schemas.microsoft.com/office/drawing/2014/main" id="{3C1AAD46-5CEF-432D-BCCF-AED43C6779D0}"/>
              </a:ext>
            </a:extLst>
          </p:cNvPr>
          <p:cNvSpPr txBox="1"/>
          <p:nvPr userDrawn="1"/>
        </p:nvSpPr>
        <p:spPr>
          <a:xfrm>
            <a:off x="571486" y="2477273"/>
            <a:ext cx="2412940" cy="386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0" spc="-15" dirty="0">
                <a:solidFill>
                  <a:srgbClr val="FFFFFF"/>
                </a:solidFill>
                <a:latin typeface="VTB Group Light" pitchFamily="34" charset="0"/>
                <a:ea typeface="VTB Group Light" pitchFamily="34" charset="-122"/>
                <a:cs typeface="VTB Group Light" pitchFamily="34" charset="-120"/>
              </a:rPr>
              <a:t>Lorem ipsum dolor sit dolor amet, consectetuer adipiscing elit sit.</a:t>
            </a:r>
            <a:endParaRPr lang="en-US" sz="1200" dirty="0">
              <a:latin typeface="VTB Group Book" panose="020B0503040504020204" pitchFamily="34" charset="-52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6"/>
          </p:nvPr>
        </p:nvSpPr>
        <p:spPr>
          <a:xfrm>
            <a:off x="3354659" y="3362324"/>
            <a:ext cx="3757163" cy="115517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440"/>
              </a:lnSpc>
              <a:buClr>
                <a:srgbClr val="1E4BD2"/>
              </a:buClr>
              <a:buSzPct val="120000"/>
              <a:buFont typeface="Arial" panose="020B0604020202020204" pitchFamily="34" charset="0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8" name="Lorem ipsum dolor sit, consectetuer adipiscing. [Figma 9887:52717]">
            <a:extLst>
              <a:ext uri="{FF2B5EF4-FFF2-40B4-BE49-F238E27FC236}">
                <a16:creationId xmlns:a16="http://schemas.microsoft.com/office/drawing/2014/main" id="{41D12589-BDD1-4BA6-8A41-9D554DDA6F4C}"/>
              </a:ext>
            </a:extLst>
          </p:cNvPr>
          <p:cNvSpPr txBox="1"/>
          <p:nvPr userDrawn="1"/>
        </p:nvSpPr>
        <p:spPr>
          <a:xfrm>
            <a:off x="571486" y="3269733"/>
            <a:ext cx="2412940" cy="45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0" spc="-50" dirty="0">
                <a:solidFill>
                  <a:srgbClr val="FFFFFF"/>
                </a:solidFill>
                <a:latin typeface="VTB Group Book" panose="020B0503040504020204" pitchFamily="34" charset="-52"/>
                <a:ea typeface="VTB Group" pitchFamily="34" charset="-122"/>
                <a:cs typeface="VTB Group" pitchFamily="34" charset="-120"/>
              </a:rPr>
              <a:t>Lorem ipsum dolor sit, consectetuer adipiscing.</a:t>
            </a:r>
            <a:endParaRPr lang="en-US" sz="1400" dirty="0">
              <a:latin typeface="VTB Group Book" panose="020B0503040504020204" pitchFamily="34" charset="-52"/>
            </a:endParaRPr>
          </a:p>
        </p:txBody>
      </p:sp>
      <p:sp>
        <p:nvSpPr>
          <p:cNvPr id="39" name="Lorem ipsum dolor sit dolor amet, consectetuer adipiscing elit sit. [Figma 9887:52718]">
            <a:extLst>
              <a:ext uri="{FF2B5EF4-FFF2-40B4-BE49-F238E27FC236}">
                <a16:creationId xmlns:a16="http://schemas.microsoft.com/office/drawing/2014/main" id="{959FFAE5-E9C3-466C-A4C5-879E38309AB7}"/>
              </a:ext>
            </a:extLst>
          </p:cNvPr>
          <p:cNvSpPr txBox="1"/>
          <p:nvPr userDrawn="1"/>
        </p:nvSpPr>
        <p:spPr>
          <a:xfrm>
            <a:off x="571486" y="4219238"/>
            <a:ext cx="2412940" cy="386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0" spc="-15" dirty="0">
                <a:solidFill>
                  <a:srgbClr val="FFFFFF"/>
                </a:solidFill>
                <a:latin typeface="VTB Group Light" pitchFamily="34" charset="0"/>
                <a:ea typeface="VTB Group Light" pitchFamily="34" charset="-122"/>
                <a:cs typeface="VTB Group Light" pitchFamily="34" charset="-120"/>
              </a:rPr>
              <a:t>Lorem ipsum dolor sit dolor amet, consectetuer adipiscing elit sit.</a:t>
            </a:r>
            <a:endParaRPr lang="en-US" sz="1200" dirty="0">
              <a:latin typeface="VTB Group Book" panose="020B0503040504020204" pitchFamily="34" charset="-52"/>
            </a:endParaRPr>
          </a:p>
        </p:txBody>
      </p:sp>
      <p:sp>
        <p:nvSpPr>
          <p:cNvPr id="46" name="Lorem ipsum dolor sit, consectetuer adipiscing. [Figma 9887:52730]">
            <a:extLst>
              <a:ext uri="{FF2B5EF4-FFF2-40B4-BE49-F238E27FC236}">
                <a16:creationId xmlns:a16="http://schemas.microsoft.com/office/drawing/2014/main" id="{2E21D31F-D01B-43F3-B040-C75B36CE54E1}"/>
              </a:ext>
            </a:extLst>
          </p:cNvPr>
          <p:cNvSpPr txBox="1"/>
          <p:nvPr userDrawn="1"/>
        </p:nvSpPr>
        <p:spPr>
          <a:xfrm>
            <a:off x="571486" y="5011722"/>
            <a:ext cx="2412940" cy="45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0" spc="-50" dirty="0">
                <a:solidFill>
                  <a:srgbClr val="FFFFFF"/>
                </a:solidFill>
                <a:latin typeface="VTB Group Book" panose="020B0503040504020204" pitchFamily="34" charset="-52"/>
                <a:ea typeface="VTB Group" pitchFamily="34" charset="-122"/>
                <a:cs typeface="VTB Group" pitchFamily="34" charset="-120"/>
              </a:rPr>
              <a:t>Lorem ipsum dolor sit, consectetuer adipiscing.</a:t>
            </a:r>
            <a:endParaRPr lang="en-US" sz="1400" dirty="0">
              <a:latin typeface="VTB Group Book" panose="020B0503040504020204" pitchFamily="34" charset="-52"/>
            </a:endParaRPr>
          </a:p>
        </p:txBody>
      </p:sp>
      <p:sp>
        <p:nvSpPr>
          <p:cNvPr id="47" name="Lorem ipsum dolor sit dolor amet, consectetuer adipiscing elit sit. [Figma 9887:52731]">
            <a:extLst>
              <a:ext uri="{FF2B5EF4-FFF2-40B4-BE49-F238E27FC236}">
                <a16:creationId xmlns:a16="http://schemas.microsoft.com/office/drawing/2014/main" id="{12A569D8-5D40-4E62-A415-89E143BDAADB}"/>
              </a:ext>
            </a:extLst>
          </p:cNvPr>
          <p:cNvSpPr txBox="1"/>
          <p:nvPr userDrawn="1"/>
        </p:nvSpPr>
        <p:spPr>
          <a:xfrm>
            <a:off x="571486" y="5961227"/>
            <a:ext cx="2412940" cy="386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0" spc="-15" dirty="0">
                <a:solidFill>
                  <a:srgbClr val="FFFFFF"/>
                </a:solidFill>
                <a:latin typeface="VTB Group Light" pitchFamily="34" charset="0"/>
                <a:ea typeface="VTB Group Light" pitchFamily="34" charset="-122"/>
                <a:cs typeface="VTB Group Light" pitchFamily="34" charset="-120"/>
              </a:rPr>
              <a:t>Lorem ipsum dolor sit dolor amet, consectetuer adipiscing elit sit.</a:t>
            </a:r>
            <a:endParaRPr lang="en-US" sz="1200" dirty="0">
              <a:latin typeface="VTB Group Book" panose="020B0503040504020204" pitchFamily="34" charset="-52"/>
            </a:endParaRPr>
          </a:p>
        </p:txBody>
      </p:sp>
      <p:sp>
        <p:nvSpPr>
          <p:cNvPr id="56" name="Текст 2">
            <a:extLst>
              <a:ext uri="{FF2B5EF4-FFF2-40B4-BE49-F238E27FC236}">
                <a16:creationId xmlns:a16="http://schemas.microsoft.com/office/drawing/2014/main" id="{6B013C60-93D8-44DC-858E-8387466D836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54659" y="1618313"/>
            <a:ext cx="3757163" cy="115517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440"/>
              </a:lnSpc>
              <a:buClr>
                <a:srgbClr val="1E4BD2"/>
              </a:buClr>
              <a:buSzPct val="120000"/>
              <a:buFont typeface="Arial" panose="020B0604020202020204" pitchFamily="34" charset="0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8" name="Текст 57">
            <a:extLst>
              <a:ext uri="{FF2B5EF4-FFF2-40B4-BE49-F238E27FC236}">
                <a16:creationId xmlns:a16="http://schemas.microsoft.com/office/drawing/2014/main" id="{1F5ED31E-860B-4826-B915-E653D2F138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892453" y="5046827"/>
            <a:ext cx="3219369" cy="3280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1" name="Текст 60">
            <a:extLst>
              <a:ext uri="{FF2B5EF4-FFF2-40B4-BE49-F238E27FC236}">
                <a16:creationId xmlns:a16="http://schemas.microsoft.com/office/drawing/2014/main" id="{422F794A-FCF2-455B-B8FC-530D901EF6F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54659" y="5034894"/>
            <a:ext cx="537794" cy="340024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ts val="3200"/>
              </a:lnSpc>
              <a:buNone/>
              <a:defRPr kern="200" spc="-200" baseline="0">
                <a:solidFill>
                  <a:schemeClr val="accent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3" name="Текст 57">
            <a:extLst>
              <a:ext uri="{FF2B5EF4-FFF2-40B4-BE49-F238E27FC236}">
                <a16:creationId xmlns:a16="http://schemas.microsoft.com/office/drawing/2014/main" id="{7B65048F-4EB2-4548-9A06-112B5DD7A60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892453" y="5511138"/>
            <a:ext cx="3219369" cy="3280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4" name="Текст 60">
            <a:extLst>
              <a:ext uri="{FF2B5EF4-FFF2-40B4-BE49-F238E27FC236}">
                <a16:creationId xmlns:a16="http://schemas.microsoft.com/office/drawing/2014/main" id="{59697712-5A49-4B1A-AAB3-6A9C71C480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354659" y="5499205"/>
            <a:ext cx="537794" cy="340024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ts val="3200"/>
              </a:lnSpc>
              <a:buNone/>
              <a:defRPr kern="200" spc="-200" baseline="0">
                <a:solidFill>
                  <a:schemeClr val="accent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8" name="Текст 57">
            <a:extLst>
              <a:ext uri="{FF2B5EF4-FFF2-40B4-BE49-F238E27FC236}">
                <a16:creationId xmlns:a16="http://schemas.microsoft.com/office/drawing/2014/main" id="{4F3B7DC6-9CBE-45BB-AD41-70260203EC0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64805" y="2518961"/>
            <a:ext cx="2419621" cy="3280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57">
            <a:extLst>
              <a:ext uri="{FF2B5EF4-FFF2-40B4-BE49-F238E27FC236}">
                <a16:creationId xmlns:a16="http://schemas.microsoft.com/office/drawing/2014/main" id="{5EE92B83-90FE-4A4F-9A6F-76DCECCEE4C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110832" y="1704177"/>
            <a:ext cx="1879206" cy="4546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2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57">
            <a:extLst>
              <a:ext uri="{FF2B5EF4-FFF2-40B4-BE49-F238E27FC236}">
                <a16:creationId xmlns:a16="http://schemas.microsoft.com/office/drawing/2014/main" id="{0A2E724E-D062-4523-B125-8C6DFE0027A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64804" y="3273240"/>
            <a:ext cx="2425233" cy="4546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2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57">
            <a:extLst>
              <a:ext uri="{FF2B5EF4-FFF2-40B4-BE49-F238E27FC236}">
                <a16:creationId xmlns:a16="http://schemas.microsoft.com/office/drawing/2014/main" id="{5D7377E8-D22E-433B-82E2-FFE0FF2FBB1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4804" y="4259057"/>
            <a:ext cx="2419621" cy="3280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57">
            <a:extLst>
              <a:ext uri="{FF2B5EF4-FFF2-40B4-BE49-F238E27FC236}">
                <a16:creationId xmlns:a16="http://schemas.microsoft.com/office/drawing/2014/main" id="{7861D39B-BE95-41D3-B447-CAD71A76EB8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64804" y="4975410"/>
            <a:ext cx="2425233" cy="4546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2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57">
            <a:extLst>
              <a:ext uri="{FF2B5EF4-FFF2-40B4-BE49-F238E27FC236}">
                <a16:creationId xmlns:a16="http://schemas.microsoft.com/office/drawing/2014/main" id="{C401CE22-C242-4778-94AF-36C9A7E7EC0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64804" y="5961227"/>
            <a:ext cx="2419621" cy="3280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10026858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фото и текстом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Текст 3"/>
          <p:cNvSpPr>
            <a:spLocks noGrp="1"/>
          </p:cNvSpPr>
          <p:nvPr>
            <p:ph type="body" sz="quarter" idx="14"/>
          </p:nvPr>
        </p:nvSpPr>
        <p:spPr>
          <a:xfrm>
            <a:off x="545928" y="1537086"/>
            <a:ext cx="5295897" cy="198809"/>
          </a:xfrm>
          <a:prstGeom prst="rect">
            <a:avLst/>
          </a:prstGeom>
        </p:spPr>
        <p:txBody>
          <a:bodyPr lIns="0" tIns="0" rIns="0" bIns="0"/>
          <a:lstStyle>
            <a:lvl1pPr marL="0" indent="0" defTabSz="900000">
              <a:lnSpc>
                <a:spcPts val="1680"/>
              </a:lnSpc>
              <a:buNone/>
              <a:defRPr sz="1400" cap="all" baseline="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74" y="370687"/>
            <a:ext cx="9154800" cy="49594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Слайд с фото и текстом (1)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6"/>
          </p:nvPr>
        </p:nvSpPr>
        <p:spPr>
          <a:xfrm>
            <a:off x="1104900" y="2243341"/>
            <a:ext cx="4736954" cy="604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Текст 2"/>
          <p:cNvSpPr>
            <a:spLocks noGrp="1"/>
          </p:cNvSpPr>
          <p:nvPr>
            <p:ph type="body" sz="quarter" idx="17"/>
          </p:nvPr>
        </p:nvSpPr>
        <p:spPr>
          <a:xfrm>
            <a:off x="1104900" y="3057947"/>
            <a:ext cx="4736954" cy="604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5" name="Текст 2"/>
          <p:cNvSpPr>
            <a:spLocks noGrp="1"/>
          </p:cNvSpPr>
          <p:nvPr>
            <p:ph type="body" sz="quarter" idx="18"/>
          </p:nvPr>
        </p:nvSpPr>
        <p:spPr>
          <a:xfrm>
            <a:off x="1104872" y="3887209"/>
            <a:ext cx="4736954" cy="604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6" name="Текст 2"/>
          <p:cNvSpPr>
            <a:spLocks noGrp="1"/>
          </p:cNvSpPr>
          <p:nvPr>
            <p:ph type="body" sz="quarter" idx="19"/>
          </p:nvPr>
        </p:nvSpPr>
        <p:spPr>
          <a:xfrm>
            <a:off x="1104872" y="4723900"/>
            <a:ext cx="4736954" cy="604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4233B6F-F0ED-4FDE-B00E-BB76299C06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94C1B-C881-42F5-9B4F-0D613082994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F3D2157-8889-45C3-9EEB-E6CE7315C1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548789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фото и текстом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Текст 3"/>
          <p:cNvSpPr>
            <a:spLocks noGrp="1"/>
          </p:cNvSpPr>
          <p:nvPr>
            <p:ph type="body" sz="quarter" idx="14"/>
          </p:nvPr>
        </p:nvSpPr>
        <p:spPr>
          <a:xfrm>
            <a:off x="6341891" y="1537086"/>
            <a:ext cx="5295897" cy="198809"/>
          </a:xfrm>
          <a:prstGeom prst="rect">
            <a:avLst/>
          </a:prstGeom>
        </p:spPr>
        <p:txBody>
          <a:bodyPr lIns="0" tIns="0" rIns="0" bIns="0"/>
          <a:lstStyle>
            <a:lvl1pPr marL="0" indent="0" defTabSz="900000">
              <a:lnSpc>
                <a:spcPts val="1680"/>
              </a:lnSpc>
              <a:buNone/>
              <a:defRPr sz="1400" cap="all" baseline="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74" y="370687"/>
            <a:ext cx="9154800" cy="49594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Слайд с фото и текстом (2)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6"/>
          </p:nvPr>
        </p:nvSpPr>
        <p:spPr>
          <a:xfrm>
            <a:off x="6900863" y="2243341"/>
            <a:ext cx="4736954" cy="604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Текст 2"/>
          <p:cNvSpPr>
            <a:spLocks noGrp="1"/>
          </p:cNvSpPr>
          <p:nvPr>
            <p:ph type="body" sz="quarter" idx="17"/>
          </p:nvPr>
        </p:nvSpPr>
        <p:spPr>
          <a:xfrm>
            <a:off x="6900863" y="3057947"/>
            <a:ext cx="4736954" cy="604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5" name="Текст 2"/>
          <p:cNvSpPr>
            <a:spLocks noGrp="1"/>
          </p:cNvSpPr>
          <p:nvPr>
            <p:ph type="body" sz="quarter" idx="18"/>
          </p:nvPr>
        </p:nvSpPr>
        <p:spPr>
          <a:xfrm>
            <a:off x="6900835" y="3887209"/>
            <a:ext cx="4736954" cy="604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6" name="Текст 2"/>
          <p:cNvSpPr>
            <a:spLocks noGrp="1"/>
          </p:cNvSpPr>
          <p:nvPr>
            <p:ph type="body" sz="quarter" idx="19"/>
          </p:nvPr>
        </p:nvSpPr>
        <p:spPr>
          <a:xfrm>
            <a:off x="6900835" y="4723900"/>
            <a:ext cx="4736954" cy="604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4233B6F-F0ED-4FDE-B00E-BB76299C06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94C1B-C881-42F5-9B4F-0D613082994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F3D2157-8889-45C3-9EEB-E6CE7315C1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596058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74" y="370687"/>
            <a:ext cx="9154800" cy="49594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таблица</a:t>
            </a:r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4233B6F-F0ED-4FDE-B00E-BB76299C06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94C1B-C881-42F5-9B4F-0D613082994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F3D2157-8889-45C3-9EEB-E6CE7315C1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771727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 с текстом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3970"/>
            <a:ext cx="9154800" cy="501974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Таблица с текстом (1)</a:t>
            </a:r>
          </a:p>
        </p:txBody>
      </p:sp>
      <p:sp>
        <p:nvSpPr>
          <p:cNvPr id="78" name="Текст 2"/>
          <p:cNvSpPr>
            <a:spLocks noGrp="1"/>
          </p:cNvSpPr>
          <p:nvPr>
            <p:ph type="body" sz="quarter" idx="11"/>
          </p:nvPr>
        </p:nvSpPr>
        <p:spPr>
          <a:xfrm>
            <a:off x="888978" y="5508219"/>
            <a:ext cx="5902347" cy="2079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5"/>
          <p:cNvSpPr>
            <a:spLocks noGrp="1"/>
          </p:cNvSpPr>
          <p:nvPr>
            <p:ph type="body" sz="quarter" idx="12"/>
          </p:nvPr>
        </p:nvSpPr>
        <p:spPr>
          <a:xfrm>
            <a:off x="574465" y="5824874"/>
            <a:ext cx="6216860" cy="3619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endParaRPr lang="ru-RU" dirty="0"/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0579E37A-7661-4F26-BB2D-B8CBF9E12B0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8BFF49-1386-448F-814C-A895F3F8CA69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9A0124F-DA40-4B94-AAAA-E47280653E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369432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 с текстом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3970"/>
            <a:ext cx="9154800" cy="501974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Таблица с текстом (2)</a:t>
            </a:r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0579E37A-7661-4F26-BB2D-B8CBF9E12B0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8BFF49-1386-448F-814C-A895F3F8CA69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9A0124F-DA40-4B94-AAAA-E47280653E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09A0BC01-4933-4B1F-9948-F60ED78AF7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271000" y="2449830"/>
            <a:ext cx="2285711" cy="366522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00"/>
              </a:lnSpc>
              <a:buNone/>
              <a:defRPr sz="12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1E07E58-B2CE-44C2-BAE3-E988EDAE1AD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271000" y="1536925"/>
            <a:ext cx="2285711" cy="71325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200" spc="-2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614546192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руктурная схема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Структурная схема (1)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1829FBE-BA79-4C38-8507-4F3D32298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82" name="Текст 2"/>
          <p:cNvSpPr>
            <a:spLocks noGrp="1"/>
          </p:cNvSpPr>
          <p:nvPr>
            <p:ph type="body" sz="quarter" idx="16"/>
          </p:nvPr>
        </p:nvSpPr>
        <p:spPr>
          <a:xfrm>
            <a:off x="933427" y="3783684"/>
            <a:ext cx="1831473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3" name="Текст 5"/>
          <p:cNvSpPr>
            <a:spLocks noGrp="1"/>
          </p:cNvSpPr>
          <p:nvPr>
            <p:ph type="body" sz="quarter" idx="17"/>
          </p:nvPr>
        </p:nvSpPr>
        <p:spPr>
          <a:xfrm>
            <a:off x="560292" y="4174448"/>
            <a:ext cx="2260543" cy="7441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1"/>
          </p:nvPr>
        </p:nvSpPr>
        <p:spPr>
          <a:xfrm>
            <a:off x="571486" y="2392615"/>
            <a:ext cx="5200520" cy="5410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endParaRPr lang="ru-RU" dirty="0"/>
          </a:p>
        </p:txBody>
      </p:sp>
      <p:sp>
        <p:nvSpPr>
          <p:cNvPr id="34" name="Текст 2"/>
          <p:cNvSpPr>
            <a:spLocks noGrp="1"/>
          </p:cNvSpPr>
          <p:nvPr>
            <p:ph type="body" sz="quarter" idx="24"/>
          </p:nvPr>
        </p:nvSpPr>
        <p:spPr>
          <a:xfrm>
            <a:off x="571486" y="2041741"/>
            <a:ext cx="5200520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1" name="Текст 5">
            <a:extLst>
              <a:ext uri="{FF2B5EF4-FFF2-40B4-BE49-F238E27FC236}">
                <a16:creationId xmlns:a16="http://schemas.microsoft.com/office/drawing/2014/main" id="{4DF0A25E-588C-4635-BC04-9183459F797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419994" y="2392615"/>
            <a:ext cx="5200520" cy="5410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tx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endParaRPr lang="ru-RU" dirty="0"/>
          </a:p>
        </p:txBody>
      </p:sp>
      <p:sp>
        <p:nvSpPr>
          <p:cNvPr id="42" name="Текст 2">
            <a:extLst>
              <a:ext uri="{FF2B5EF4-FFF2-40B4-BE49-F238E27FC236}">
                <a16:creationId xmlns:a16="http://schemas.microsoft.com/office/drawing/2014/main" id="{43EEE1BC-4EA4-43F5-BEA9-3F9BE8263A1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19994" y="2041741"/>
            <a:ext cx="5200520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grpSp>
        <p:nvGrpSpPr>
          <p:cNvPr id="43" name="Группа 42">
            <a:extLst>
              <a:ext uri="{FF2B5EF4-FFF2-40B4-BE49-F238E27FC236}">
                <a16:creationId xmlns:a16="http://schemas.microsoft.com/office/drawing/2014/main" id="{A43565A9-9132-4DAC-B0E7-4F2965E3E8AB}"/>
              </a:ext>
            </a:extLst>
          </p:cNvPr>
          <p:cNvGrpSpPr/>
          <p:nvPr userDrawn="1"/>
        </p:nvGrpSpPr>
        <p:grpSpPr>
          <a:xfrm>
            <a:off x="585240" y="3791922"/>
            <a:ext cx="237651" cy="237648"/>
            <a:chOff x="585240" y="3791922"/>
            <a:chExt cx="237651" cy="237648"/>
          </a:xfrm>
        </p:grpSpPr>
        <p:pic>
          <p:nvPicPr>
            <p:cNvPr id="44" name="Star 3 (Stroke) [Figma I9887:64069;7965:11807]" descr="Star 3 (Stroke). векторный контур">
              <a:extLst>
                <a:ext uri="{FF2B5EF4-FFF2-40B4-BE49-F238E27FC236}">
                  <a16:creationId xmlns:a16="http://schemas.microsoft.com/office/drawing/2014/main" id="{21CEF5B3-E283-45A8-9D60-3BD291BD5F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5240" y="3791922"/>
              <a:ext cx="237651" cy="237648"/>
            </a:xfrm>
            <a:prstGeom prst="rect">
              <a:avLst/>
            </a:prstGeom>
          </p:spPr>
        </p:pic>
        <p:pic>
          <p:nvPicPr>
            <p:cNvPr id="45" name="Vector 32 (Stroke) [Figma I9887:64069;7965:11808]" descr="Vector 32 (Stroke). векторный контур">
              <a:extLst>
                <a:ext uri="{FF2B5EF4-FFF2-40B4-BE49-F238E27FC236}">
                  <a16:creationId xmlns:a16="http://schemas.microsoft.com/office/drawing/2014/main" id="{BE655AF3-0A1F-4266-AA5B-E905DBCBDD5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58288" y="3877620"/>
              <a:ext cx="90581" cy="66723"/>
            </a:xfrm>
            <a:prstGeom prst="rect">
              <a:avLst/>
            </a:prstGeom>
          </p:spPr>
        </p:pic>
      </p:grpSp>
      <p:sp>
        <p:nvSpPr>
          <p:cNvPr id="48" name="Текст 2">
            <a:extLst>
              <a:ext uri="{FF2B5EF4-FFF2-40B4-BE49-F238E27FC236}">
                <a16:creationId xmlns:a16="http://schemas.microsoft.com/office/drawing/2014/main" id="{811D7049-6400-48E1-87D8-698C59FB6FD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036219" y="3783684"/>
            <a:ext cx="1679852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9" name="Текст 5">
            <a:extLst>
              <a:ext uri="{FF2B5EF4-FFF2-40B4-BE49-F238E27FC236}">
                <a16:creationId xmlns:a16="http://schemas.microsoft.com/office/drawing/2014/main" id="{C2CBE8E8-07BC-4D3B-9451-3727631EBF5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511463" y="4174448"/>
            <a:ext cx="2260543" cy="7441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0" name="Текст 2">
            <a:extLst>
              <a:ext uri="{FF2B5EF4-FFF2-40B4-BE49-F238E27FC236}">
                <a16:creationId xmlns:a16="http://schemas.microsoft.com/office/drawing/2014/main" id="{21168D1B-800F-42CB-8367-9272DBB9881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511463" y="3666291"/>
            <a:ext cx="490954" cy="477084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1920"/>
              </a:lnSpc>
              <a:buNone/>
              <a:defRPr sz="3200" kern="200" spc="-200" baseline="0">
                <a:solidFill>
                  <a:schemeClr val="accent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51" name="Текст 2">
            <a:extLst>
              <a:ext uri="{FF2B5EF4-FFF2-40B4-BE49-F238E27FC236}">
                <a16:creationId xmlns:a16="http://schemas.microsoft.com/office/drawing/2014/main" id="{1B245B9A-2E3F-4BBC-B1BF-A70BABC0563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957151" y="3783684"/>
            <a:ext cx="1679852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2" name="Текст 5">
            <a:extLst>
              <a:ext uri="{FF2B5EF4-FFF2-40B4-BE49-F238E27FC236}">
                <a16:creationId xmlns:a16="http://schemas.microsoft.com/office/drawing/2014/main" id="{704EE517-5866-47B2-82F9-3674A704416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432395" y="4174448"/>
            <a:ext cx="2260543" cy="7441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00"/>
              </a:lnSpc>
              <a:buNone/>
              <a:defRPr sz="14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3" name="Текст 2">
            <a:extLst>
              <a:ext uri="{FF2B5EF4-FFF2-40B4-BE49-F238E27FC236}">
                <a16:creationId xmlns:a16="http://schemas.microsoft.com/office/drawing/2014/main" id="{67CBC79F-9224-48B5-90FF-F82006DF822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32395" y="3666291"/>
            <a:ext cx="490954" cy="477084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1920"/>
              </a:lnSpc>
              <a:buNone/>
              <a:defRPr sz="3200" kern="200" spc="-2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54" name="Текст 5">
            <a:extLst>
              <a:ext uri="{FF2B5EF4-FFF2-40B4-BE49-F238E27FC236}">
                <a16:creationId xmlns:a16="http://schemas.microsoft.com/office/drawing/2014/main" id="{BB159815-731B-46C6-ABB8-2EB1BE26BE2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9366106" y="3771304"/>
            <a:ext cx="2260543" cy="10991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5" name="Текст 5">
            <a:extLst>
              <a:ext uri="{FF2B5EF4-FFF2-40B4-BE49-F238E27FC236}">
                <a16:creationId xmlns:a16="http://schemas.microsoft.com/office/drawing/2014/main" id="{7420B96A-A18A-41BC-A348-AD471D4CFE6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85240" y="5681917"/>
            <a:ext cx="11039741" cy="5873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400"/>
              </a:lnSpc>
              <a:buNone/>
              <a:defRPr sz="12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97972705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руктурная схема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Структурная схема (2)</a:t>
            </a:r>
          </a:p>
        </p:txBody>
      </p:sp>
      <p:sp>
        <p:nvSpPr>
          <p:cNvPr id="79" name="Текст 5"/>
          <p:cNvSpPr>
            <a:spLocks noGrp="1"/>
          </p:cNvSpPr>
          <p:nvPr>
            <p:ph type="body" sz="quarter" idx="13"/>
          </p:nvPr>
        </p:nvSpPr>
        <p:spPr>
          <a:xfrm>
            <a:off x="8146817" y="2163279"/>
            <a:ext cx="3498819" cy="126572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Clr>
                <a:srgbClr val="1E4BD2"/>
              </a:buClr>
              <a:buSzPct val="120000"/>
              <a:buFont typeface="Arial" panose="020B0604020202020204" pitchFamily="34" charset="0"/>
              <a:buChar char="•"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  <a:endParaRPr lang="en-US" dirty="0"/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>
          <a:xfrm>
            <a:off x="577836" y="3342081"/>
            <a:ext cx="3009852" cy="27733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1"/>
          </p:nvPr>
        </p:nvSpPr>
        <p:spPr>
          <a:xfrm>
            <a:off x="571486" y="3720206"/>
            <a:ext cx="3016202" cy="7422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endParaRPr lang="ru-RU" dirty="0"/>
          </a:p>
        </p:txBody>
      </p:sp>
      <p:sp>
        <p:nvSpPr>
          <p:cNvPr id="82" name="Текст 2"/>
          <p:cNvSpPr>
            <a:spLocks noGrp="1"/>
          </p:cNvSpPr>
          <p:nvPr>
            <p:ph type="body" sz="quarter" idx="16"/>
          </p:nvPr>
        </p:nvSpPr>
        <p:spPr>
          <a:xfrm>
            <a:off x="5426395" y="4462484"/>
            <a:ext cx="1831473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3" name="Текст 5"/>
          <p:cNvSpPr>
            <a:spLocks noGrp="1"/>
          </p:cNvSpPr>
          <p:nvPr>
            <p:ph type="body" sz="quarter" idx="17"/>
          </p:nvPr>
        </p:nvSpPr>
        <p:spPr>
          <a:xfrm>
            <a:off x="4997325" y="4865380"/>
            <a:ext cx="2260543" cy="86866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4" name="Текст 2"/>
          <p:cNvSpPr>
            <a:spLocks noGrp="1"/>
          </p:cNvSpPr>
          <p:nvPr>
            <p:ph type="body" sz="quarter" idx="24"/>
          </p:nvPr>
        </p:nvSpPr>
        <p:spPr>
          <a:xfrm>
            <a:off x="5426395" y="2157435"/>
            <a:ext cx="1831473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5" name="Текст 5"/>
          <p:cNvSpPr>
            <a:spLocks noGrp="1"/>
          </p:cNvSpPr>
          <p:nvPr>
            <p:ph type="body" sz="quarter" idx="25"/>
          </p:nvPr>
        </p:nvSpPr>
        <p:spPr>
          <a:xfrm>
            <a:off x="4997325" y="2560331"/>
            <a:ext cx="2260543" cy="86866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0" name="Текст 5"/>
          <p:cNvSpPr>
            <a:spLocks noGrp="1"/>
          </p:cNvSpPr>
          <p:nvPr>
            <p:ph type="body" sz="quarter" idx="26"/>
          </p:nvPr>
        </p:nvSpPr>
        <p:spPr>
          <a:xfrm>
            <a:off x="8172247" y="4462484"/>
            <a:ext cx="3498819" cy="126572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Clr>
                <a:srgbClr val="1E4BD2"/>
              </a:buClr>
              <a:buSzPct val="120000"/>
              <a:buFont typeface="Arial" panose="020B0604020202020204" pitchFamily="34" charset="0"/>
              <a:buChar char="•"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  <a:endParaRPr lang="en-US" dirty="0"/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1829FBE-BA79-4C38-8507-4F3D32298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493962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руктурная схема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Диаграмма </a:t>
            </a:r>
            <a:r>
              <a:rPr lang="ru-RU" dirty="0" err="1"/>
              <a:t>венна</a:t>
            </a:r>
            <a:endParaRPr lang="ru-RU" dirty="0"/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1829FBE-BA79-4C38-8507-4F3D32298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85" name="Frame 2147204059 — фон [Figma 9887:64130:background]">
            <a:extLst>
              <a:ext uri="{FF2B5EF4-FFF2-40B4-BE49-F238E27FC236}">
                <a16:creationId xmlns:a16="http://schemas.microsoft.com/office/drawing/2014/main" id="{143DCE75-69D1-49C0-9655-3C3E96531109}"/>
              </a:ext>
            </a:extLst>
          </p:cNvPr>
          <p:cNvSpPr/>
          <p:nvPr userDrawn="1"/>
        </p:nvSpPr>
        <p:spPr>
          <a:xfrm>
            <a:off x="380990" y="1377916"/>
            <a:ext cx="11429714" cy="4971926"/>
          </a:xfrm>
          <a:prstGeom prst="roundRect">
            <a:avLst>
              <a:gd name="adj" fmla="val 1916"/>
            </a:avLst>
          </a:prstGeom>
          <a:solidFill>
            <a:srgbClr val="EAEDF5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Ellipse [Figma 9887:64163]">
            <a:extLst>
              <a:ext uri="{FF2B5EF4-FFF2-40B4-BE49-F238E27FC236}">
                <a16:creationId xmlns:a16="http://schemas.microsoft.com/office/drawing/2014/main" id="{8BAFF639-14A8-4182-B81B-B969761EFE6A}"/>
              </a:ext>
            </a:extLst>
          </p:cNvPr>
          <p:cNvSpPr/>
          <p:nvPr userDrawn="1"/>
        </p:nvSpPr>
        <p:spPr>
          <a:xfrm>
            <a:off x="5435464" y="3765456"/>
            <a:ext cx="88898" cy="8889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Полилиния: фигура 95">
            <a:extLst>
              <a:ext uri="{FF2B5EF4-FFF2-40B4-BE49-F238E27FC236}">
                <a16:creationId xmlns:a16="http://schemas.microsoft.com/office/drawing/2014/main" id="{93D0BD2F-3D4A-4F81-BD25-D54D50B8384D}"/>
              </a:ext>
            </a:extLst>
          </p:cNvPr>
          <p:cNvSpPr/>
          <p:nvPr/>
        </p:nvSpPr>
        <p:spPr>
          <a:xfrm rot="1" flipV="1">
            <a:off x="6057749" y="5092573"/>
            <a:ext cx="88897" cy="88766"/>
          </a:xfrm>
          <a:custGeom>
            <a:avLst/>
            <a:gdLst>
              <a:gd name="connsiteX0" fmla="*/ 89762 w 88897"/>
              <a:gd name="connsiteY0" fmla="*/ 44383 h 88766"/>
              <a:gd name="connsiteX1" fmla="*/ 45313 w 88897"/>
              <a:gd name="connsiteY1" fmla="*/ 88766 h 88766"/>
              <a:gd name="connsiteX2" fmla="*/ 864 w 88897"/>
              <a:gd name="connsiteY2" fmla="*/ 44383 h 88766"/>
              <a:gd name="connsiteX3" fmla="*/ 45313 w 88897"/>
              <a:gd name="connsiteY3" fmla="*/ 0 h 88766"/>
              <a:gd name="connsiteX4" fmla="*/ 89762 w 88897"/>
              <a:gd name="connsiteY4" fmla="*/ 44383 h 88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897" h="88766">
                <a:moveTo>
                  <a:pt x="89762" y="44383"/>
                </a:moveTo>
                <a:cubicBezTo>
                  <a:pt x="89762" y="68895"/>
                  <a:pt x="69861" y="88766"/>
                  <a:pt x="45313" y="88766"/>
                </a:cubicBezTo>
                <a:cubicBezTo>
                  <a:pt x="20764" y="88766"/>
                  <a:pt x="864" y="68895"/>
                  <a:pt x="864" y="44383"/>
                </a:cubicBezTo>
                <a:cubicBezTo>
                  <a:pt x="864" y="19871"/>
                  <a:pt x="20764" y="0"/>
                  <a:pt x="45313" y="0"/>
                </a:cubicBezTo>
                <a:cubicBezTo>
                  <a:pt x="69861" y="0"/>
                  <a:pt x="89762" y="19871"/>
                  <a:pt x="89762" y="44383"/>
                </a:cubicBezTo>
                <a:close/>
              </a:path>
            </a:pathLst>
          </a:custGeom>
          <a:solidFill>
            <a:srgbClr val="FFFFFF"/>
          </a:solidFill>
          <a:ln w="634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97" name="Ellipse [Figma 9887:64170]">
            <a:extLst>
              <a:ext uri="{FF2B5EF4-FFF2-40B4-BE49-F238E27FC236}">
                <a16:creationId xmlns:a16="http://schemas.microsoft.com/office/drawing/2014/main" id="{146E4B24-0F4D-43DA-A95F-0B7988E70471}"/>
              </a:ext>
            </a:extLst>
          </p:cNvPr>
          <p:cNvSpPr/>
          <p:nvPr userDrawn="1"/>
        </p:nvSpPr>
        <p:spPr>
          <a:xfrm>
            <a:off x="2597085" y="3867053"/>
            <a:ext cx="50799" cy="5079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Текст 2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761982" y="1719897"/>
            <a:ext cx="2630668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</a:t>
            </a:r>
          </a:p>
        </p:txBody>
      </p:sp>
      <p:sp>
        <p:nvSpPr>
          <p:cNvPr id="83" name="Текст 5"/>
          <p:cNvSpPr>
            <a:spLocks noGrp="1"/>
          </p:cNvSpPr>
          <p:nvPr userDrawn="1">
            <p:ph type="body" sz="quarter" idx="17"/>
          </p:nvPr>
        </p:nvSpPr>
        <p:spPr>
          <a:xfrm>
            <a:off x="747448" y="2047876"/>
            <a:ext cx="2630668" cy="54525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4" name="Текст 2">
            <a:extLst>
              <a:ext uri="{FF2B5EF4-FFF2-40B4-BE49-F238E27FC236}">
                <a16:creationId xmlns:a16="http://schemas.microsoft.com/office/drawing/2014/main" id="{03B73AE0-BB68-4609-A6C7-CB4B4660A45E}"/>
              </a:ext>
            </a:extLst>
          </p:cNvPr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5159962" y="2403281"/>
            <a:ext cx="1877396" cy="24618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ts val="192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</a:t>
            </a:r>
          </a:p>
        </p:txBody>
      </p:sp>
      <p:sp>
        <p:nvSpPr>
          <p:cNvPr id="105" name="Текст 5">
            <a:extLst>
              <a:ext uri="{FF2B5EF4-FFF2-40B4-BE49-F238E27FC236}">
                <a16:creationId xmlns:a16="http://schemas.microsoft.com/office/drawing/2014/main" id="{8DDEC0A7-16B8-481A-B5E5-924BB89A5DB7}"/>
              </a:ext>
            </a:extLst>
          </p:cNvPr>
          <p:cNvSpPr>
            <a:spLocks noGrp="1"/>
          </p:cNvSpPr>
          <p:nvPr userDrawn="1">
            <p:ph type="body" sz="quarter" idx="29"/>
          </p:nvPr>
        </p:nvSpPr>
        <p:spPr>
          <a:xfrm>
            <a:off x="5145428" y="2731260"/>
            <a:ext cx="1877396" cy="545252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6" name="Текст 2">
            <a:extLst>
              <a:ext uri="{FF2B5EF4-FFF2-40B4-BE49-F238E27FC236}">
                <a16:creationId xmlns:a16="http://schemas.microsoft.com/office/drawing/2014/main" id="{D78EA89E-087E-4492-B2BF-A350C015A0DE}"/>
              </a:ext>
            </a:extLst>
          </p:cNvPr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4029605" y="4409771"/>
            <a:ext cx="1877396" cy="24618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ts val="192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</a:t>
            </a:r>
          </a:p>
        </p:txBody>
      </p:sp>
      <p:sp>
        <p:nvSpPr>
          <p:cNvPr id="107" name="Текст 5">
            <a:extLst>
              <a:ext uri="{FF2B5EF4-FFF2-40B4-BE49-F238E27FC236}">
                <a16:creationId xmlns:a16="http://schemas.microsoft.com/office/drawing/2014/main" id="{E1666147-F70F-41A7-B7BE-97BABCBBC3EA}"/>
              </a:ext>
            </a:extLst>
          </p:cNvPr>
          <p:cNvSpPr>
            <a:spLocks noGrp="1"/>
          </p:cNvSpPr>
          <p:nvPr userDrawn="1">
            <p:ph type="body" sz="quarter" idx="31"/>
          </p:nvPr>
        </p:nvSpPr>
        <p:spPr>
          <a:xfrm>
            <a:off x="4015071" y="4737750"/>
            <a:ext cx="1877396" cy="545252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8" name="Текст 2">
            <a:extLst>
              <a:ext uri="{FF2B5EF4-FFF2-40B4-BE49-F238E27FC236}">
                <a16:creationId xmlns:a16="http://schemas.microsoft.com/office/drawing/2014/main" id="{CB7AC794-6B16-4835-98FC-2BB3388274C1}"/>
              </a:ext>
            </a:extLst>
          </p:cNvPr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6397204" y="4387618"/>
            <a:ext cx="1877396" cy="24618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ts val="192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</a:t>
            </a:r>
          </a:p>
        </p:txBody>
      </p:sp>
      <p:sp>
        <p:nvSpPr>
          <p:cNvPr id="109" name="Текст 5">
            <a:extLst>
              <a:ext uri="{FF2B5EF4-FFF2-40B4-BE49-F238E27FC236}">
                <a16:creationId xmlns:a16="http://schemas.microsoft.com/office/drawing/2014/main" id="{4F655215-8C2B-45EC-8E34-B7B22609727B}"/>
              </a:ext>
            </a:extLst>
          </p:cNvPr>
          <p:cNvSpPr>
            <a:spLocks noGrp="1"/>
          </p:cNvSpPr>
          <p:nvPr userDrawn="1">
            <p:ph type="body" sz="quarter" idx="33"/>
          </p:nvPr>
        </p:nvSpPr>
        <p:spPr>
          <a:xfrm>
            <a:off x="6382670" y="4715597"/>
            <a:ext cx="1877396" cy="545252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0" name="Текст 2">
            <a:extLst>
              <a:ext uri="{FF2B5EF4-FFF2-40B4-BE49-F238E27FC236}">
                <a16:creationId xmlns:a16="http://schemas.microsoft.com/office/drawing/2014/main" id="{8FEB028D-EA92-4653-8D7A-C0F8FD68507E}"/>
              </a:ext>
            </a:extLst>
          </p:cNvPr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748470" y="5086059"/>
            <a:ext cx="2644179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</a:t>
            </a:r>
          </a:p>
        </p:txBody>
      </p:sp>
      <p:sp>
        <p:nvSpPr>
          <p:cNvPr id="111" name="Текст 5">
            <a:extLst>
              <a:ext uri="{FF2B5EF4-FFF2-40B4-BE49-F238E27FC236}">
                <a16:creationId xmlns:a16="http://schemas.microsoft.com/office/drawing/2014/main" id="{BE1D1178-0E40-47F7-B374-13D7CCAE0495}"/>
              </a:ext>
            </a:extLst>
          </p:cNvPr>
          <p:cNvSpPr>
            <a:spLocks noGrp="1"/>
          </p:cNvSpPr>
          <p:nvPr userDrawn="1">
            <p:ph type="body" sz="quarter" idx="35"/>
          </p:nvPr>
        </p:nvSpPr>
        <p:spPr>
          <a:xfrm>
            <a:off x="733936" y="5414038"/>
            <a:ext cx="2644179" cy="54525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2" name="Текст 2">
            <a:extLst>
              <a:ext uri="{FF2B5EF4-FFF2-40B4-BE49-F238E27FC236}">
                <a16:creationId xmlns:a16="http://schemas.microsoft.com/office/drawing/2014/main" id="{5D31FD95-6142-4B01-A620-A1787AA00490}"/>
              </a:ext>
            </a:extLst>
          </p:cNvPr>
          <p:cNvSpPr>
            <a:spLocks noGrp="1"/>
          </p:cNvSpPr>
          <p:nvPr userDrawn="1">
            <p:ph type="body" sz="quarter" idx="36" hasCustomPrompt="1"/>
          </p:nvPr>
        </p:nvSpPr>
        <p:spPr>
          <a:xfrm>
            <a:off x="8894582" y="1728516"/>
            <a:ext cx="2630668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</a:t>
            </a:r>
          </a:p>
        </p:txBody>
      </p:sp>
      <p:sp>
        <p:nvSpPr>
          <p:cNvPr id="113" name="Текст 5">
            <a:extLst>
              <a:ext uri="{FF2B5EF4-FFF2-40B4-BE49-F238E27FC236}">
                <a16:creationId xmlns:a16="http://schemas.microsoft.com/office/drawing/2014/main" id="{9BE718C1-ECA5-4944-99B1-9FC9A53AB16C}"/>
              </a:ext>
            </a:extLst>
          </p:cNvPr>
          <p:cNvSpPr>
            <a:spLocks noGrp="1"/>
          </p:cNvSpPr>
          <p:nvPr userDrawn="1">
            <p:ph type="body" sz="quarter" idx="37"/>
          </p:nvPr>
        </p:nvSpPr>
        <p:spPr>
          <a:xfrm>
            <a:off x="8880048" y="2056495"/>
            <a:ext cx="2630668" cy="54525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4" name="Текст 2">
            <a:extLst>
              <a:ext uri="{FF2B5EF4-FFF2-40B4-BE49-F238E27FC236}">
                <a16:creationId xmlns:a16="http://schemas.microsoft.com/office/drawing/2014/main" id="{2D8FAA86-E294-4726-A8A0-71DB7A4E1A27}"/>
              </a:ext>
            </a:extLst>
          </p:cNvPr>
          <p:cNvSpPr>
            <a:spLocks noGrp="1"/>
          </p:cNvSpPr>
          <p:nvPr userDrawn="1">
            <p:ph type="body" sz="quarter" idx="38" hasCustomPrompt="1"/>
          </p:nvPr>
        </p:nvSpPr>
        <p:spPr>
          <a:xfrm>
            <a:off x="8905276" y="3268654"/>
            <a:ext cx="851751" cy="8556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200" spc="-6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115" name="Текст 5">
            <a:extLst>
              <a:ext uri="{FF2B5EF4-FFF2-40B4-BE49-F238E27FC236}">
                <a16:creationId xmlns:a16="http://schemas.microsoft.com/office/drawing/2014/main" id="{A66286F5-5C88-4E32-A361-9E3EB4961E2F}"/>
              </a:ext>
            </a:extLst>
          </p:cNvPr>
          <p:cNvSpPr>
            <a:spLocks noGrp="1"/>
          </p:cNvSpPr>
          <p:nvPr userDrawn="1">
            <p:ph type="body" sz="quarter" idx="39"/>
          </p:nvPr>
        </p:nvSpPr>
        <p:spPr>
          <a:xfrm>
            <a:off x="8901127" y="4208791"/>
            <a:ext cx="2554273" cy="7791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43320353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зырьковая 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Пузырьковая диаграмма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1829FBE-BA79-4C38-8507-4F3D32298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pic>
        <p:nvPicPr>
          <p:cNvPr id="59" name="Frame 2147204091 [Figma 9887:63783]" descr="Frame 2147204091. прозрачность группы">
            <a:extLst>
              <a:ext uri="{FF2B5EF4-FFF2-40B4-BE49-F238E27FC236}">
                <a16:creationId xmlns:a16="http://schemas.microsoft.com/office/drawing/2014/main" id="{0ADA4248-ACD7-4CD6-92F0-5C35EDA8A79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18106" y="2849987"/>
            <a:ext cx="3174921" cy="3174921"/>
          </a:xfrm>
          <a:prstGeom prst="rect">
            <a:avLst/>
          </a:prstGeom>
        </p:spPr>
      </p:pic>
      <p:sp>
        <p:nvSpPr>
          <p:cNvPr id="82" name="Текст 5">
            <a:extLst>
              <a:ext uri="{FF2B5EF4-FFF2-40B4-BE49-F238E27FC236}">
                <a16:creationId xmlns:a16="http://schemas.microsoft.com/office/drawing/2014/main" id="{6ACF8E65-60E6-4072-AC11-96224D1DF4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50055" y="2373566"/>
            <a:ext cx="5270154" cy="383502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Clr>
                <a:srgbClr val="1E4BD2"/>
              </a:buClr>
              <a:buSzPct val="120000"/>
              <a:buFont typeface="Arial" panose="020B0604020202020204" pitchFamily="34" charset="0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3" name="Текст 2">
            <a:extLst>
              <a:ext uri="{FF2B5EF4-FFF2-40B4-BE49-F238E27FC236}">
                <a16:creationId xmlns:a16="http://schemas.microsoft.com/office/drawing/2014/main" id="{B889F4C0-0613-4921-A3EE-6BAE39976B6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908627" y="1541657"/>
            <a:ext cx="4759498" cy="44673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</a:t>
            </a:r>
          </a:p>
        </p:txBody>
      </p:sp>
      <p:sp>
        <p:nvSpPr>
          <p:cNvPr id="84" name="Текст 2">
            <a:extLst>
              <a:ext uri="{FF2B5EF4-FFF2-40B4-BE49-F238E27FC236}">
                <a16:creationId xmlns:a16="http://schemas.microsoft.com/office/drawing/2014/main" id="{2B1640A0-36E4-4A57-8BA5-C3F775C9B4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97502" y="1528995"/>
            <a:ext cx="5115364" cy="44673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 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0C95A4DB-9C1C-4735-8353-D20AAD7EAE8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83864" y="2209251"/>
            <a:ext cx="631031" cy="1409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D9D2DBBC-C9C8-4C44-A052-7A4EAF2DB95B}"/>
              </a:ext>
            </a:extLst>
          </p:cNvPr>
          <p:cNvSpPr/>
          <p:nvPr userDrawn="1"/>
        </p:nvSpPr>
        <p:spPr>
          <a:xfrm>
            <a:off x="571486" y="2209251"/>
            <a:ext cx="144000" cy="144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85" name="Текст 8">
            <a:extLst>
              <a:ext uri="{FF2B5EF4-FFF2-40B4-BE49-F238E27FC236}">
                <a16:creationId xmlns:a16="http://schemas.microsoft.com/office/drawing/2014/main" id="{E6AB38F0-EF0B-401F-ABC9-F2F9C7E50A9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702294" y="2209251"/>
            <a:ext cx="631031" cy="1409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86" name="Овал 85">
            <a:extLst>
              <a:ext uri="{FF2B5EF4-FFF2-40B4-BE49-F238E27FC236}">
                <a16:creationId xmlns:a16="http://schemas.microsoft.com/office/drawing/2014/main" id="{51D16754-5BD9-4C0C-9F4A-62536C81273E}"/>
              </a:ext>
            </a:extLst>
          </p:cNvPr>
          <p:cNvSpPr/>
          <p:nvPr userDrawn="1"/>
        </p:nvSpPr>
        <p:spPr>
          <a:xfrm>
            <a:off x="1489916" y="2209251"/>
            <a:ext cx="144000" cy="14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89" name="Текст 8">
            <a:extLst>
              <a:ext uri="{FF2B5EF4-FFF2-40B4-BE49-F238E27FC236}">
                <a16:creationId xmlns:a16="http://schemas.microsoft.com/office/drawing/2014/main" id="{442564AD-16C4-452D-823E-6B93D7EE972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621401" y="2209251"/>
            <a:ext cx="631031" cy="1409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90" name="Овал 89">
            <a:extLst>
              <a:ext uri="{FF2B5EF4-FFF2-40B4-BE49-F238E27FC236}">
                <a16:creationId xmlns:a16="http://schemas.microsoft.com/office/drawing/2014/main" id="{CEC48FC3-74EA-4389-BDF3-45E492411916}"/>
              </a:ext>
            </a:extLst>
          </p:cNvPr>
          <p:cNvSpPr/>
          <p:nvPr userDrawn="1"/>
        </p:nvSpPr>
        <p:spPr>
          <a:xfrm>
            <a:off x="2409023" y="2209251"/>
            <a:ext cx="144000" cy="14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91" name="Текст 8">
            <a:extLst>
              <a:ext uri="{FF2B5EF4-FFF2-40B4-BE49-F238E27FC236}">
                <a16:creationId xmlns:a16="http://schemas.microsoft.com/office/drawing/2014/main" id="{72B0736C-1442-4FCD-AC17-463B3C0B703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543218" y="2209251"/>
            <a:ext cx="631031" cy="1409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92" name="Овал 91">
            <a:extLst>
              <a:ext uri="{FF2B5EF4-FFF2-40B4-BE49-F238E27FC236}">
                <a16:creationId xmlns:a16="http://schemas.microsoft.com/office/drawing/2014/main" id="{BCF6C106-3D9C-4508-8A11-5D2ED900ED1A}"/>
              </a:ext>
            </a:extLst>
          </p:cNvPr>
          <p:cNvSpPr/>
          <p:nvPr userDrawn="1"/>
        </p:nvSpPr>
        <p:spPr>
          <a:xfrm>
            <a:off x="3330840" y="2209251"/>
            <a:ext cx="144000" cy="144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93" name="Текст 8">
            <a:extLst>
              <a:ext uri="{FF2B5EF4-FFF2-40B4-BE49-F238E27FC236}">
                <a16:creationId xmlns:a16="http://schemas.microsoft.com/office/drawing/2014/main" id="{FC3E76E5-8845-485D-94D7-02094D49405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83864" y="2438728"/>
            <a:ext cx="631031" cy="1409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94" name="Овал 93">
            <a:extLst>
              <a:ext uri="{FF2B5EF4-FFF2-40B4-BE49-F238E27FC236}">
                <a16:creationId xmlns:a16="http://schemas.microsoft.com/office/drawing/2014/main" id="{F0F6FB23-943B-4232-A8E4-24A27654B752}"/>
              </a:ext>
            </a:extLst>
          </p:cNvPr>
          <p:cNvSpPr/>
          <p:nvPr userDrawn="1"/>
        </p:nvSpPr>
        <p:spPr>
          <a:xfrm>
            <a:off x="571486" y="2438728"/>
            <a:ext cx="144000" cy="144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95" name="Текст 8">
            <a:extLst>
              <a:ext uri="{FF2B5EF4-FFF2-40B4-BE49-F238E27FC236}">
                <a16:creationId xmlns:a16="http://schemas.microsoft.com/office/drawing/2014/main" id="{2AE5C641-8419-4610-8E55-9B193413F35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702294" y="2438728"/>
            <a:ext cx="631031" cy="1409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96" name="Овал 95">
            <a:extLst>
              <a:ext uri="{FF2B5EF4-FFF2-40B4-BE49-F238E27FC236}">
                <a16:creationId xmlns:a16="http://schemas.microsoft.com/office/drawing/2014/main" id="{0797E723-6244-483C-B1A2-06FE503C9B5E}"/>
              </a:ext>
            </a:extLst>
          </p:cNvPr>
          <p:cNvSpPr/>
          <p:nvPr userDrawn="1"/>
        </p:nvSpPr>
        <p:spPr>
          <a:xfrm>
            <a:off x="1489916" y="2438728"/>
            <a:ext cx="144000" cy="14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97" name="Текст 8">
            <a:extLst>
              <a:ext uri="{FF2B5EF4-FFF2-40B4-BE49-F238E27FC236}">
                <a16:creationId xmlns:a16="http://schemas.microsoft.com/office/drawing/2014/main" id="{F5BBB98B-B9A7-4357-A750-960A6C5D755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621401" y="2438728"/>
            <a:ext cx="631031" cy="1409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04" name="Овал 103">
            <a:extLst>
              <a:ext uri="{FF2B5EF4-FFF2-40B4-BE49-F238E27FC236}">
                <a16:creationId xmlns:a16="http://schemas.microsoft.com/office/drawing/2014/main" id="{77FC2925-B01A-4587-9F22-79BE6468D157}"/>
              </a:ext>
            </a:extLst>
          </p:cNvPr>
          <p:cNvSpPr/>
          <p:nvPr userDrawn="1"/>
        </p:nvSpPr>
        <p:spPr>
          <a:xfrm>
            <a:off x="2409023" y="2438728"/>
            <a:ext cx="144000" cy="14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105" name="Текст 8">
            <a:extLst>
              <a:ext uri="{FF2B5EF4-FFF2-40B4-BE49-F238E27FC236}">
                <a16:creationId xmlns:a16="http://schemas.microsoft.com/office/drawing/2014/main" id="{1B9FFA4A-F4A3-4C2F-9D13-6A85776473A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543218" y="2438728"/>
            <a:ext cx="631031" cy="1409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06" name="Овал 105">
            <a:extLst>
              <a:ext uri="{FF2B5EF4-FFF2-40B4-BE49-F238E27FC236}">
                <a16:creationId xmlns:a16="http://schemas.microsoft.com/office/drawing/2014/main" id="{D1269040-F0F2-46E2-9430-296934C558D7}"/>
              </a:ext>
            </a:extLst>
          </p:cNvPr>
          <p:cNvSpPr/>
          <p:nvPr userDrawn="1"/>
        </p:nvSpPr>
        <p:spPr>
          <a:xfrm>
            <a:off x="3330840" y="2438728"/>
            <a:ext cx="144000" cy="144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107" name="Текст 8">
            <a:extLst>
              <a:ext uri="{FF2B5EF4-FFF2-40B4-BE49-F238E27FC236}">
                <a16:creationId xmlns:a16="http://schemas.microsoft.com/office/drawing/2014/main" id="{925EF63B-8D13-45B5-8B1D-F6647CAA5D3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920023" y="2838493"/>
            <a:ext cx="914744" cy="26095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строчки</a:t>
            </a:r>
          </a:p>
        </p:txBody>
      </p:sp>
      <p:sp>
        <p:nvSpPr>
          <p:cNvPr id="109" name="Текст 8">
            <a:extLst>
              <a:ext uri="{FF2B5EF4-FFF2-40B4-BE49-F238E27FC236}">
                <a16:creationId xmlns:a16="http://schemas.microsoft.com/office/drawing/2014/main" id="{0766D8B1-AFF9-4237-98B2-2485AEDF008B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938333" y="3353338"/>
            <a:ext cx="914744" cy="13924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10" name="Текст 8">
            <a:extLst>
              <a:ext uri="{FF2B5EF4-FFF2-40B4-BE49-F238E27FC236}">
                <a16:creationId xmlns:a16="http://schemas.microsoft.com/office/drawing/2014/main" id="{0B11F69F-3029-4579-942A-AAF5B28D8CA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938333" y="4378997"/>
            <a:ext cx="914744" cy="13924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11" name="Текст 8">
            <a:extLst>
              <a:ext uri="{FF2B5EF4-FFF2-40B4-BE49-F238E27FC236}">
                <a16:creationId xmlns:a16="http://schemas.microsoft.com/office/drawing/2014/main" id="{801E9BAE-07B9-4799-B15C-5CEB5C44B2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938333" y="5425012"/>
            <a:ext cx="914744" cy="13924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12" name="Текст 8">
            <a:extLst>
              <a:ext uri="{FF2B5EF4-FFF2-40B4-BE49-F238E27FC236}">
                <a16:creationId xmlns:a16="http://schemas.microsoft.com/office/drawing/2014/main" id="{19D5D318-45BD-4ADA-9F42-EE3891D6293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60180" y="6094234"/>
            <a:ext cx="792843" cy="13924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960"/>
              </a:lnSpc>
              <a:buNone/>
              <a:defRPr sz="8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13" name="Текст 8">
            <a:extLst>
              <a:ext uri="{FF2B5EF4-FFF2-40B4-BE49-F238E27FC236}">
                <a16:creationId xmlns:a16="http://schemas.microsoft.com/office/drawing/2014/main" id="{2C7B6D5E-E98F-4077-9C51-728DC45BE47E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809144" y="6117944"/>
            <a:ext cx="792843" cy="13924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960"/>
              </a:lnSpc>
              <a:buNone/>
              <a:defRPr sz="8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14" name="Текст 8">
            <a:extLst>
              <a:ext uri="{FF2B5EF4-FFF2-40B4-BE49-F238E27FC236}">
                <a16:creationId xmlns:a16="http://schemas.microsoft.com/office/drawing/2014/main" id="{58AF2E7C-6B83-4176-BFFB-2F9836687AD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858108" y="6117944"/>
            <a:ext cx="792843" cy="13924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960"/>
              </a:lnSpc>
              <a:buNone/>
              <a:defRPr sz="8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15" name="Текст 8">
            <a:extLst>
              <a:ext uri="{FF2B5EF4-FFF2-40B4-BE49-F238E27FC236}">
                <a16:creationId xmlns:a16="http://schemas.microsoft.com/office/drawing/2014/main" id="{7A2681FD-8DB0-4854-B312-D1916D616FDE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71485" y="5947633"/>
            <a:ext cx="932574" cy="26095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строчки</a:t>
            </a:r>
          </a:p>
        </p:txBody>
      </p:sp>
      <p:sp>
        <p:nvSpPr>
          <p:cNvPr id="118" name="Текст 8">
            <a:extLst>
              <a:ext uri="{FF2B5EF4-FFF2-40B4-BE49-F238E27FC236}">
                <a16:creationId xmlns:a16="http://schemas.microsoft.com/office/drawing/2014/main" id="{21C6D5A7-A41F-4965-B92F-63E66B2E322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391754" y="3048001"/>
            <a:ext cx="345390" cy="30533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buNone/>
              <a:defRPr sz="1400" kern="400" spc="-1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121" name="Текст 8">
            <a:extLst>
              <a:ext uri="{FF2B5EF4-FFF2-40B4-BE49-F238E27FC236}">
                <a16:creationId xmlns:a16="http://schemas.microsoft.com/office/drawing/2014/main" id="{2157C86C-AE77-4D15-AEA1-5C2652060B31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784796" y="4024398"/>
            <a:ext cx="345390" cy="30533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buNone/>
              <a:defRPr sz="1400" kern="400" spc="-1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122" name="Текст 8">
            <a:extLst>
              <a:ext uri="{FF2B5EF4-FFF2-40B4-BE49-F238E27FC236}">
                <a16:creationId xmlns:a16="http://schemas.microsoft.com/office/drawing/2014/main" id="{2B468D17-1AC4-40BE-9EB1-B326D9385B2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629065" y="3621221"/>
            <a:ext cx="345390" cy="30533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buNone/>
              <a:defRPr sz="1400" kern="400" spc="-1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123" name="Текст 8">
            <a:extLst>
              <a:ext uri="{FF2B5EF4-FFF2-40B4-BE49-F238E27FC236}">
                <a16:creationId xmlns:a16="http://schemas.microsoft.com/office/drawing/2014/main" id="{45E5E3DC-BFFF-4BB0-8AF5-42F7C809745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4274703" y="3806509"/>
            <a:ext cx="345390" cy="30533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buNone/>
              <a:defRPr sz="1400" kern="400" spc="-1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124" name="Текст 8">
            <a:extLst>
              <a:ext uri="{FF2B5EF4-FFF2-40B4-BE49-F238E27FC236}">
                <a16:creationId xmlns:a16="http://schemas.microsoft.com/office/drawing/2014/main" id="{1839F083-B673-4BF4-B8A5-6B6CA933972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205565" y="5411592"/>
            <a:ext cx="345390" cy="30533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buNone/>
              <a:defRPr sz="1400" kern="400" spc="-1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125" name="Текст 8">
            <a:extLst>
              <a:ext uri="{FF2B5EF4-FFF2-40B4-BE49-F238E27FC236}">
                <a16:creationId xmlns:a16="http://schemas.microsoft.com/office/drawing/2014/main" id="{C388E098-50DA-41C3-9D6C-EEBD4B139CA5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566871" y="4995658"/>
            <a:ext cx="248641" cy="2008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buNone/>
              <a:defRPr sz="1400" kern="400" spc="-1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126" name="Текст 8">
            <a:extLst>
              <a:ext uri="{FF2B5EF4-FFF2-40B4-BE49-F238E27FC236}">
                <a16:creationId xmlns:a16="http://schemas.microsoft.com/office/drawing/2014/main" id="{A8D43105-6F24-458D-BA40-4304BC86DFF4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208199" y="4392849"/>
            <a:ext cx="218112" cy="20758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buNone/>
              <a:defRPr sz="1400" kern="400" spc="-1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980459393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Диаграммы и карточ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2 Диаграммы и карточка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1829FBE-BA79-4C38-8507-4F3D32298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5" name="Текст 4">
            <a:extLst>
              <a:ext uri="{FF2B5EF4-FFF2-40B4-BE49-F238E27FC236}">
                <a16:creationId xmlns:a16="http://schemas.microsoft.com/office/drawing/2014/main" id="{29A9E8E6-08ED-4159-872F-C655C7080CD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86762" y="1578497"/>
            <a:ext cx="4748888" cy="37412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раздела</a:t>
            </a:r>
          </a:p>
        </p:txBody>
      </p:sp>
      <p:sp>
        <p:nvSpPr>
          <p:cNvPr id="63" name="Текст 4">
            <a:extLst>
              <a:ext uri="{FF2B5EF4-FFF2-40B4-BE49-F238E27FC236}">
                <a16:creationId xmlns:a16="http://schemas.microsoft.com/office/drawing/2014/main" id="{6F184D21-8E1D-47E9-8716-D2D68C1C692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861943" y="1578497"/>
            <a:ext cx="4748888" cy="37412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</a:t>
            </a:r>
            <a:r>
              <a:rPr lang="ru-RU" dirty="0" err="1"/>
              <a:t>разздела</a:t>
            </a:r>
            <a:endParaRPr lang="ru-RU" dirty="0"/>
          </a:p>
        </p:txBody>
      </p:sp>
      <p:sp>
        <p:nvSpPr>
          <p:cNvPr id="65" name="Текст 4">
            <a:extLst>
              <a:ext uri="{FF2B5EF4-FFF2-40B4-BE49-F238E27FC236}">
                <a16:creationId xmlns:a16="http://schemas.microsoft.com/office/drawing/2014/main" id="{B4FF79CC-6C81-4E3D-9CBB-B4FD5652107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95328" y="5212012"/>
            <a:ext cx="2484142" cy="37412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800"/>
              </a:lnSpc>
              <a:buNone/>
              <a:defRPr sz="18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раздела</a:t>
            </a:r>
          </a:p>
        </p:txBody>
      </p:sp>
      <p:sp>
        <p:nvSpPr>
          <p:cNvPr id="70" name="Текст 4">
            <a:extLst>
              <a:ext uri="{FF2B5EF4-FFF2-40B4-BE49-F238E27FC236}">
                <a16:creationId xmlns:a16="http://schemas.microsoft.com/office/drawing/2014/main" id="{9AE42752-DC29-479D-A8FD-DB669126503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71485" y="5669292"/>
            <a:ext cx="7591439" cy="49249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ts val="16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02135017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Кольцевая 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77501"/>
            <a:ext cx="9154800" cy="495624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>
                <a:effectLst/>
              </a:rPr>
              <a:t>пузырьковая диаграмма</a:t>
            </a:r>
            <a:endParaRPr lang="ru-RU" dirty="0"/>
          </a:p>
        </p:txBody>
      </p:sp>
      <p:sp>
        <p:nvSpPr>
          <p:cNvPr id="16" name="Номер слайда 4">
            <a:extLst>
              <a:ext uri="{FF2B5EF4-FFF2-40B4-BE49-F238E27FC236}">
                <a16:creationId xmlns:a16="http://schemas.microsoft.com/office/drawing/2014/main" id="{15898042-DD2A-4A1C-8E4F-A38FFDF3D34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4FA5F9-3777-43AA-8E5A-9BAC1BCBECEA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5FB2A88-F839-4508-B107-B1B544FE62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70" name="Текст 69">
            <a:extLst>
              <a:ext uri="{FF2B5EF4-FFF2-40B4-BE49-F238E27FC236}">
                <a16:creationId xmlns:a16="http://schemas.microsoft.com/office/drawing/2014/main" id="{4D912E6B-7E22-4ECD-9C47-79265761794C}"/>
              </a:ext>
            </a:extLst>
          </p:cNvPr>
          <p:cNvSpPr>
            <a:spLocks noGrp="1"/>
          </p:cNvSpPr>
          <p:nvPr userDrawn="1">
            <p:ph type="body" sz="quarter" idx="22"/>
          </p:nvPr>
        </p:nvSpPr>
        <p:spPr>
          <a:xfrm>
            <a:off x="6908800" y="1532847"/>
            <a:ext cx="4677410" cy="51053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69">
            <a:extLst>
              <a:ext uri="{FF2B5EF4-FFF2-40B4-BE49-F238E27FC236}">
                <a16:creationId xmlns:a16="http://schemas.microsoft.com/office/drawing/2014/main" id="{0FC53DB5-60B5-4385-92AF-A6DC80E3134A}"/>
              </a:ext>
            </a:extLst>
          </p:cNvPr>
          <p:cNvSpPr>
            <a:spLocks noGrp="1"/>
          </p:cNvSpPr>
          <p:nvPr userDrawn="1">
            <p:ph type="body" sz="quarter" idx="23"/>
          </p:nvPr>
        </p:nvSpPr>
        <p:spPr>
          <a:xfrm>
            <a:off x="6908800" y="2416885"/>
            <a:ext cx="4677410" cy="3358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69">
            <a:extLst>
              <a:ext uri="{FF2B5EF4-FFF2-40B4-BE49-F238E27FC236}">
                <a16:creationId xmlns:a16="http://schemas.microsoft.com/office/drawing/2014/main" id="{96436BF2-CDF4-4603-A5EC-AB171A47DB1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7841" y="5586587"/>
            <a:ext cx="3726213" cy="594849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ts val="14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69">
            <a:extLst>
              <a:ext uri="{FF2B5EF4-FFF2-40B4-BE49-F238E27FC236}">
                <a16:creationId xmlns:a16="http://schemas.microsoft.com/office/drawing/2014/main" id="{66CF7010-0B08-467F-954C-FFD2044995F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413340" y="5102097"/>
            <a:ext cx="5172870" cy="1054709"/>
          </a:xfrm>
          <a:prstGeom prst="rect">
            <a:avLst/>
          </a:prstGeom>
        </p:spPr>
        <p:txBody>
          <a:bodyPr lIns="0" tIns="0" rIns="0" bIns="0" anchor="t" anchorCtr="0"/>
          <a:lstStyle>
            <a:lvl1pPr marL="179388" indent="-179388">
              <a:lnSpc>
                <a:spcPts val="1400"/>
              </a:lnSpc>
              <a:buClr>
                <a:srgbClr val="1E4BD2"/>
              </a:buClr>
              <a:buSzPct val="120000"/>
              <a:buFont typeface="VTB Group Light" panose="020B0403040504020204" pitchFamily="34" charset="-52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  <a:endParaRPr lang="en-US" dirty="0"/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69">
            <a:extLst>
              <a:ext uri="{FF2B5EF4-FFF2-40B4-BE49-F238E27FC236}">
                <a16:creationId xmlns:a16="http://schemas.microsoft.com/office/drawing/2014/main" id="{5E4C52A8-B90A-4B1E-A457-C3C6E098170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168372" y="1532847"/>
            <a:ext cx="4677410" cy="51053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69">
            <a:extLst>
              <a:ext uri="{FF2B5EF4-FFF2-40B4-BE49-F238E27FC236}">
                <a16:creationId xmlns:a16="http://schemas.microsoft.com/office/drawing/2014/main" id="{294D9EAF-D4F1-418B-A9CF-6858DB3CB6D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908800" y="3409396"/>
            <a:ext cx="4677410" cy="3358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7686185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Лепестковая 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Текст 69">
            <a:extLst>
              <a:ext uri="{FF2B5EF4-FFF2-40B4-BE49-F238E27FC236}">
                <a16:creationId xmlns:a16="http://schemas.microsoft.com/office/drawing/2014/main" id="{D49FA5EF-39E6-42FD-A94A-CADD778324B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71486" y="5014253"/>
            <a:ext cx="4082948" cy="38607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0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7" name="Текст 69">
            <a:extLst>
              <a:ext uri="{FF2B5EF4-FFF2-40B4-BE49-F238E27FC236}">
                <a16:creationId xmlns:a16="http://schemas.microsoft.com/office/drawing/2014/main" id="{1AF8A0D3-09D2-4F66-954C-A53CBF804B4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71486" y="5527315"/>
            <a:ext cx="4082948" cy="813175"/>
          </a:xfrm>
          <a:prstGeom prst="rect">
            <a:avLst/>
          </a:prstGeom>
        </p:spPr>
        <p:txBody>
          <a:bodyPr lIns="0" tIns="0" rIns="0" bIns="0" anchor="t" anchorCtr="0"/>
          <a:lstStyle>
            <a:lvl1pPr marL="179388" indent="-179388">
              <a:lnSpc>
                <a:spcPts val="1400"/>
              </a:lnSpc>
              <a:buClr>
                <a:srgbClr val="1E4BD2"/>
              </a:buClr>
              <a:buSzPct val="120000"/>
              <a:buFont typeface="VTB Group Light" panose="020B0403040504020204" pitchFamily="34" charset="-52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  <a:endParaRPr lang="en-US" dirty="0"/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77501"/>
            <a:ext cx="9154800" cy="495624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>
                <a:effectLst/>
              </a:rPr>
              <a:t>лепестковая диаграмма</a:t>
            </a:r>
            <a:endParaRPr lang="ru-RU" dirty="0"/>
          </a:p>
        </p:txBody>
      </p:sp>
      <p:sp>
        <p:nvSpPr>
          <p:cNvPr id="16" name="Номер слайда 4">
            <a:extLst>
              <a:ext uri="{FF2B5EF4-FFF2-40B4-BE49-F238E27FC236}">
                <a16:creationId xmlns:a16="http://schemas.microsoft.com/office/drawing/2014/main" id="{15898042-DD2A-4A1C-8E4F-A38FFDF3D34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4FA5F9-3777-43AA-8E5A-9BAC1BCBECEA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5FB2A88-F839-4508-B107-B1B544FE62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103" name="Текст 69">
            <a:extLst>
              <a:ext uri="{FF2B5EF4-FFF2-40B4-BE49-F238E27FC236}">
                <a16:creationId xmlns:a16="http://schemas.microsoft.com/office/drawing/2014/main" id="{22D29AAC-E8B1-4814-83C4-1D1AC4DBCA8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486" y="1530299"/>
            <a:ext cx="4082948" cy="38607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0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4" name="Текст 69">
            <a:extLst>
              <a:ext uri="{FF2B5EF4-FFF2-40B4-BE49-F238E27FC236}">
                <a16:creationId xmlns:a16="http://schemas.microsoft.com/office/drawing/2014/main" id="{73FA3067-9B19-442C-9CBC-F436E39E73A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1486" y="2043361"/>
            <a:ext cx="4082948" cy="813175"/>
          </a:xfrm>
          <a:prstGeom prst="rect">
            <a:avLst/>
          </a:prstGeom>
        </p:spPr>
        <p:txBody>
          <a:bodyPr lIns="0" tIns="0" rIns="0" bIns="0" anchor="t" anchorCtr="0"/>
          <a:lstStyle>
            <a:lvl1pPr marL="179388" indent="-179388">
              <a:lnSpc>
                <a:spcPts val="1400"/>
              </a:lnSpc>
              <a:buClr>
                <a:srgbClr val="1E4BD2"/>
              </a:buClr>
              <a:buSzPct val="120000"/>
              <a:buFont typeface="VTB Group Light" panose="020B0403040504020204" pitchFamily="34" charset="-52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  <a:endParaRPr lang="en-US" dirty="0"/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9" name="Текст 69">
            <a:extLst>
              <a:ext uri="{FF2B5EF4-FFF2-40B4-BE49-F238E27FC236}">
                <a16:creationId xmlns:a16="http://schemas.microsoft.com/office/drawing/2014/main" id="{DE2DCFCE-0D55-4ABA-9C37-4B7145E0DC10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71486" y="3262817"/>
            <a:ext cx="4082948" cy="38607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0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0" name="Текст 69">
            <a:extLst>
              <a:ext uri="{FF2B5EF4-FFF2-40B4-BE49-F238E27FC236}">
                <a16:creationId xmlns:a16="http://schemas.microsoft.com/office/drawing/2014/main" id="{179694DC-C04E-49FC-AF8B-CD18D1F3298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71486" y="3775879"/>
            <a:ext cx="4082948" cy="813175"/>
          </a:xfrm>
          <a:prstGeom prst="rect">
            <a:avLst/>
          </a:prstGeom>
        </p:spPr>
        <p:txBody>
          <a:bodyPr lIns="0" tIns="0" rIns="0" bIns="0" anchor="t" anchorCtr="0"/>
          <a:lstStyle>
            <a:lvl1pPr marL="179388" indent="-179388">
              <a:lnSpc>
                <a:spcPts val="1400"/>
              </a:lnSpc>
              <a:buClr>
                <a:srgbClr val="1E4BD2"/>
              </a:buClr>
              <a:buSzPct val="120000"/>
              <a:buFont typeface="VTB Group Light" panose="020B0403040504020204" pitchFamily="34" charset="-52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  <a:endParaRPr lang="en-US" dirty="0"/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3" name="Текст 69">
            <a:extLst>
              <a:ext uri="{FF2B5EF4-FFF2-40B4-BE49-F238E27FC236}">
                <a16:creationId xmlns:a16="http://schemas.microsoft.com/office/drawing/2014/main" id="{E7CBE3E2-D8ED-466F-A287-FF222B4FA1B8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1092889" y="3176548"/>
            <a:ext cx="857825" cy="17253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800"/>
              </a:lnSpc>
              <a:buNone/>
              <a:defRPr sz="8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4" name="Текст 69">
            <a:extLst>
              <a:ext uri="{FF2B5EF4-FFF2-40B4-BE49-F238E27FC236}">
                <a16:creationId xmlns:a16="http://schemas.microsoft.com/office/drawing/2014/main" id="{C66D2BC6-F0BE-4973-9B8B-BE44AF8430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0092869" y="3689506"/>
            <a:ext cx="1718141" cy="416464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ts val="14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6" name="Текст 69">
            <a:extLst>
              <a:ext uri="{FF2B5EF4-FFF2-40B4-BE49-F238E27FC236}">
                <a16:creationId xmlns:a16="http://schemas.microsoft.com/office/drawing/2014/main" id="{AFBDD3A6-A990-46EA-808D-4C8A13188D3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9468532" y="5572533"/>
            <a:ext cx="1848933" cy="416464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ts val="14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8" name="Текст 69">
            <a:extLst>
              <a:ext uri="{FF2B5EF4-FFF2-40B4-BE49-F238E27FC236}">
                <a16:creationId xmlns:a16="http://schemas.microsoft.com/office/drawing/2014/main" id="{7FA7E962-2AB6-4262-9D4F-25F03E0D94D2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05430" y="5572533"/>
            <a:ext cx="1848933" cy="416464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r">
              <a:lnSpc>
                <a:spcPts val="14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0" name="Текст 69">
            <a:extLst>
              <a:ext uri="{FF2B5EF4-FFF2-40B4-BE49-F238E27FC236}">
                <a16:creationId xmlns:a16="http://schemas.microsoft.com/office/drawing/2014/main" id="{C9D833C4-142D-4314-8AD0-FAA5551A8E7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0197" y="3689506"/>
            <a:ext cx="1309617" cy="416464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r">
              <a:lnSpc>
                <a:spcPts val="14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2" name="Текст 69">
            <a:extLst>
              <a:ext uri="{FF2B5EF4-FFF2-40B4-BE49-F238E27FC236}">
                <a16:creationId xmlns:a16="http://schemas.microsoft.com/office/drawing/2014/main" id="{48DE2511-ABD0-4A6F-8DB3-BF501E362DC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915754" y="1968500"/>
            <a:ext cx="1950445" cy="376293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ts val="14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6" name="Текст 69">
            <a:extLst>
              <a:ext uri="{FF2B5EF4-FFF2-40B4-BE49-F238E27FC236}">
                <a16:creationId xmlns:a16="http://schemas.microsoft.com/office/drawing/2014/main" id="{7CFBC5BE-C028-49EC-8EEB-13D7FB52B58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082644" y="3651820"/>
            <a:ext cx="524905" cy="17253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6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00%</a:t>
            </a:r>
          </a:p>
        </p:txBody>
      </p:sp>
      <p:sp>
        <p:nvSpPr>
          <p:cNvPr id="128" name="Текст 69">
            <a:extLst>
              <a:ext uri="{FF2B5EF4-FFF2-40B4-BE49-F238E27FC236}">
                <a16:creationId xmlns:a16="http://schemas.microsoft.com/office/drawing/2014/main" id="{12D1E27D-ED6B-4BFA-AF88-FE671D962EC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863569" y="4426939"/>
            <a:ext cx="524905" cy="17253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6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00%</a:t>
            </a:r>
          </a:p>
        </p:txBody>
      </p:sp>
      <p:sp>
        <p:nvSpPr>
          <p:cNvPr id="129" name="Текст 69">
            <a:extLst>
              <a:ext uri="{FF2B5EF4-FFF2-40B4-BE49-F238E27FC236}">
                <a16:creationId xmlns:a16="http://schemas.microsoft.com/office/drawing/2014/main" id="{E2F78813-2958-4589-BDDB-58D51E8D252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239681" y="3069627"/>
            <a:ext cx="524905" cy="17253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6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00%</a:t>
            </a:r>
          </a:p>
        </p:txBody>
      </p:sp>
      <p:sp>
        <p:nvSpPr>
          <p:cNvPr id="130" name="Текст 69">
            <a:extLst>
              <a:ext uri="{FF2B5EF4-FFF2-40B4-BE49-F238E27FC236}">
                <a16:creationId xmlns:a16="http://schemas.microsoft.com/office/drawing/2014/main" id="{9ACF6651-5639-4544-9734-6C4C1163F049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615794" y="4841716"/>
            <a:ext cx="524905" cy="17253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6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00%</a:t>
            </a:r>
          </a:p>
        </p:txBody>
      </p:sp>
    </p:spTree>
    <p:extLst>
      <p:ext uri="{BB962C8B-B14F-4D97-AF65-F5344CB8AC3E}">
        <p14:creationId xmlns:p14="http://schemas.microsoft.com/office/powerpoint/2010/main" val="2097098576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иаграмма Ганн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77501"/>
            <a:ext cx="9154800" cy="495624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>
                <a:effectLst/>
              </a:rPr>
              <a:t>Диаграмма </a:t>
            </a:r>
            <a:r>
              <a:rPr lang="ru-RU" dirty="0" err="1">
                <a:effectLst/>
              </a:rPr>
              <a:t>ганна</a:t>
            </a:r>
            <a:endParaRPr lang="ru-RU" dirty="0"/>
          </a:p>
        </p:txBody>
      </p:sp>
      <p:sp>
        <p:nvSpPr>
          <p:cNvPr id="16" name="Номер слайда 4">
            <a:extLst>
              <a:ext uri="{FF2B5EF4-FFF2-40B4-BE49-F238E27FC236}">
                <a16:creationId xmlns:a16="http://schemas.microsoft.com/office/drawing/2014/main" id="{15898042-DD2A-4A1C-8E4F-A38FFDF3D34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4FA5F9-3777-43AA-8E5A-9BAC1BCBECEA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5FB2A88-F839-4508-B107-B1B544FE62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641726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тр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матрица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1829FBE-BA79-4C38-8507-4F3D32298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83" name="Текст 2">
            <a:extLst>
              <a:ext uri="{FF2B5EF4-FFF2-40B4-BE49-F238E27FC236}">
                <a16:creationId xmlns:a16="http://schemas.microsoft.com/office/drawing/2014/main" id="{B889F4C0-0613-4921-A3EE-6BAE39976B6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249714" y="1410681"/>
            <a:ext cx="7890982" cy="44673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92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</a:t>
            </a:r>
          </a:p>
        </p:txBody>
      </p:sp>
      <p:sp>
        <p:nvSpPr>
          <p:cNvPr id="84" name="Текст 2">
            <a:extLst>
              <a:ext uri="{FF2B5EF4-FFF2-40B4-BE49-F238E27FC236}">
                <a16:creationId xmlns:a16="http://schemas.microsoft.com/office/drawing/2014/main" id="{2B1640A0-36E4-4A57-8BA5-C3F775C9B4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80991" y="2225114"/>
            <a:ext cx="1393056" cy="44673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 </a:t>
            </a:r>
          </a:p>
        </p:txBody>
      </p:sp>
      <p:sp>
        <p:nvSpPr>
          <p:cNvPr id="110" name="Текст 8">
            <a:extLst>
              <a:ext uri="{FF2B5EF4-FFF2-40B4-BE49-F238E27FC236}">
                <a16:creationId xmlns:a16="http://schemas.microsoft.com/office/drawing/2014/main" id="{0B11F69F-3029-4579-942A-AAF5B28D8CA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1071" y="6132678"/>
            <a:ext cx="792843" cy="20757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>
              <a:lnSpc>
                <a:spcPct val="100000"/>
              </a:lnSpc>
              <a:buNone/>
              <a:defRPr sz="10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75" name="Текст 8">
            <a:extLst>
              <a:ext uri="{FF2B5EF4-FFF2-40B4-BE49-F238E27FC236}">
                <a16:creationId xmlns:a16="http://schemas.microsoft.com/office/drawing/2014/main" id="{B32A765B-9177-441C-86A8-1D227DA9050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981204" y="2000200"/>
            <a:ext cx="792843" cy="20757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>
              <a:lnSpc>
                <a:spcPct val="100000"/>
              </a:lnSpc>
              <a:buNone/>
              <a:defRPr sz="10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76" name="Текст 8">
            <a:extLst>
              <a:ext uri="{FF2B5EF4-FFF2-40B4-BE49-F238E27FC236}">
                <a16:creationId xmlns:a16="http://schemas.microsoft.com/office/drawing/2014/main" id="{618A559C-539F-4E32-B044-3D623A02F09D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0512282" y="6154862"/>
            <a:ext cx="792843" cy="20757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buNone/>
              <a:defRPr sz="10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79" name="Текст 2">
            <a:extLst>
              <a:ext uri="{FF2B5EF4-FFF2-40B4-BE49-F238E27FC236}">
                <a16:creationId xmlns:a16="http://schemas.microsoft.com/office/drawing/2014/main" id="{65E75AC2-7279-4458-8381-F86A3330B88B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512282" y="5609592"/>
            <a:ext cx="1393056" cy="44673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 </a:t>
            </a:r>
          </a:p>
        </p:txBody>
      </p:sp>
      <p:sp>
        <p:nvSpPr>
          <p:cNvPr id="80" name="Текст 2">
            <a:extLst>
              <a:ext uri="{FF2B5EF4-FFF2-40B4-BE49-F238E27FC236}">
                <a16:creationId xmlns:a16="http://schemas.microsoft.com/office/drawing/2014/main" id="{A387A644-5BE5-43A8-8EB2-0815282DCCAC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999959" y="3309671"/>
            <a:ext cx="3841895" cy="67359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920"/>
              </a:lnSpc>
              <a:buNone/>
              <a:defRPr sz="20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Название блока </a:t>
            </a:r>
          </a:p>
        </p:txBody>
      </p:sp>
      <p:sp>
        <p:nvSpPr>
          <p:cNvPr id="81" name="Текст 2">
            <a:extLst>
              <a:ext uri="{FF2B5EF4-FFF2-40B4-BE49-F238E27FC236}">
                <a16:creationId xmlns:a16="http://schemas.microsoft.com/office/drawing/2014/main" id="{470FFE1B-C8D7-4F68-9A9E-5A54E1585D2C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6350146" y="3307287"/>
            <a:ext cx="3841895" cy="67359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920"/>
              </a:lnSpc>
              <a:buNone/>
              <a:defRPr sz="20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Название блока </a:t>
            </a:r>
          </a:p>
        </p:txBody>
      </p:sp>
      <p:sp>
        <p:nvSpPr>
          <p:cNvPr id="87" name="Текст 2">
            <a:extLst>
              <a:ext uri="{FF2B5EF4-FFF2-40B4-BE49-F238E27FC236}">
                <a16:creationId xmlns:a16="http://schemas.microsoft.com/office/drawing/2014/main" id="{F79DA348-BC4B-40FD-8A95-FBC7F4D582CF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999807" y="5457985"/>
            <a:ext cx="3841895" cy="67359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920"/>
              </a:lnSpc>
              <a:buNone/>
              <a:defRPr sz="20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Название блока </a:t>
            </a:r>
          </a:p>
        </p:txBody>
      </p:sp>
      <p:sp>
        <p:nvSpPr>
          <p:cNvPr id="88" name="Текст 2">
            <a:extLst>
              <a:ext uri="{FF2B5EF4-FFF2-40B4-BE49-F238E27FC236}">
                <a16:creationId xmlns:a16="http://schemas.microsoft.com/office/drawing/2014/main" id="{05B00497-2400-4B85-BBD4-F7AA681B10CD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349994" y="5480840"/>
            <a:ext cx="3841895" cy="67359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920"/>
              </a:lnSpc>
              <a:buNone/>
              <a:defRPr sz="20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Название блока </a:t>
            </a:r>
          </a:p>
        </p:txBody>
      </p:sp>
    </p:spTree>
    <p:extLst>
      <p:ext uri="{BB962C8B-B14F-4D97-AF65-F5344CB8AC3E}">
        <p14:creationId xmlns:p14="http://schemas.microsoft.com/office/powerpoint/2010/main" val="1142851921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ймлай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 err="1"/>
              <a:t>Таймлайн</a:t>
            </a:r>
            <a:endParaRPr lang="ru-RU" dirty="0"/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1829FBE-BA79-4C38-8507-4F3D32298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554" name="Текст 9">
            <a:extLst>
              <a:ext uri="{FF2B5EF4-FFF2-40B4-BE49-F238E27FC236}">
                <a16:creationId xmlns:a16="http://schemas.microsoft.com/office/drawing/2014/main" id="{DEA490BF-A048-43B9-8298-7B7509BE22F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50919" y="1895525"/>
            <a:ext cx="70885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2020</a:t>
            </a:r>
            <a:endParaRPr lang="ru-RU" dirty="0"/>
          </a:p>
        </p:txBody>
      </p:sp>
      <p:pic>
        <p:nvPicPr>
          <p:cNvPr id="1065" name="Vector 36 [Figma 9887:67786]" descr="Vector 36. градиент в обводке">
            <a:extLst>
              <a:ext uri="{FF2B5EF4-FFF2-40B4-BE49-F238E27FC236}">
                <a16:creationId xmlns:a16="http://schemas.microsoft.com/office/drawing/2014/main" id="{E13ECE86-E6A0-47E0-B808-8244FD10668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3919440"/>
            <a:ext cx="12191695" cy="15875"/>
          </a:xfrm>
          <a:prstGeom prst="rect">
            <a:avLst/>
          </a:prstGeom>
        </p:spPr>
      </p:pic>
      <p:sp>
        <p:nvSpPr>
          <p:cNvPr id="1113" name="Текст 9">
            <a:extLst>
              <a:ext uri="{FF2B5EF4-FFF2-40B4-BE49-F238E27FC236}">
                <a16:creationId xmlns:a16="http://schemas.microsoft.com/office/drawing/2014/main" id="{B9582C21-D990-4715-9AA2-C0B08F60FC1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242140" y="2624237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0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14" name="Текст 9">
            <a:extLst>
              <a:ext uri="{FF2B5EF4-FFF2-40B4-BE49-F238E27FC236}">
                <a16:creationId xmlns:a16="http://schemas.microsoft.com/office/drawing/2014/main" id="{DCC3052A-058C-4292-B88B-D9280453B61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527237" y="5496047"/>
            <a:ext cx="70885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2020</a:t>
            </a:r>
            <a:endParaRPr lang="ru-RU" dirty="0"/>
          </a:p>
        </p:txBody>
      </p:sp>
      <p:sp>
        <p:nvSpPr>
          <p:cNvPr id="1118" name="Текст 9">
            <a:extLst>
              <a:ext uri="{FF2B5EF4-FFF2-40B4-BE49-F238E27FC236}">
                <a16:creationId xmlns:a16="http://schemas.microsoft.com/office/drawing/2014/main" id="{8E276605-B9ED-4C68-A6A8-A25B7692D40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790855" y="1211168"/>
            <a:ext cx="70885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2020</a:t>
            </a:r>
            <a:endParaRPr lang="ru-RU" dirty="0"/>
          </a:p>
        </p:txBody>
      </p:sp>
      <p:sp>
        <p:nvSpPr>
          <p:cNvPr id="1122" name="Текст 9">
            <a:extLst>
              <a:ext uri="{FF2B5EF4-FFF2-40B4-BE49-F238E27FC236}">
                <a16:creationId xmlns:a16="http://schemas.microsoft.com/office/drawing/2014/main" id="{D188547B-4206-4197-BC2D-80BE747C57A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048124" y="4808662"/>
            <a:ext cx="70885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2020</a:t>
            </a:r>
            <a:endParaRPr lang="ru-RU" dirty="0"/>
          </a:p>
        </p:txBody>
      </p:sp>
      <p:sp>
        <p:nvSpPr>
          <p:cNvPr id="1126" name="Текст 9">
            <a:extLst>
              <a:ext uri="{FF2B5EF4-FFF2-40B4-BE49-F238E27FC236}">
                <a16:creationId xmlns:a16="http://schemas.microsoft.com/office/drawing/2014/main" id="{2BF3ECB9-3224-45D1-ACAC-304FDB345C9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15222" y="1730265"/>
            <a:ext cx="70885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2020</a:t>
            </a:r>
            <a:endParaRPr lang="ru-RU" dirty="0"/>
          </a:p>
        </p:txBody>
      </p:sp>
      <p:sp>
        <p:nvSpPr>
          <p:cNvPr id="1130" name="Текст 9">
            <a:extLst>
              <a:ext uri="{FF2B5EF4-FFF2-40B4-BE49-F238E27FC236}">
                <a16:creationId xmlns:a16="http://schemas.microsoft.com/office/drawing/2014/main" id="{746598E2-0F17-4CF9-BB99-B96F7A70619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880153" y="5496047"/>
            <a:ext cx="70885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2020</a:t>
            </a:r>
            <a:endParaRPr lang="ru-RU" dirty="0"/>
          </a:p>
        </p:txBody>
      </p:sp>
      <p:sp>
        <p:nvSpPr>
          <p:cNvPr id="1134" name="Текст 9">
            <a:extLst>
              <a:ext uri="{FF2B5EF4-FFF2-40B4-BE49-F238E27FC236}">
                <a16:creationId xmlns:a16="http://schemas.microsoft.com/office/drawing/2014/main" id="{7EF3551B-00BA-498B-BCD2-A4345265B8A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219970" y="1211168"/>
            <a:ext cx="70885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2020</a:t>
            </a:r>
            <a:endParaRPr lang="ru-RU" dirty="0"/>
          </a:p>
        </p:txBody>
      </p:sp>
      <p:sp>
        <p:nvSpPr>
          <p:cNvPr id="34" name="Текст 9">
            <a:extLst>
              <a:ext uri="{FF2B5EF4-FFF2-40B4-BE49-F238E27FC236}">
                <a16:creationId xmlns:a16="http://schemas.microsoft.com/office/drawing/2014/main" id="{52999795-826E-4F24-8FD3-BD1E074100D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242139" y="2361840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5" name="Текст 9">
            <a:extLst>
              <a:ext uri="{FF2B5EF4-FFF2-40B4-BE49-F238E27FC236}">
                <a16:creationId xmlns:a16="http://schemas.microsoft.com/office/drawing/2014/main" id="{E0721123-2E0D-4C0B-B2C0-6A5BCBA362BF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3790856" y="1943051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0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6" name="Текст 9">
            <a:extLst>
              <a:ext uri="{FF2B5EF4-FFF2-40B4-BE49-F238E27FC236}">
                <a16:creationId xmlns:a16="http://schemas.microsoft.com/office/drawing/2014/main" id="{19AF734D-BC7E-4B5D-B453-DF8514C8B59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3790855" y="1680654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7" name="Текст 9">
            <a:extLst>
              <a:ext uri="{FF2B5EF4-FFF2-40B4-BE49-F238E27FC236}">
                <a16:creationId xmlns:a16="http://schemas.microsoft.com/office/drawing/2014/main" id="{B468A81F-F97E-4795-86CD-8D66EA73DDAC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315223" y="2466329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0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8" name="Текст 9">
            <a:extLst>
              <a:ext uri="{FF2B5EF4-FFF2-40B4-BE49-F238E27FC236}">
                <a16:creationId xmlns:a16="http://schemas.microsoft.com/office/drawing/2014/main" id="{760D3191-7C58-40A4-8302-F60796C070C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6315222" y="2203932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9" name="Текст 9">
            <a:extLst>
              <a:ext uri="{FF2B5EF4-FFF2-40B4-BE49-F238E27FC236}">
                <a16:creationId xmlns:a16="http://schemas.microsoft.com/office/drawing/2014/main" id="{F08B95F6-63E4-4F0D-9099-4ECFDB269F5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9219971" y="1926186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0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0" name="Текст 9">
            <a:extLst>
              <a:ext uri="{FF2B5EF4-FFF2-40B4-BE49-F238E27FC236}">
                <a16:creationId xmlns:a16="http://schemas.microsoft.com/office/drawing/2014/main" id="{345B571A-40AF-4C4C-B44C-6A3AE1C8D0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9219970" y="1663789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1" name="Текст 9">
            <a:extLst>
              <a:ext uri="{FF2B5EF4-FFF2-40B4-BE49-F238E27FC236}">
                <a16:creationId xmlns:a16="http://schemas.microsoft.com/office/drawing/2014/main" id="{9B7C3458-6D16-437B-8FA1-99DE43CC0F43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7880154" y="6225996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0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2" name="Текст 9">
            <a:extLst>
              <a:ext uri="{FF2B5EF4-FFF2-40B4-BE49-F238E27FC236}">
                <a16:creationId xmlns:a16="http://schemas.microsoft.com/office/drawing/2014/main" id="{2EC9A564-A1DC-46BC-AE8A-4BF0F8FBDEE0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7880153" y="5963599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3" name="Текст 9">
            <a:extLst>
              <a:ext uri="{FF2B5EF4-FFF2-40B4-BE49-F238E27FC236}">
                <a16:creationId xmlns:a16="http://schemas.microsoft.com/office/drawing/2014/main" id="{77604964-C9E5-4236-BBDD-99E3301B5CEE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5048125" y="5523676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0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4" name="Текст 9">
            <a:extLst>
              <a:ext uri="{FF2B5EF4-FFF2-40B4-BE49-F238E27FC236}">
                <a16:creationId xmlns:a16="http://schemas.microsoft.com/office/drawing/2014/main" id="{3196D22A-C934-43C1-8C26-ECDB1008A475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048124" y="5261279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5" name="Текст 9">
            <a:extLst>
              <a:ext uri="{FF2B5EF4-FFF2-40B4-BE49-F238E27FC236}">
                <a16:creationId xmlns:a16="http://schemas.microsoft.com/office/drawing/2014/main" id="{28F6CB83-5E57-40A5-A1B6-A5D58F0DD95D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2532183" y="6221627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0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6" name="Текст 9">
            <a:extLst>
              <a:ext uri="{FF2B5EF4-FFF2-40B4-BE49-F238E27FC236}">
                <a16:creationId xmlns:a16="http://schemas.microsoft.com/office/drawing/2014/main" id="{E27530BF-94E8-42B9-BDD8-0E29D561BC77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2532182" y="5959230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419877742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а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2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Контакты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1829FBE-BA79-4C38-8507-4F3D32298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pic>
        <p:nvPicPr>
          <p:cNvPr id="26" name="Line [Figma 9887:67838]" descr="Line. градиент в обводке">
            <a:extLst>
              <a:ext uri="{FF2B5EF4-FFF2-40B4-BE49-F238E27FC236}">
                <a16:creationId xmlns:a16="http://schemas.microsoft.com/office/drawing/2014/main" id="{2B6EBC08-B468-469E-924D-42171CE086C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0212" y="1339816"/>
            <a:ext cx="6606" cy="2520000"/>
          </a:xfrm>
          <a:prstGeom prst="rect">
            <a:avLst/>
          </a:prstGeom>
        </p:spPr>
      </p:pic>
      <p:pic>
        <p:nvPicPr>
          <p:cNvPr id="27" name="Vector [Figma 9887:67839]" descr="Vector. градиент в обводке">
            <a:extLst>
              <a:ext uri="{FF2B5EF4-FFF2-40B4-BE49-F238E27FC236}">
                <a16:creationId xmlns:a16="http://schemas.microsoft.com/office/drawing/2014/main" id="{E56B74DE-0252-4864-8AD6-5E049F184DD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3387" y="2362141"/>
            <a:ext cx="8089698" cy="6350"/>
          </a:xfrm>
          <a:prstGeom prst="rect">
            <a:avLst/>
          </a:prstGeom>
        </p:spPr>
      </p:pic>
      <p:pic>
        <p:nvPicPr>
          <p:cNvPr id="28" name="Vector [Figma 9887:67840]" descr="Vector. градиент в обводке">
            <a:extLst>
              <a:ext uri="{FF2B5EF4-FFF2-40B4-BE49-F238E27FC236}">
                <a16:creationId xmlns:a16="http://schemas.microsoft.com/office/drawing/2014/main" id="{09DD1619-D895-47E6-AE03-3613D1EA1EB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5247" y="3210192"/>
            <a:ext cx="8089698" cy="6350"/>
          </a:xfrm>
          <a:prstGeom prst="rect">
            <a:avLst/>
          </a:prstGeom>
        </p:spPr>
      </p:pic>
      <p:sp>
        <p:nvSpPr>
          <p:cNvPr id="10" name="Текст 9">
            <a:extLst>
              <a:ext uri="{FF2B5EF4-FFF2-40B4-BE49-F238E27FC236}">
                <a16:creationId xmlns:a16="http://schemas.microsoft.com/office/drawing/2014/main" id="{F729E2AA-E15D-4755-9855-3A226B5260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66020" y="1981956"/>
            <a:ext cx="3255962" cy="2825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buNone/>
              <a:defRPr sz="2000">
                <a:solidFill>
                  <a:srgbClr val="DCE0EB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54" name="Текст 9">
            <a:extLst>
              <a:ext uri="{FF2B5EF4-FFF2-40B4-BE49-F238E27FC236}">
                <a16:creationId xmlns:a16="http://schemas.microsoft.com/office/drawing/2014/main" id="{DEA490BF-A048-43B9-8298-7B7509BE22F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6020" y="1605189"/>
            <a:ext cx="447454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3200"/>
              </a:lnSpc>
              <a:buNone/>
              <a:defRPr sz="26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555" name="Текст 9">
            <a:extLst>
              <a:ext uri="{FF2B5EF4-FFF2-40B4-BE49-F238E27FC236}">
                <a16:creationId xmlns:a16="http://schemas.microsoft.com/office/drawing/2014/main" id="{9041DA87-DE44-4A52-B76A-221BB9E9D57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54074" y="3283420"/>
            <a:ext cx="1701348" cy="28258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8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8(900) 000-00-00</a:t>
            </a:r>
          </a:p>
        </p:txBody>
      </p:sp>
      <p:sp>
        <p:nvSpPr>
          <p:cNvPr id="556" name="Текст 9">
            <a:extLst>
              <a:ext uri="{FF2B5EF4-FFF2-40B4-BE49-F238E27FC236}">
                <a16:creationId xmlns:a16="http://schemas.microsoft.com/office/drawing/2014/main" id="{F594D22D-38EA-441B-8BA9-3BF11DA203A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368691" y="3283420"/>
            <a:ext cx="1740168" cy="28258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8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name@vtb.ru</a:t>
            </a:r>
            <a:endParaRPr lang="ru-RU" dirty="0"/>
          </a:p>
        </p:txBody>
      </p:sp>
      <p:sp>
        <p:nvSpPr>
          <p:cNvPr id="557" name="Текст 9">
            <a:extLst>
              <a:ext uri="{FF2B5EF4-FFF2-40B4-BE49-F238E27FC236}">
                <a16:creationId xmlns:a16="http://schemas.microsoft.com/office/drawing/2014/main" id="{2DC6E15E-917B-44FC-BB80-CAD6EEC4033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816543" y="3314079"/>
            <a:ext cx="1740168" cy="28258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8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Описание </a:t>
            </a:r>
            <a:r>
              <a:rPr lang="en-US" dirty="0"/>
              <a:t>QR</a:t>
            </a:r>
            <a:endParaRPr lang="ru-RU" dirty="0"/>
          </a:p>
        </p:txBody>
      </p:sp>
      <p:sp>
        <p:nvSpPr>
          <p:cNvPr id="558" name="Текст 9">
            <a:extLst>
              <a:ext uri="{FF2B5EF4-FFF2-40B4-BE49-F238E27FC236}">
                <a16:creationId xmlns:a16="http://schemas.microsoft.com/office/drawing/2014/main" id="{6FECFB43-AF64-4CBB-801F-E9DC4EE554D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66020" y="4518206"/>
            <a:ext cx="3255962" cy="2825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buNone/>
              <a:defRPr sz="20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59" name="Текст 9">
            <a:extLst>
              <a:ext uri="{FF2B5EF4-FFF2-40B4-BE49-F238E27FC236}">
                <a16:creationId xmlns:a16="http://schemas.microsoft.com/office/drawing/2014/main" id="{6CA01C6D-BAEC-4FCF-BBBD-2F29E121C2B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66020" y="4141439"/>
            <a:ext cx="447454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3200"/>
              </a:lnSpc>
              <a:buNone/>
              <a:defRPr sz="26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560" name="Текст 9">
            <a:extLst>
              <a:ext uri="{FF2B5EF4-FFF2-40B4-BE49-F238E27FC236}">
                <a16:creationId xmlns:a16="http://schemas.microsoft.com/office/drawing/2014/main" id="{8A9B6AB2-48C3-4B41-AB64-CA690B528CF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54074" y="5819670"/>
            <a:ext cx="1701348" cy="28258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800"/>
              </a:lnSpc>
              <a:buNone/>
              <a:defRPr sz="14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8(900) 000-00-00</a:t>
            </a:r>
          </a:p>
        </p:txBody>
      </p:sp>
      <p:sp>
        <p:nvSpPr>
          <p:cNvPr id="561" name="Текст 9">
            <a:extLst>
              <a:ext uri="{FF2B5EF4-FFF2-40B4-BE49-F238E27FC236}">
                <a16:creationId xmlns:a16="http://schemas.microsoft.com/office/drawing/2014/main" id="{6F10D35F-3F1E-44A9-95DD-59CF8D0971E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368691" y="5819670"/>
            <a:ext cx="1740168" cy="28258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800"/>
              </a:lnSpc>
              <a:buNone/>
              <a:defRPr sz="14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name@vtb.ru</a:t>
            </a:r>
            <a:endParaRPr lang="ru-RU" dirty="0"/>
          </a:p>
        </p:txBody>
      </p:sp>
      <p:sp>
        <p:nvSpPr>
          <p:cNvPr id="562" name="Текст 9">
            <a:extLst>
              <a:ext uri="{FF2B5EF4-FFF2-40B4-BE49-F238E27FC236}">
                <a16:creationId xmlns:a16="http://schemas.microsoft.com/office/drawing/2014/main" id="{39A3763A-8E3F-4593-A4E0-54B25CE50C0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816543" y="5850329"/>
            <a:ext cx="1740168" cy="28258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800"/>
              </a:lnSpc>
              <a:buNone/>
              <a:defRPr sz="14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Описание </a:t>
            </a:r>
            <a:r>
              <a:rPr lang="en-US" dirty="0"/>
              <a:t>QR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38257265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устой слайд (Чёрный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Номер слайда 4">
            <a:extLst>
              <a:ext uri="{FF2B5EF4-FFF2-40B4-BE49-F238E27FC236}">
                <a16:creationId xmlns:a16="http://schemas.microsoft.com/office/drawing/2014/main" id="{15898042-DD2A-4A1C-8E4F-A38FFDF3D34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728450" y="6270625"/>
            <a:ext cx="463550" cy="587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800" kern="1200">
                <a:solidFill>
                  <a:srgbClr val="ACB6C3"/>
                </a:solidFill>
                <a:latin typeface="VTB Group Book" panose="020B0503040504020204" pitchFamily="34" charset="-52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9pPr>
          </a:lstStyle>
          <a:p>
            <a:pPr>
              <a:defRPr/>
            </a:pPr>
            <a:fld id="{FCD04C69-8FC8-4C03-8ACF-0472C4A98B9D}" type="slidenum">
              <a:rPr lang="ru-RU" smtClean="0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5FB2A88-F839-4508-B107-B1B544FE62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73CB44E0-99CC-45B9-8F40-352025978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0" y="457201"/>
            <a:ext cx="9154800" cy="91440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>
              <a:lnSpc>
                <a:spcPts val="4200"/>
              </a:lnSpc>
              <a:defRPr sz="4000" b="0" i="0" cap="all" baseline="0">
                <a:solidFill>
                  <a:schemeClr val="tx1"/>
                </a:solidFill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Пустой слайд</a:t>
            </a:r>
          </a:p>
        </p:txBody>
      </p:sp>
    </p:spTree>
    <p:extLst>
      <p:ext uri="{BB962C8B-B14F-4D97-AF65-F5344CB8AC3E}">
        <p14:creationId xmlns:p14="http://schemas.microsoft.com/office/powerpoint/2010/main" val="1508887681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устой слайд (Белый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457201"/>
            <a:ext cx="9154800" cy="91440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>
              <a:lnSpc>
                <a:spcPts val="4200"/>
              </a:lnSpc>
              <a:defRPr sz="4000" b="0" i="0" cap="all" baseline="0">
                <a:solidFill>
                  <a:schemeClr val="bg1"/>
                </a:solidFill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Пустой слайд</a:t>
            </a:r>
          </a:p>
        </p:txBody>
      </p:sp>
      <p:sp>
        <p:nvSpPr>
          <p:cNvPr id="16" name="Номер слайда 4">
            <a:extLst>
              <a:ext uri="{FF2B5EF4-FFF2-40B4-BE49-F238E27FC236}">
                <a16:creationId xmlns:a16="http://schemas.microsoft.com/office/drawing/2014/main" id="{15898042-DD2A-4A1C-8E4F-A38FFDF3D34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728450" y="6270625"/>
            <a:ext cx="463550" cy="587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800" kern="1200">
                <a:solidFill>
                  <a:srgbClr val="ACB6C3"/>
                </a:solidFill>
                <a:latin typeface="VTB Group Book" panose="020B0503040504020204" pitchFamily="34" charset="-52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9pPr>
          </a:lstStyle>
          <a:p>
            <a:pPr>
              <a:defRPr/>
            </a:pPr>
            <a:fld id="{FCD04C69-8FC8-4C03-8ACF-0472C4A98B9D}" type="slidenum">
              <a:rPr lang="ru-RU" smtClean="0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B80958F-F964-4FB2-98AB-C385146611C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084422"/>
      </p:ext>
    </p:extLst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2">
            <a:extLst>
              <a:ext uri="{FF2B5EF4-FFF2-40B4-BE49-F238E27FC236}">
                <a16:creationId xmlns:a16="http://schemas.microsoft.com/office/drawing/2014/main" id="{4E57FACD-605B-4062-9CB7-366C5EA6CE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3175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FF28E98-C74B-4A78-852B-AE98D83C9F0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4165" y="376145"/>
            <a:ext cx="1825200" cy="322869"/>
          </a:xfrm>
          <a:prstGeom prst="rect">
            <a:avLst/>
          </a:prstGeom>
        </p:spPr>
      </p:pic>
      <p:pic>
        <p:nvPicPr>
          <p:cNvPr id="6" name="Rectangle [Figma 9043:6349]" descr="Rectangle. отражение или наклон">
            <a:extLst>
              <a:ext uri="{FF2B5EF4-FFF2-40B4-BE49-F238E27FC236}">
                <a16:creationId xmlns:a16="http://schemas.microsoft.com/office/drawing/2014/main" id="{0FBBAB90-54DA-4763-9AAF-94217145FF3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588" y="1443038"/>
            <a:ext cx="6751637" cy="293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" name="Объект 48"/>
          <p:cNvSpPr>
            <a:spLocks noGrp="1"/>
          </p:cNvSpPr>
          <p:nvPr>
            <p:ph sz="quarter" idx="11"/>
          </p:nvPr>
        </p:nvSpPr>
        <p:spPr>
          <a:xfrm>
            <a:off x="10331483" y="344279"/>
            <a:ext cx="1489042" cy="40996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ts val="1440"/>
              </a:lnSpc>
              <a:spcBef>
                <a:spcPts val="150"/>
              </a:spcBef>
              <a:buNone/>
              <a:defRPr sz="12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65" y="2423641"/>
            <a:ext cx="7162809" cy="1983627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5600"/>
              </a:lnSpc>
              <a:defRPr sz="5400" cap="all" spc="-150" baseline="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Образец заголовка в строчку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2"/>
          </p:nvPr>
        </p:nvSpPr>
        <p:spPr>
          <a:xfrm>
            <a:off x="384165" y="4856766"/>
            <a:ext cx="6632575" cy="330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640"/>
              </a:lnSpc>
              <a:buNone/>
              <a:defRPr sz="2200" b="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18" name="Line [Figma 10114:38482]" descr="Line. градиент в обводке">
            <a:extLst>
              <a:ext uri="{FF2B5EF4-FFF2-40B4-BE49-F238E27FC236}">
                <a16:creationId xmlns:a16="http://schemas.microsoft.com/office/drawing/2014/main" id="{3F028B11-2380-4112-A9E9-FABC00285E5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4400462"/>
            <a:ext cx="12188523" cy="15871"/>
          </a:xfrm>
          <a:prstGeom prst="rect">
            <a:avLst/>
          </a:prstGeom>
        </p:spPr>
      </p:pic>
      <p:pic>
        <p:nvPicPr>
          <p:cNvPr id="19" name="Line [Figma 10114:38483]" descr="Line. градиент в обводке">
            <a:extLst>
              <a:ext uri="{FF2B5EF4-FFF2-40B4-BE49-F238E27FC236}">
                <a16:creationId xmlns:a16="http://schemas.microsoft.com/office/drawing/2014/main" id="{8152C276-EF7E-49F5-90A0-C489AEF2A31B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" y="1622223"/>
            <a:ext cx="12191692" cy="15871"/>
          </a:xfrm>
          <a:prstGeom prst="rect">
            <a:avLst/>
          </a:prstGeom>
        </p:spPr>
      </p:pic>
      <p:pic>
        <p:nvPicPr>
          <p:cNvPr id="20" name="Line [Figma 10114:38484]" descr="Line. градиент в обводке">
            <a:extLst>
              <a:ext uri="{FF2B5EF4-FFF2-40B4-BE49-F238E27FC236}">
                <a16:creationId xmlns:a16="http://schemas.microsoft.com/office/drawing/2014/main" id="{4B298FED-7DB4-40A8-8D71-2F8F830202F9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71511" y="64"/>
            <a:ext cx="15875" cy="6857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542391"/>
      </p:ext>
    </p:extLst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блож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991DDC19-2530-4A00-9CD0-A5004A82D0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Line [Figma 9043:6352]" descr="Line. градиент в обводке">
            <a:extLst>
              <a:ext uri="{FF2B5EF4-FFF2-40B4-BE49-F238E27FC236}">
                <a16:creationId xmlns:a16="http://schemas.microsoft.com/office/drawing/2014/main" id="{2F42EBB4-5A52-45AA-9A2F-7E98BDDDEEB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78325"/>
            <a:ext cx="12192000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Line [Figma 9043:6353]" descr="Line. градиент в обводке">
            <a:extLst>
              <a:ext uri="{FF2B5EF4-FFF2-40B4-BE49-F238E27FC236}">
                <a16:creationId xmlns:a16="http://schemas.microsoft.com/office/drawing/2014/main" id="{9DB53208-2B32-44D6-949D-8A09B2C402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2406650"/>
            <a:ext cx="12188825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66" y="2423641"/>
            <a:ext cx="5437198" cy="2402359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000"/>
              </a:lnSpc>
              <a:defRPr sz="4000" cap="all" spc="-150" baseline="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три строчки</a:t>
            </a:r>
            <a:br>
              <a:rPr lang="ru-RU" dirty="0"/>
            </a:br>
            <a:r>
              <a:rPr lang="ru-RU" dirty="0"/>
              <a:t>для образца</a:t>
            </a:r>
          </a:p>
        </p:txBody>
      </p:sp>
      <p:pic>
        <p:nvPicPr>
          <p:cNvPr id="24" name="Vector [Figma 9887:63687]" descr="Vector. векторный контур">
            <a:extLst>
              <a:ext uri="{FF2B5EF4-FFF2-40B4-BE49-F238E27FC236}">
                <a16:creationId xmlns:a16="http://schemas.microsoft.com/office/drawing/2014/main" id="{2661AED5-C05A-45FA-89B3-4EB497770F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26249" y="493410"/>
            <a:ext cx="100208" cy="99030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BB646A09-6137-43E0-9A8F-D483F1FF1AC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27157" y="368300"/>
            <a:ext cx="823585" cy="349200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9BC10B26-CA27-431F-8ED0-E501B650E448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1475" y="368300"/>
            <a:ext cx="879464" cy="319213"/>
          </a:xfrm>
          <a:prstGeom prst="rect">
            <a:avLst/>
          </a:prstGeom>
        </p:spPr>
      </p:pic>
      <p:sp>
        <p:nvSpPr>
          <p:cNvPr id="11" name="Rectangle 240662521 [Figma 9887:63708]">
            <a:extLst>
              <a:ext uri="{FF2B5EF4-FFF2-40B4-BE49-F238E27FC236}">
                <a16:creationId xmlns:a16="http://schemas.microsoft.com/office/drawing/2014/main" id="{A69E263A-BE3B-4333-8BE4-AF1D105F0707}"/>
              </a:ext>
            </a:extLst>
          </p:cNvPr>
          <p:cNvSpPr/>
          <p:nvPr userDrawn="1"/>
        </p:nvSpPr>
        <p:spPr>
          <a:xfrm>
            <a:off x="380990" y="5930752"/>
            <a:ext cx="25399" cy="546086"/>
          </a:xfrm>
          <a:prstGeom prst="roundRect">
            <a:avLst>
              <a:gd name="adj" fmla="val 50001"/>
            </a:avLst>
          </a:prstGeom>
          <a:solidFill>
            <a:srgbClr val="1E4B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Текст 3">
            <a:extLst>
              <a:ext uri="{FF2B5EF4-FFF2-40B4-BE49-F238E27FC236}">
                <a16:creationId xmlns:a16="http://schemas.microsoft.com/office/drawing/2014/main" id="{0C0B2ADB-8DDE-4BE4-A204-3A91FE6327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8673" y="6040283"/>
            <a:ext cx="4017085" cy="1635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3" name="Текст 3">
            <a:extLst>
              <a:ext uri="{FF2B5EF4-FFF2-40B4-BE49-F238E27FC236}">
                <a16:creationId xmlns:a16="http://schemas.microsoft.com/office/drawing/2014/main" id="{5F53FA86-0E43-49D0-BB48-8FE1D95862D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8674" y="6247288"/>
            <a:ext cx="4017085" cy="1635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ACB6C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Месяц 2000</a:t>
            </a:r>
          </a:p>
        </p:txBody>
      </p:sp>
    </p:spTree>
    <p:extLst>
      <p:ext uri="{BB962C8B-B14F-4D97-AF65-F5344CB8AC3E}">
        <p14:creationId xmlns:p14="http://schemas.microsoft.com/office/powerpoint/2010/main" val="72736253"/>
      </p:ext>
    </p:extLst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Облож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35A827E-29BE-463A-AC2E-F538B2B1DF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-13914"/>
            <a:ext cx="12192000" cy="6858000"/>
          </a:xfrm>
          <a:prstGeom prst="rect">
            <a:avLst/>
          </a:prstGeom>
        </p:spPr>
      </p:pic>
      <p:grpSp>
        <p:nvGrpSpPr>
          <p:cNvPr id="10" name="Группа 8">
            <a:extLst>
              <a:ext uri="{FF2B5EF4-FFF2-40B4-BE49-F238E27FC236}">
                <a16:creationId xmlns:a16="http://schemas.microsoft.com/office/drawing/2014/main" id="{69F32D47-B582-49A4-9562-F684B3DCDEA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381000" y="381000"/>
            <a:ext cx="1903413" cy="330200"/>
            <a:chOff x="380990" y="380990"/>
            <a:chExt cx="1903907" cy="330193"/>
          </a:xfrm>
        </p:grpSpPr>
        <p:pic>
          <p:nvPicPr>
            <p:cNvPr id="11" name="Vector [Figma I9043:6356;6148:374]" descr="Vector. векторный контур">
              <a:extLst>
                <a:ext uri="{FF2B5EF4-FFF2-40B4-BE49-F238E27FC236}">
                  <a16:creationId xmlns:a16="http://schemas.microsoft.com/office/drawing/2014/main" id="{5EDDBF01-E245-4987-8586-E991595C74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0990" y="380990"/>
              <a:ext cx="284237" cy="176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" name="Vector [Figma I9043:6356;6148:375]" descr="Vector. векторный контур">
              <a:extLst>
                <a:ext uri="{FF2B5EF4-FFF2-40B4-BE49-F238E27FC236}">
                  <a16:creationId xmlns:a16="http://schemas.microsoft.com/office/drawing/2014/main" id="{85A90AE1-9C6F-49AA-B068-1A4091717F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9688" y="447664"/>
              <a:ext cx="598642" cy="2635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" name="Vector [Figma I9043:6356;6159:12582]" descr="Vector. векторный контур">
              <a:extLst>
                <a:ext uri="{FF2B5EF4-FFF2-40B4-BE49-F238E27FC236}">
                  <a16:creationId xmlns:a16="http://schemas.microsoft.com/office/drawing/2014/main" id="{2432D2DE-0F2D-4B65-8E1A-3DC08D2702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95666" y="447664"/>
              <a:ext cx="889231" cy="888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4" name="Line [Figma 9043:6357]" descr="Line. векторный контур">
            <a:extLst>
              <a:ext uri="{FF2B5EF4-FFF2-40B4-BE49-F238E27FC236}">
                <a16:creationId xmlns:a16="http://schemas.microsoft.com/office/drawing/2014/main" id="{45E28719-9A7A-4002-89B5-46B1DC6BA75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0" y="542925"/>
            <a:ext cx="7810500" cy="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" name="Объект 48"/>
          <p:cNvSpPr>
            <a:spLocks noGrp="1"/>
          </p:cNvSpPr>
          <p:nvPr>
            <p:ph sz="quarter" idx="11"/>
          </p:nvPr>
        </p:nvSpPr>
        <p:spPr>
          <a:xfrm>
            <a:off x="10331483" y="344279"/>
            <a:ext cx="1489042" cy="40996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ts val="1440"/>
              </a:lnSpc>
              <a:spcBef>
                <a:spcPts val="150"/>
              </a:spcBef>
              <a:buNone/>
              <a:defRPr sz="12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781031" y="2683474"/>
            <a:ext cx="7410470" cy="1983627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5600"/>
              </a:lnSpc>
              <a:defRPr sz="5400" cap="all" spc="-150" baseline="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Образец</a:t>
            </a:r>
            <a:br>
              <a:rPr lang="ru-RU" dirty="0"/>
            </a:br>
            <a:r>
              <a:rPr lang="ru-RU" dirty="0"/>
              <a:t>заголовка</a:t>
            </a:r>
            <a:br>
              <a:rPr lang="ru-RU" dirty="0"/>
            </a:br>
            <a:r>
              <a:rPr lang="ru-RU" dirty="0"/>
              <a:t>в строчки</a:t>
            </a:r>
          </a:p>
        </p:txBody>
      </p:sp>
      <p:sp>
        <p:nvSpPr>
          <p:cNvPr id="25" name="Line 6 [Figma 9887:47854]">
            <a:extLst>
              <a:ext uri="{FF2B5EF4-FFF2-40B4-BE49-F238E27FC236}">
                <a16:creationId xmlns:a16="http://schemas.microsoft.com/office/drawing/2014/main" id="{E66A2A3A-DA0F-4E3E-93FA-733AD86D6CB5}"/>
              </a:ext>
            </a:extLst>
          </p:cNvPr>
          <p:cNvSpPr/>
          <p:nvPr userDrawn="1"/>
        </p:nvSpPr>
        <p:spPr>
          <a:xfrm rot="16200000">
            <a:off x="-1719920" y="3355790"/>
            <a:ext cx="5040000" cy="0"/>
          </a:xfrm>
          <a:prstGeom prst="line">
            <a:avLst/>
          </a:prstGeom>
          <a:noFill/>
          <a:ln w="15875">
            <a:solidFill>
              <a:srgbClr val="FFFFFF">
                <a:alpha val="47596"/>
              </a:srgbClr>
            </a:solidFill>
            <a:prstDash val="solid"/>
          </a:ln>
        </p:spPr>
      </p:sp>
      <p:sp>
        <p:nvSpPr>
          <p:cNvPr id="26" name="Line 7 [Figma 9887:47855]">
            <a:extLst>
              <a:ext uri="{FF2B5EF4-FFF2-40B4-BE49-F238E27FC236}">
                <a16:creationId xmlns:a16="http://schemas.microsoft.com/office/drawing/2014/main" id="{D8F1FE5F-901F-4259-A0D7-4187368A6313}"/>
              </a:ext>
            </a:extLst>
          </p:cNvPr>
          <p:cNvSpPr/>
          <p:nvPr userDrawn="1"/>
        </p:nvSpPr>
        <p:spPr>
          <a:xfrm rot="10800000">
            <a:off x="-38100" y="4679801"/>
            <a:ext cx="10440000" cy="0"/>
          </a:xfrm>
          <a:prstGeom prst="line">
            <a:avLst/>
          </a:prstGeom>
          <a:noFill/>
          <a:ln w="15875">
            <a:solidFill>
              <a:srgbClr val="FFFFFF">
                <a:alpha val="47596"/>
              </a:srgbClr>
            </a:solidFill>
            <a:prstDash val="solid"/>
          </a:ln>
        </p:spPr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A736215D-9386-4730-B49A-4B9D0CBAB9B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4175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337086"/>
      </p:ext>
    </p:extLst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Облож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2">
            <a:extLst>
              <a:ext uri="{FF2B5EF4-FFF2-40B4-BE49-F238E27FC236}">
                <a16:creationId xmlns:a16="http://schemas.microsoft.com/office/drawing/2014/main" id="{A5DB11A2-C92F-44A4-B59A-1669D70D9E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3175" y="-171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" name="Объект 48"/>
          <p:cNvSpPr>
            <a:spLocks noGrp="1"/>
          </p:cNvSpPr>
          <p:nvPr>
            <p:ph sz="quarter" idx="11"/>
          </p:nvPr>
        </p:nvSpPr>
        <p:spPr>
          <a:xfrm>
            <a:off x="10331483" y="344279"/>
            <a:ext cx="1489042" cy="40996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ts val="1440"/>
              </a:lnSpc>
              <a:spcBef>
                <a:spcPts val="150"/>
              </a:spcBef>
              <a:buNone/>
              <a:defRPr sz="12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37" name="Rectangle [Figma 9887:47869]" descr="Rectangle. градиент">
            <a:extLst>
              <a:ext uri="{FF2B5EF4-FFF2-40B4-BE49-F238E27FC236}">
                <a16:creationId xmlns:a16="http://schemas.microsoft.com/office/drawing/2014/main" id="{5A63E8BE-3B30-469D-ACAF-816AC2D02A1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16015" y="0"/>
            <a:ext cx="9283468" cy="4444889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428553" y="2413143"/>
            <a:ext cx="9270929" cy="2054478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5600"/>
              </a:lnSpc>
              <a:defRPr sz="5400" cap="all" spc="-150" baseline="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Образец</a:t>
            </a:r>
            <a:br>
              <a:rPr lang="ru-RU" dirty="0"/>
            </a:br>
            <a:r>
              <a:rPr lang="ru-RU" dirty="0"/>
              <a:t>заголовка</a:t>
            </a:r>
            <a:br>
              <a:rPr lang="ru-RU" dirty="0"/>
            </a:br>
            <a:r>
              <a:rPr lang="ru-RU" dirty="0"/>
              <a:t>в три строчки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AD9185C-9B36-49F7-8433-42C685D54AC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4165" y="376145"/>
            <a:ext cx="1825200" cy="322869"/>
          </a:xfrm>
          <a:prstGeom prst="rect">
            <a:avLst/>
          </a:prstGeom>
        </p:spPr>
      </p:pic>
      <p:pic>
        <p:nvPicPr>
          <p:cNvPr id="16" name="Line [Figma 10114:38482]" descr="Line. градиент в обводке">
            <a:extLst>
              <a:ext uri="{FF2B5EF4-FFF2-40B4-BE49-F238E27FC236}">
                <a16:creationId xmlns:a16="http://schemas.microsoft.com/office/drawing/2014/main" id="{91ACDE30-5EFC-41F5-B31C-753001478AF4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0" y="4400462"/>
            <a:ext cx="12188523" cy="15871"/>
          </a:xfrm>
          <a:prstGeom prst="rect">
            <a:avLst/>
          </a:prstGeom>
        </p:spPr>
      </p:pic>
      <p:pic>
        <p:nvPicPr>
          <p:cNvPr id="17" name="Line [Figma 10114:38483]" descr="Line. градиент в обводке">
            <a:extLst>
              <a:ext uri="{FF2B5EF4-FFF2-40B4-BE49-F238E27FC236}">
                <a16:creationId xmlns:a16="http://schemas.microsoft.com/office/drawing/2014/main" id="{863FE477-78B8-4CF5-B18D-F9861F7F6B81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" y="1622223"/>
            <a:ext cx="12191692" cy="15871"/>
          </a:xfrm>
          <a:prstGeom prst="rect">
            <a:avLst/>
          </a:prstGeom>
        </p:spPr>
      </p:pic>
      <p:pic>
        <p:nvPicPr>
          <p:cNvPr id="18" name="Line [Figma 10114:38484]" descr="Line. градиент в обводке">
            <a:extLst>
              <a:ext uri="{FF2B5EF4-FFF2-40B4-BE49-F238E27FC236}">
                <a16:creationId xmlns:a16="http://schemas.microsoft.com/office/drawing/2014/main" id="{7E886FF9-6E52-479B-8A5A-41D1C3BF5C0E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428553" y="64"/>
            <a:ext cx="15875" cy="6857765"/>
          </a:xfrm>
          <a:prstGeom prst="rect">
            <a:avLst/>
          </a:prstGeom>
        </p:spPr>
      </p:pic>
      <p:pic>
        <p:nvPicPr>
          <p:cNvPr id="19" name="Line [Figma 10114:38484]" descr="Line. градиент в обводке">
            <a:extLst>
              <a:ext uri="{FF2B5EF4-FFF2-40B4-BE49-F238E27FC236}">
                <a16:creationId xmlns:a16="http://schemas.microsoft.com/office/drawing/2014/main" id="{531CF36E-CE7B-42CE-983E-6BC5999C30E6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11596" y="94407"/>
            <a:ext cx="15875" cy="6857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768257"/>
      </p:ext>
    </p:extLst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Облож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C6857E9-FE4E-4B7D-A03B-A8AE9451A1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Line [Figma 9043:6352]" descr="Line. градиент в обводке">
            <a:extLst>
              <a:ext uri="{FF2B5EF4-FFF2-40B4-BE49-F238E27FC236}">
                <a16:creationId xmlns:a16="http://schemas.microsoft.com/office/drawing/2014/main" id="{2F42EBB4-5A52-45AA-9A2F-7E98BDDDEEB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78325"/>
            <a:ext cx="12192000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Line [Figma 9043:6353]" descr="Line. градиент в обводке">
            <a:extLst>
              <a:ext uri="{FF2B5EF4-FFF2-40B4-BE49-F238E27FC236}">
                <a16:creationId xmlns:a16="http://schemas.microsoft.com/office/drawing/2014/main" id="{9DB53208-2B32-44D6-949D-8A09B2C402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2406650"/>
            <a:ext cx="12188825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66" y="2423641"/>
            <a:ext cx="5437198" cy="2402359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000"/>
              </a:lnSpc>
              <a:defRPr sz="4000" cap="all" spc="-150" baseline="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три строчки</a:t>
            </a:r>
            <a:br>
              <a:rPr lang="ru-RU" dirty="0"/>
            </a:br>
            <a:r>
              <a:rPr lang="ru-RU" dirty="0"/>
              <a:t>для образца</a:t>
            </a:r>
          </a:p>
        </p:txBody>
      </p:sp>
      <p:pic>
        <p:nvPicPr>
          <p:cNvPr id="31" name="Vector [Figma 9887:63687]" descr="Vector. векторный контур">
            <a:extLst>
              <a:ext uri="{FF2B5EF4-FFF2-40B4-BE49-F238E27FC236}">
                <a16:creationId xmlns:a16="http://schemas.microsoft.com/office/drawing/2014/main" id="{134CF360-0F39-4435-BD95-4A629699A07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26249" y="493410"/>
            <a:ext cx="100208" cy="99030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F28CD005-6DC3-4013-90DE-A46B546D7F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27157" y="368300"/>
            <a:ext cx="823585" cy="349200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9A16CF99-F442-4A44-B3EF-6F103B54E17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1475" y="368300"/>
            <a:ext cx="879464" cy="319213"/>
          </a:xfrm>
          <a:prstGeom prst="rect">
            <a:avLst/>
          </a:prstGeom>
        </p:spPr>
      </p:pic>
      <p:sp>
        <p:nvSpPr>
          <p:cNvPr id="11" name="Rectangle 240662521 [Figma 9887:63708]">
            <a:extLst>
              <a:ext uri="{FF2B5EF4-FFF2-40B4-BE49-F238E27FC236}">
                <a16:creationId xmlns:a16="http://schemas.microsoft.com/office/drawing/2014/main" id="{D17B948A-C879-4014-822C-489FE967D402}"/>
              </a:ext>
            </a:extLst>
          </p:cNvPr>
          <p:cNvSpPr/>
          <p:nvPr userDrawn="1"/>
        </p:nvSpPr>
        <p:spPr>
          <a:xfrm>
            <a:off x="380990" y="5930752"/>
            <a:ext cx="25399" cy="546086"/>
          </a:xfrm>
          <a:prstGeom prst="roundRect">
            <a:avLst>
              <a:gd name="adj" fmla="val 50001"/>
            </a:avLst>
          </a:prstGeom>
          <a:solidFill>
            <a:srgbClr val="1E4B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Текст 3">
            <a:extLst>
              <a:ext uri="{FF2B5EF4-FFF2-40B4-BE49-F238E27FC236}">
                <a16:creationId xmlns:a16="http://schemas.microsoft.com/office/drawing/2014/main" id="{500F2E23-8BF1-4208-8B85-553A5800A1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8673" y="6040283"/>
            <a:ext cx="4017085" cy="1635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3" name="Текст 3">
            <a:extLst>
              <a:ext uri="{FF2B5EF4-FFF2-40B4-BE49-F238E27FC236}">
                <a16:creationId xmlns:a16="http://schemas.microsoft.com/office/drawing/2014/main" id="{6807F705-F8F9-40EB-AF4D-B91B8C60D0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8674" y="6247288"/>
            <a:ext cx="4017085" cy="1635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ACB6C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Месяц 2000</a:t>
            </a:r>
          </a:p>
        </p:txBody>
      </p:sp>
    </p:spTree>
    <p:extLst>
      <p:ext uri="{BB962C8B-B14F-4D97-AF65-F5344CB8AC3E}">
        <p14:creationId xmlns:p14="http://schemas.microsoft.com/office/powerpoint/2010/main" val="2662414028"/>
      </p:ext>
    </p:extLst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Облож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ine [Figma 9043:6352]" descr="Line. градиент в обводке">
            <a:extLst>
              <a:ext uri="{FF2B5EF4-FFF2-40B4-BE49-F238E27FC236}">
                <a16:creationId xmlns:a16="http://schemas.microsoft.com/office/drawing/2014/main" id="{2F42EBB4-5A52-45AA-9A2F-7E98BDDDEEB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78325"/>
            <a:ext cx="12192000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Line [Figma 9043:6353]" descr="Line. градиент в обводке">
            <a:extLst>
              <a:ext uri="{FF2B5EF4-FFF2-40B4-BE49-F238E27FC236}">
                <a16:creationId xmlns:a16="http://schemas.microsoft.com/office/drawing/2014/main" id="{9DB53208-2B32-44D6-949D-8A09B2C402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2406650"/>
            <a:ext cx="12188825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66" y="2423641"/>
            <a:ext cx="5437198" cy="2402359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000"/>
              </a:lnSpc>
              <a:defRPr sz="4000" cap="all" spc="-150" baseline="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три строчки</a:t>
            </a:r>
            <a:br>
              <a:rPr lang="ru-RU" dirty="0"/>
            </a:br>
            <a:r>
              <a:rPr lang="ru-RU" dirty="0"/>
              <a:t>для образца</a:t>
            </a:r>
          </a:p>
        </p:txBody>
      </p:sp>
      <p:sp>
        <p:nvSpPr>
          <p:cNvPr id="18" name="Rectangle 240662521 [Figma 9887:63708]">
            <a:extLst>
              <a:ext uri="{FF2B5EF4-FFF2-40B4-BE49-F238E27FC236}">
                <a16:creationId xmlns:a16="http://schemas.microsoft.com/office/drawing/2014/main" id="{2628694C-5803-41AB-B185-87803EC49C98}"/>
              </a:ext>
            </a:extLst>
          </p:cNvPr>
          <p:cNvSpPr/>
          <p:nvPr userDrawn="1"/>
        </p:nvSpPr>
        <p:spPr>
          <a:xfrm>
            <a:off x="380990" y="5930752"/>
            <a:ext cx="25399" cy="546086"/>
          </a:xfrm>
          <a:prstGeom prst="roundRect">
            <a:avLst>
              <a:gd name="adj" fmla="val 50001"/>
            </a:avLst>
          </a:prstGeom>
          <a:solidFill>
            <a:srgbClr val="1E4B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1" name="Vector [Figma 9887:63687]" descr="Vector. векторный контур">
            <a:extLst>
              <a:ext uri="{FF2B5EF4-FFF2-40B4-BE49-F238E27FC236}">
                <a16:creationId xmlns:a16="http://schemas.microsoft.com/office/drawing/2014/main" id="{134CF360-0F39-4435-BD95-4A629699A07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26249" y="493410"/>
            <a:ext cx="100208" cy="99030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F28CD005-6DC3-4013-90DE-A46B546D7F9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27157" y="368300"/>
            <a:ext cx="823585" cy="349200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9A16CF99-F442-4A44-B3EF-6F103B54E170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1475" y="368300"/>
            <a:ext cx="879464" cy="319213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D7D6D98B-8B33-4F5E-94FD-8CE49E9758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8673" y="6040283"/>
            <a:ext cx="4017085" cy="1635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3" name="Текст 3">
            <a:extLst>
              <a:ext uri="{FF2B5EF4-FFF2-40B4-BE49-F238E27FC236}">
                <a16:creationId xmlns:a16="http://schemas.microsoft.com/office/drawing/2014/main" id="{7DE74441-5EC9-4BC7-B53A-DF50B7A9EA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8674" y="6247288"/>
            <a:ext cx="4017085" cy="1635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ACB6C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Месяц 2000</a:t>
            </a:r>
          </a:p>
        </p:txBody>
      </p:sp>
    </p:spTree>
    <p:extLst>
      <p:ext uri="{BB962C8B-B14F-4D97-AF65-F5344CB8AC3E}">
        <p14:creationId xmlns:p14="http://schemas.microsoft.com/office/powerpoint/2010/main" val="3804911756"/>
      </p:ext>
    </p:extLst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Содержание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9544F697-9F7C-4100-B82E-76597C13058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4519" y="2794152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solidFill>
                  <a:schemeClr val="accent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en-US" dirty="0"/>
              <a:t>1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4BCD6BF-C470-4F3A-A6A9-72D0CBF5A03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61160" y="2794153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Титульные слайды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C43D4F18-5A57-40C1-AA38-9EEF0B5BB9E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61160" y="3356013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09</a:t>
            </a:r>
          </a:p>
        </p:txBody>
      </p:sp>
      <p:sp>
        <p:nvSpPr>
          <p:cNvPr id="143" name="Текст 9">
            <a:extLst>
              <a:ext uri="{FF2B5EF4-FFF2-40B4-BE49-F238E27FC236}">
                <a16:creationId xmlns:a16="http://schemas.microsoft.com/office/drawing/2014/main" id="{1C1CEE07-3BB3-468D-9ECA-05DB27A574F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55795" y="2794152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solidFill>
                  <a:schemeClr val="accent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2</a:t>
            </a:r>
          </a:p>
        </p:txBody>
      </p:sp>
      <p:sp>
        <p:nvSpPr>
          <p:cNvPr id="144" name="Текст 4">
            <a:extLst>
              <a:ext uri="{FF2B5EF4-FFF2-40B4-BE49-F238E27FC236}">
                <a16:creationId xmlns:a16="http://schemas.microsoft.com/office/drawing/2014/main" id="{511B0CF8-1C4D-44DF-BDEB-36A7E34C3DC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12436" y="2794153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Раздельные слайды</a:t>
            </a:r>
          </a:p>
        </p:txBody>
      </p:sp>
      <p:sp>
        <p:nvSpPr>
          <p:cNvPr id="145" name="Текст 7">
            <a:extLst>
              <a:ext uri="{FF2B5EF4-FFF2-40B4-BE49-F238E27FC236}">
                <a16:creationId xmlns:a16="http://schemas.microsoft.com/office/drawing/2014/main" id="{6DEB178C-EBBD-44AB-A171-90B021CBF66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512436" y="3356013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13</a:t>
            </a:r>
          </a:p>
        </p:txBody>
      </p:sp>
      <p:sp>
        <p:nvSpPr>
          <p:cNvPr id="147" name="Текст 9">
            <a:extLst>
              <a:ext uri="{FF2B5EF4-FFF2-40B4-BE49-F238E27FC236}">
                <a16:creationId xmlns:a16="http://schemas.microsoft.com/office/drawing/2014/main" id="{879B0177-D0F3-4571-A571-8E6D449FBEA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07071" y="2785762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solidFill>
                  <a:schemeClr val="accent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3</a:t>
            </a:r>
          </a:p>
        </p:txBody>
      </p:sp>
      <p:sp>
        <p:nvSpPr>
          <p:cNvPr id="148" name="Текст 4">
            <a:extLst>
              <a:ext uri="{FF2B5EF4-FFF2-40B4-BE49-F238E27FC236}">
                <a16:creationId xmlns:a16="http://schemas.microsoft.com/office/drawing/2014/main" id="{381B60CC-166A-48D9-9F0E-31A7EDCCBF0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363712" y="2785763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Навигация</a:t>
            </a:r>
          </a:p>
        </p:txBody>
      </p:sp>
      <p:sp>
        <p:nvSpPr>
          <p:cNvPr id="149" name="Текст 7">
            <a:extLst>
              <a:ext uri="{FF2B5EF4-FFF2-40B4-BE49-F238E27FC236}">
                <a16:creationId xmlns:a16="http://schemas.microsoft.com/office/drawing/2014/main" id="{B91BC7B4-31F5-4319-948D-22D0382AE18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363712" y="3347623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15</a:t>
            </a:r>
          </a:p>
        </p:txBody>
      </p:sp>
      <p:sp>
        <p:nvSpPr>
          <p:cNvPr id="151" name="Текст 9">
            <a:extLst>
              <a:ext uri="{FF2B5EF4-FFF2-40B4-BE49-F238E27FC236}">
                <a16:creationId xmlns:a16="http://schemas.microsoft.com/office/drawing/2014/main" id="{ADB4BCD0-0D97-4C88-83D5-27A10DF574F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98836" y="4104416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solidFill>
                  <a:schemeClr val="accent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4</a:t>
            </a:r>
          </a:p>
        </p:txBody>
      </p:sp>
      <p:sp>
        <p:nvSpPr>
          <p:cNvPr id="152" name="Текст 4">
            <a:extLst>
              <a:ext uri="{FF2B5EF4-FFF2-40B4-BE49-F238E27FC236}">
                <a16:creationId xmlns:a16="http://schemas.microsoft.com/office/drawing/2014/main" id="{460A92A5-4C17-497A-97C8-53421EA28BC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677227" y="4104417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Контентные слайды</a:t>
            </a:r>
          </a:p>
        </p:txBody>
      </p:sp>
      <p:sp>
        <p:nvSpPr>
          <p:cNvPr id="153" name="Текст 7">
            <a:extLst>
              <a:ext uri="{FF2B5EF4-FFF2-40B4-BE49-F238E27FC236}">
                <a16:creationId xmlns:a16="http://schemas.microsoft.com/office/drawing/2014/main" id="{FAB8F0F1-780B-46F7-8C5E-7DC3C10E5BC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655477" y="4666277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16</a:t>
            </a:r>
          </a:p>
        </p:txBody>
      </p:sp>
      <p:sp>
        <p:nvSpPr>
          <p:cNvPr id="155" name="Текст 9">
            <a:extLst>
              <a:ext uri="{FF2B5EF4-FFF2-40B4-BE49-F238E27FC236}">
                <a16:creationId xmlns:a16="http://schemas.microsoft.com/office/drawing/2014/main" id="{07AFE387-0F4F-4E87-87BB-5B2C9D7631A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450112" y="4104416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solidFill>
                  <a:schemeClr val="accent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5</a:t>
            </a:r>
          </a:p>
        </p:txBody>
      </p:sp>
      <p:sp>
        <p:nvSpPr>
          <p:cNvPr id="156" name="Текст 4">
            <a:extLst>
              <a:ext uri="{FF2B5EF4-FFF2-40B4-BE49-F238E27FC236}">
                <a16:creationId xmlns:a16="http://schemas.microsoft.com/office/drawing/2014/main" id="{E53A190A-4919-414B-B6E1-B1608C7CCE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528503" y="4104417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Таблицы</a:t>
            </a:r>
          </a:p>
        </p:txBody>
      </p:sp>
      <p:sp>
        <p:nvSpPr>
          <p:cNvPr id="157" name="Текст 7">
            <a:extLst>
              <a:ext uri="{FF2B5EF4-FFF2-40B4-BE49-F238E27FC236}">
                <a16:creationId xmlns:a16="http://schemas.microsoft.com/office/drawing/2014/main" id="{F58AF3C2-4320-444B-9D46-7FABE832E60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506753" y="4666277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36</a:t>
            </a:r>
          </a:p>
        </p:txBody>
      </p:sp>
      <p:sp>
        <p:nvSpPr>
          <p:cNvPr id="159" name="Текст 9">
            <a:extLst>
              <a:ext uri="{FF2B5EF4-FFF2-40B4-BE49-F238E27FC236}">
                <a16:creationId xmlns:a16="http://schemas.microsoft.com/office/drawing/2014/main" id="{B1798F73-1F2A-4DE6-8862-F8CA4FFD860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01388" y="4096026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solidFill>
                  <a:schemeClr val="accent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6</a:t>
            </a:r>
          </a:p>
        </p:txBody>
      </p:sp>
      <p:sp>
        <p:nvSpPr>
          <p:cNvPr id="160" name="Текст 4">
            <a:extLst>
              <a:ext uri="{FF2B5EF4-FFF2-40B4-BE49-F238E27FC236}">
                <a16:creationId xmlns:a16="http://schemas.microsoft.com/office/drawing/2014/main" id="{57D222AD-8D23-4711-8885-8D8A06CC797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358029" y="4096027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Схемы и диаграммы</a:t>
            </a:r>
          </a:p>
        </p:txBody>
      </p:sp>
      <p:sp>
        <p:nvSpPr>
          <p:cNvPr id="161" name="Текст 7">
            <a:extLst>
              <a:ext uri="{FF2B5EF4-FFF2-40B4-BE49-F238E27FC236}">
                <a16:creationId xmlns:a16="http://schemas.microsoft.com/office/drawing/2014/main" id="{682FB1BA-8725-4891-8167-07B7E169A3E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358029" y="4657887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39</a:t>
            </a:r>
          </a:p>
        </p:txBody>
      </p:sp>
      <p:sp>
        <p:nvSpPr>
          <p:cNvPr id="163" name="Текст 9">
            <a:extLst>
              <a:ext uri="{FF2B5EF4-FFF2-40B4-BE49-F238E27FC236}">
                <a16:creationId xmlns:a16="http://schemas.microsoft.com/office/drawing/2014/main" id="{13EDD3DC-C617-44C7-9365-1CA061923D5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90277" y="5374885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solidFill>
                  <a:schemeClr val="accent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7</a:t>
            </a:r>
          </a:p>
        </p:txBody>
      </p:sp>
      <p:sp>
        <p:nvSpPr>
          <p:cNvPr id="164" name="Текст 4">
            <a:extLst>
              <a:ext uri="{FF2B5EF4-FFF2-40B4-BE49-F238E27FC236}">
                <a16:creationId xmlns:a16="http://schemas.microsoft.com/office/drawing/2014/main" id="{7A1E98E3-C2C1-4010-AB25-4AB104FC397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668668" y="5374886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sp>
        <p:nvSpPr>
          <p:cNvPr id="165" name="Текст 7">
            <a:extLst>
              <a:ext uri="{FF2B5EF4-FFF2-40B4-BE49-F238E27FC236}">
                <a16:creationId xmlns:a16="http://schemas.microsoft.com/office/drawing/2014/main" id="{1A4B8D07-FA18-4BA0-A707-9F88B634E34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646918" y="5936746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49</a:t>
            </a:r>
          </a:p>
        </p:txBody>
      </p:sp>
      <p:sp>
        <p:nvSpPr>
          <p:cNvPr id="167" name="Текст 9">
            <a:extLst>
              <a:ext uri="{FF2B5EF4-FFF2-40B4-BE49-F238E27FC236}">
                <a16:creationId xmlns:a16="http://schemas.microsoft.com/office/drawing/2014/main" id="{BCF1674D-2B2B-4E77-8D13-EAC3081B65F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441553" y="5374885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solidFill>
                  <a:schemeClr val="accent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8</a:t>
            </a:r>
          </a:p>
        </p:txBody>
      </p:sp>
      <p:sp>
        <p:nvSpPr>
          <p:cNvPr id="168" name="Текст 4">
            <a:extLst>
              <a:ext uri="{FF2B5EF4-FFF2-40B4-BE49-F238E27FC236}">
                <a16:creationId xmlns:a16="http://schemas.microsoft.com/office/drawing/2014/main" id="{C239EB68-AAD1-4014-BDA3-507D5AABB63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519944" y="5374886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Направления и паттерны</a:t>
            </a:r>
          </a:p>
        </p:txBody>
      </p:sp>
      <p:sp>
        <p:nvSpPr>
          <p:cNvPr id="169" name="Текст 7">
            <a:extLst>
              <a:ext uri="{FF2B5EF4-FFF2-40B4-BE49-F238E27FC236}">
                <a16:creationId xmlns:a16="http://schemas.microsoft.com/office/drawing/2014/main" id="{33A42EF0-A894-4C04-BA3D-82C3361A287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498194" y="5936746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50</a:t>
            </a:r>
          </a:p>
        </p:txBody>
      </p:sp>
      <p:sp>
        <p:nvSpPr>
          <p:cNvPr id="171" name="Текст 9">
            <a:extLst>
              <a:ext uri="{FF2B5EF4-FFF2-40B4-BE49-F238E27FC236}">
                <a16:creationId xmlns:a16="http://schemas.microsoft.com/office/drawing/2014/main" id="{6D583F18-AA6D-4DB7-A0D2-DE3A8D0A17C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292829" y="5366495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solidFill>
                  <a:schemeClr val="accent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9</a:t>
            </a:r>
          </a:p>
        </p:txBody>
      </p:sp>
      <p:sp>
        <p:nvSpPr>
          <p:cNvPr id="172" name="Текст 4">
            <a:extLst>
              <a:ext uri="{FF2B5EF4-FFF2-40B4-BE49-F238E27FC236}">
                <a16:creationId xmlns:a16="http://schemas.microsoft.com/office/drawing/2014/main" id="{E73E9EAE-6367-4B05-86DB-815BF0D0DE7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371220" y="5366496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Дополнительные элементы</a:t>
            </a:r>
          </a:p>
        </p:txBody>
      </p:sp>
      <p:sp>
        <p:nvSpPr>
          <p:cNvPr id="173" name="Текст 7">
            <a:extLst>
              <a:ext uri="{FF2B5EF4-FFF2-40B4-BE49-F238E27FC236}">
                <a16:creationId xmlns:a16="http://schemas.microsoft.com/office/drawing/2014/main" id="{67EEDA7B-59F1-4C6D-8986-CB8A474AFAED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349470" y="5928356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60</a:t>
            </a:r>
          </a:p>
        </p:txBody>
      </p:sp>
      <p:pic>
        <p:nvPicPr>
          <p:cNvPr id="174" name="Рисунок 173">
            <a:extLst>
              <a:ext uri="{FF2B5EF4-FFF2-40B4-BE49-F238E27FC236}">
                <a16:creationId xmlns:a16="http://schemas.microsoft.com/office/drawing/2014/main" id="{B006C905-A940-44A0-B9A7-78DA4F62DF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730358"/>
      </p:ext>
    </p:extLst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уллиты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буллиты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4" name="Рисунок 173">
            <a:extLst>
              <a:ext uri="{FF2B5EF4-FFF2-40B4-BE49-F238E27FC236}">
                <a16:creationId xmlns:a16="http://schemas.microsoft.com/office/drawing/2014/main" id="{B006C905-A940-44A0-B9A7-78DA4F62DF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E37772B0-CB9E-497D-AFF0-3DEE16D0138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320767" y="1584325"/>
            <a:ext cx="922023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73ED74C-5170-49D2-8C4A-37748C9F7AE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0667" y="1584325"/>
            <a:ext cx="800100" cy="76517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kern="200" spc="-200" baseline="0">
                <a:solidFill>
                  <a:schemeClr val="accent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76" name="Текст 2">
            <a:extLst>
              <a:ext uri="{FF2B5EF4-FFF2-40B4-BE49-F238E27FC236}">
                <a16:creationId xmlns:a16="http://schemas.microsoft.com/office/drawing/2014/main" id="{761ACA31-4C74-48A5-92D9-AAA100218A7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320767" y="2830085"/>
            <a:ext cx="922023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77" name="Текст 5">
            <a:extLst>
              <a:ext uri="{FF2B5EF4-FFF2-40B4-BE49-F238E27FC236}">
                <a16:creationId xmlns:a16="http://schemas.microsoft.com/office/drawing/2014/main" id="{F3FDE278-6D2D-41D7-8953-68AF70AA58A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0667" y="2830085"/>
            <a:ext cx="800100" cy="76517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kern="200" spc="-200" baseline="0">
                <a:solidFill>
                  <a:schemeClr val="accent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78" name="Текст 2">
            <a:extLst>
              <a:ext uri="{FF2B5EF4-FFF2-40B4-BE49-F238E27FC236}">
                <a16:creationId xmlns:a16="http://schemas.microsoft.com/office/drawing/2014/main" id="{552DD092-6782-4BDF-8F89-D748FE53F22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320767" y="4087385"/>
            <a:ext cx="922023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79" name="Текст 5">
            <a:extLst>
              <a:ext uri="{FF2B5EF4-FFF2-40B4-BE49-F238E27FC236}">
                <a16:creationId xmlns:a16="http://schemas.microsoft.com/office/drawing/2014/main" id="{216DB16B-9693-4283-A2B2-4EDC02F2AC3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0667" y="4087385"/>
            <a:ext cx="800100" cy="76517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kern="200" spc="-200" baseline="0">
                <a:solidFill>
                  <a:schemeClr val="accent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82" name="Текст 2">
            <a:extLst>
              <a:ext uri="{FF2B5EF4-FFF2-40B4-BE49-F238E27FC236}">
                <a16:creationId xmlns:a16="http://schemas.microsoft.com/office/drawing/2014/main" id="{AF352D55-F57E-4F38-AF4B-A4D559FD56A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320767" y="5382785"/>
            <a:ext cx="922023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83" name="Текст 5">
            <a:extLst>
              <a:ext uri="{FF2B5EF4-FFF2-40B4-BE49-F238E27FC236}">
                <a16:creationId xmlns:a16="http://schemas.microsoft.com/office/drawing/2014/main" id="{F2C85A90-B8A1-4749-BAE5-2205C6E0E07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0667" y="5382785"/>
            <a:ext cx="800100" cy="76517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kern="200" spc="-200" baseline="0">
                <a:solidFill>
                  <a:schemeClr val="accent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45979537"/>
      </p:ext>
    </p:extLst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уллиты с ико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Буллиты с иконками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4" name="Рисунок 173">
            <a:extLst>
              <a:ext uri="{FF2B5EF4-FFF2-40B4-BE49-F238E27FC236}">
                <a16:creationId xmlns:a16="http://schemas.microsoft.com/office/drawing/2014/main" id="{B006C905-A940-44A0-B9A7-78DA4F62DF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E37772B0-CB9E-497D-AFF0-3DEE16D0138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517807" y="1584325"/>
            <a:ext cx="902319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76" name="Текст 2">
            <a:extLst>
              <a:ext uri="{FF2B5EF4-FFF2-40B4-BE49-F238E27FC236}">
                <a16:creationId xmlns:a16="http://schemas.microsoft.com/office/drawing/2014/main" id="{761ACA31-4C74-48A5-92D9-AAA100218A7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517807" y="2830085"/>
            <a:ext cx="902319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78" name="Текст 2">
            <a:extLst>
              <a:ext uri="{FF2B5EF4-FFF2-40B4-BE49-F238E27FC236}">
                <a16:creationId xmlns:a16="http://schemas.microsoft.com/office/drawing/2014/main" id="{552DD092-6782-4BDF-8F89-D748FE53F22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7807" y="4087385"/>
            <a:ext cx="902319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82" name="Текст 2">
            <a:extLst>
              <a:ext uri="{FF2B5EF4-FFF2-40B4-BE49-F238E27FC236}">
                <a16:creationId xmlns:a16="http://schemas.microsoft.com/office/drawing/2014/main" id="{AF352D55-F57E-4F38-AF4B-A4D559FD56A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517807" y="5382785"/>
            <a:ext cx="902319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9096380"/>
      </p:ext>
    </p:extLst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уллиты с вывод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Буллиты с выводом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4" name="Рисунок 173">
            <a:extLst>
              <a:ext uri="{FF2B5EF4-FFF2-40B4-BE49-F238E27FC236}">
                <a16:creationId xmlns:a16="http://schemas.microsoft.com/office/drawing/2014/main" id="{B006C905-A940-44A0-B9A7-78DA4F62DF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E37772B0-CB9E-497D-AFF0-3DEE16D0138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517807" y="1584325"/>
            <a:ext cx="902319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76" name="Текст 2">
            <a:extLst>
              <a:ext uri="{FF2B5EF4-FFF2-40B4-BE49-F238E27FC236}">
                <a16:creationId xmlns:a16="http://schemas.microsoft.com/office/drawing/2014/main" id="{761ACA31-4C74-48A5-92D9-AAA100218A7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517807" y="2830085"/>
            <a:ext cx="902319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78" name="Текст 2">
            <a:extLst>
              <a:ext uri="{FF2B5EF4-FFF2-40B4-BE49-F238E27FC236}">
                <a16:creationId xmlns:a16="http://schemas.microsoft.com/office/drawing/2014/main" id="{552DD092-6782-4BDF-8F89-D748FE53F22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7807" y="4087385"/>
            <a:ext cx="902319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82" name="Текст 2">
            <a:extLst>
              <a:ext uri="{FF2B5EF4-FFF2-40B4-BE49-F238E27FC236}">
                <a16:creationId xmlns:a16="http://schemas.microsoft.com/office/drawing/2014/main" id="{AF352D55-F57E-4F38-AF4B-A4D559FD56A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47701" y="5382785"/>
            <a:ext cx="9893300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7591091"/>
      </p:ext>
    </p:extLst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ертикальные карточ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kern="200" cap="all" spc="-100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Вертикальные карточки</a:t>
            </a:r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26"/>
          </p:nvPr>
        </p:nvSpPr>
        <p:spPr>
          <a:xfrm>
            <a:off x="587375" y="2365946"/>
            <a:ext cx="5168771" cy="293613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lang="ru-RU" sz="1400" kern="0" spc="-10" dirty="0">
                <a:solidFill>
                  <a:srgbClr val="6B7683"/>
                </a:solidFill>
                <a:latin typeface="VTB Group Light" pitchFamily="34" charset="0"/>
                <a:ea typeface="VTB Group Light" pitchFamily="34" charset="-122"/>
                <a:cs typeface="VTB Group Light" pitchFamily="34" charset="-120"/>
              </a:rPr>
              <a:t>Образец текста</a:t>
            </a:r>
            <a:endParaRPr lang="en-US" sz="1400" dirty="0"/>
          </a:p>
        </p:txBody>
      </p:sp>
      <p:sp>
        <p:nvSpPr>
          <p:cNvPr id="28" name="Номер слайда 61">
            <a:extLst>
              <a:ext uri="{FF2B5EF4-FFF2-40B4-BE49-F238E27FC236}">
                <a16:creationId xmlns:a16="http://schemas.microsoft.com/office/drawing/2014/main" id="{4B3CCE28-E7E0-403A-B034-114643900A0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F891E-63B0-45CA-9A92-96A490F157E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E25524F-03A3-4C05-8759-4E2C8A2DD4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07D207F9-024E-43D3-88C4-A978615F851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913296" y="1535874"/>
            <a:ext cx="4707003" cy="50985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раздела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5B28C48-F733-4EE0-9BF2-6F141D80FFB1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407149" y="2365375"/>
            <a:ext cx="5213150" cy="2936703"/>
          </a:xfrm>
          <a:prstGeom prst="rect">
            <a:avLst/>
          </a:prstGeom>
        </p:spPr>
        <p:txBody>
          <a:bodyPr lIns="0" tIns="0" rIns="0" bIns="0"/>
          <a:lstStyle>
            <a:lvl1pPr marL="180975" indent="-180975">
              <a:buClr>
                <a:schemeClr val="accent1"/>
              </a:buClr>
              <a:buSzPct val="120000"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marL="180975" marR="0" lvl="0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Образец текста</a:t>
            </a:r>
          </a:p>
          <a:p>
            <a:pPr lvl="0"/>
            <a:endParaRPr lang="ru-RU" dirty="0"/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A88CC75A-F951-488C-B4F5-D3561E0A340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131749" y="1514601"/>
            <a:ext cx="4624397" cy="50985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раздела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90319708"/>
      </p:ext>
    </p:extLst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ертикальные карточки с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kern="200" cap="all" spc="-100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Вертикальные карточки с фото</a:t>
            </a:r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26"/>
          </p:nvPr>
        </p:nvSpPr>
        <p:spPr>
          <a:xfrm>
            <a:off x="587375" y="2365946"/>
            <a:ext cx="5168771" cy="17361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lang="ru-RU" sz="1400" kern="0" spc="-10" dirty="0">
                <a:solidFill>
                  <a:srgbClr val="6B7683"/>
                </a:solidFill>
                <a:latin typeface="VTB Group Light" pitchFamily="34" charset="0"/>
                <a:ea typeface="VTB Group Light" pitchFamily="34" charset="-122"/>
                <a:cs typeface="VTB Group Light" pitchFamily="34" charset="-120"/>
              </a:rPr>
              <a:t>Образец текста</a:t>
            </a:r>
            <a:endParaRPr lang="en-US" sz="1400" dirty="0"/>
          </a:p>
        </p:txBody>
      </p:sp>
      <p:sp>
        <p:nvSpPr>
          <p:cNvPr id="28" name="Номер слайда 61">
            <a:extLst>
              <a:ext uri="{FF2B5EF4-FFF2-40B4-BE49-F238E27FC236}">
                <a16:creationId xmlns:a16="http://schemas.microsoft.com/office/drawing/2014/main" id="{4B3CCE28-E7E0-403A-B034-114643900A0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F891E-63B0-45CA-9A92-96A490F157E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E25524F-03A3-4C05-8759-4E2C8A2DD4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07D207F9-024E-43D3-88C4-A978615F851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913296" y="1535874"/>
            <a:ext cx="4707003" cy="50985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раздела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CFD4DAE-EC25-475D-978A-9222B19796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350000" y="2365375"/>
            <a:ext cx="5254625" cy="1736725"/>
          </a:xfrm>
          <a:prstGeom prst="rect">
            <a:avLst/>
          </a:prstGeom>
        </p:spPr>
        <p:txBody>
          <a:bodyPr lIns="0" tIns="0" rIns="0" bIns="0"/>
          <a:lstStyle>
            <a:lvl1pPr marL="177800" indent="-177800">
              <a:buClr>
                <a:schemeClr val="accent1"/>
              </a:buClr>
              <a:buSzPct val="120000"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4C99A5C8-4F60-4412-AA31-B9831CCADDD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130227" y="1514601"/>
            <a:ext cx="4625919" cy="50985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раздела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50964193"/>
      </p:ext>
    </p:extLst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Вертикальные карточ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kern="200" cap="all" spc="-100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3 Вертикальные карточки</a:t>
            </a:r>
          </a:p>
        </p:txBody>
      </p:sp>
      <p:sp>
        <p:nvSpPr>
          <p:cNvPr id="28" name="Номер слайда 61">
            <a:extLst>
              <a:ext uri="{FF2B5EF4-FFF2-40B4-BE49-F238E27FC236}">
                <a16:creationId xmlns:a16="http://schemas.microsoft.com/office/drawing/2014/main" id="{4B3CCE28-E7E0-403A-B034-114643900A0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F891E-63B0-45CA-9A92-96A490F157E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E25524F-03A3-4C05-8759-4E2C8A2DD4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38" name="Текст 7">
            <a:extLst>
              <a:ext uri="{FF2B5EF4-FFF2-40B4-BE49-F238E27FC236}">
                <a16:creationId xmlns:a16="http://schemas.microsoft.com/office/drawing/2014/main" id="{F40AA270-8957-4F14-8503-2A0D8057F2E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87376" y="2365945"/>
            <a:ext cx="3274620" cy="360896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lang="ru-RU" sz="1400" kern="0" spc="-10" dirty="0">
                <a:solidFill>
                  <a:srgbClr val="6B7683"/>
                </a:solidFill>
                <a:latin typeface="VTB Group Light" pitchFamily="34" charset="0"/>
                <a:ea typeface="VTB Group Light" pitchFamily="34" charset="-122"/>
                <a:cs typeface="VTB Group Light" pitchFamily="34" charset="-120"/>
              </a:rPr>
              <a:t>Образец текста</a:t>
            </a:r>
            <a:endParaRPr lang="en-US" sz="14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C6EF8C7-3D96-4813-A2DC-D70244D4252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902559" y="1524185"/>
            <a:ext cx="2721684" cy="48755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раздела</a:t>
            </a:r>
            <a:endParaRPr lang="ru-RU" dirty="0"/>
          </a:p>
        </p:txBody>
      </p:sp>
      <p:sp>
        <p:nvSpPr>
          <p:cNvPr id="54" name="Текст 3">
            <a:extLst>
              <a:ext uri="{FF2B5EF4-FFF2-40B4-BE49-F238E27FC236}">
                <a16:creationId xmlns:a16="http://schemas.microsoft.com/office/drawing/2014/main" id="{CF08A062-F4E6-4849-95CC-ED36DE3BAD2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180191" y="1524185"/>
            <a:ext cx="2721684" cy="48755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раздела</a:t>
            </a:r>
            <a:endParaRPr lang="ru-RU" dirty="0"/>
          </a:p>
        </p:txBody>
      </p:sp>
      <p:sp>
        <p:nvSpPr>
          <p:cNvPr id="74" name="Текст 3">
            <a:extLst>
              <a:ext uri="{FF2B5EF4-FFF2-40B4-BE49-F238E27FC236}">
                <a16:creationId xmlns:a16="http://schemas.microsoft.com/office/drawing/2014/main" id="{B3D4F3EF-1458-437C-BE5F-A141CBE5FDB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051472" y="1525753"/>
            <a:ext cx="2721684" cy="48755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раздела</a:t>
            </a:r>
            <a:endParaRPr lang="ru-RU" dirty="0"/>
          </a:p>
        </p:txBody>
      </p:sp>
      <p:sp>
        <p:nvSpPr>
          <p:cNvPr id="26" name="Текст 4">
            <a:extLst>
              <a:ext uri="{FF2B5EF4-FFF2-40B4-BE49-F238E27FC236}">
                <a16:creationId xmlns:a16="http://schemas.microsoft.com/office/drawing/2014/main" id="{AF0923DF-DC38-4E85-A2A6-EA18DF245BF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293100" y="2365375"/>
            <a:ext cx="3311525" cy="3599880"/>
          </a:xfrm>
          <a:prstGeom prst="rect">
            <a:avLst/>
          </a:prstGeom>
        </p:spPr>
        <p:txBody>
          <a:bodyPr lIns="0" tIns="0" rIns="0" bIns="0"/>
          <a:lstStyle>
            <a:lvl1pPr marL="177800" indent="-177800">
              <a:buClr>
                <a:schemeClr val="accent1"/>
              </a:buClr>
              <a:buSzPct val="120000"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7" name="Текст 4">
            <a:extLst>
              <a:ext uri="{FF2B5EF4-FFF2-40B4-BE49-F238E27FC236}">
                <a16:creationId xmlns:a16="http://schemas.microsoft.com/office/drawing/2014/main" id="{222EDED0-AAF1-43EC-AA3D-AAFF6016A9B9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4445321" y="2375470"/>
            <a:ext cx="3311525" cy="3599880"/>
          </a:xfrm>
          <a:prstGeom prst="rect">
            <a:avLst/>
          </a:prstGeom>
        </p:spPr>
        <p:txBody>
          <a:bodyPr lIns="0" tIns="0" rIns="0" bIns="0"/>
          <a:lstStyle>
            <a:lvl1pPr marL="177800" indent="-177800">
              <a:buClr>
                <a:schemeClr val="accent2"/>
              </a:buClr>
              <a:buSzPct val="120000"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00021762"/>
      </p:ext>
    </p:extLst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Вертикальные карточки с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8300"/>
            <a:ext cx="9155664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kern="200" cap="all" spc="-100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3 вертикальные карточки с фото</a:t>
            </a:r>
          </a:p>
        </p:txBody>
      </p:sp>
      <p:sp>
        <p:nvSpPr>
          <p:cNvPr id="28" name="Номер слайда 61">
            <a:extLst>
              <a:ext uri="{FF2B5EF4-FFF2-40B4-BE49-F238E27FC236}">
                <a16:creationId xmlns:a16="http://schemas.microsoft.com/office/drawing/2014/main" id="{4B3CCE28-E7E0-403A-B034-114643900A0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F891E-63B0-45CA-9A92-96A490F157E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E25524F-03A3-4C05-8759-4E2C8A2DD4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38" name="Текст 7">
            <a:extLst>
              <a:ext uri="{FF2B5EF4-FFF2-40B4-BE49-F238E27FC236}">
                <a16:creationId xmlns:a16="http://schemas.microsoft.com/office/drawing/2014/main" id="{F40AA270-8957-4F14-8503-2A0D8057F2E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87376" y="2365945"/>
            <a:ext cx="3274620" cy="182505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>
                <a:effectLst/>
              </a:rPr>
              <a:t>Образец текста</a:t>
            </a:r>
          </a:p>
          <a:p>
            <a:pPr marL="0" marR="0" lvl="0" indent="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>
                <a:effectLst/>
              </a:rPr>
              <a:t>Образец текста</a:t>
            </a:r>
          </a:p>
          <a:p>
            <a:pPr marL="0" marR="0" lvl="0" indent="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ru-RU" dirty="0">
              <a:effectLst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C6EF8C7-3D96-4813-A2DC-D70244D4252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902559" y="1524185"/>
            <a:ext cx="2721684" cy="48755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54" name="Текст 3">
            <a:extLst>
              <a:ext uri="{FF2B5EF4-FFF2-40B4-BE49-F238E27FC236}">
                <a16:creationId xmlns:a16="http://schemas.microsoft.com/office/drawing/2014/main" id="{CF08A062-F4E6-4849-95CC-ED36DE3BAD2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180191" y="1524185"/>
            <a:ext cx="2721684" cy="48755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74" name="Текст 3">
            <a:extLst>
              <a:ext uri="{FF2B5EF4-FFF2-40B4-BE49-F238E27FC236}">
                <a16:creationId xmlns:a16="http://schemas.microsoft.com/office/drawing/2014/main" id="{B3D4F3EF-1458-437C-BE5F-A141CBE5FDB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051472" y="1525753"/>
            <a:ext cx="2721684" cy="48755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30" name="Текст 4">
            <a:extLst>
              <a:ext uri="{FF2B5EF4-FFF2-40B4-BE49-F238E27FC236}">
                <a16:creationId xmlns:a16="http://schemas.microsoft.com/office/drawing/2014/main" id="{BC770120-677C-4DE8-B92C-D9781776F8D9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293100" y="2365375"/>
            <a:ext cx="3311525" cy="1815530"/>
          </a:xfrm>
          <a:prstGeom prst="rect">
            <a:avLst/>
          </a:prstGeom>
        </p:spPr>
        <p:txBody>
          <a:bodyPr lIns="0" tIns="0" rIns="0" bIns="0"/>
          <a:lstStyle>
            <a:lvl1pPr marL="177800" indent="-177800">
              <a:buClr>
                <a:schemeClr val="accent1"/>
              </a:buClr>
              <a:buSzPct val="120000"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2" name="Текст 4">
            <a:extLst>
              <a:ext uri="{FF2B5EF4-FFF2-40B4-BE49-F238E27FC236}">
                <a16:creationId xmlns:a16="http://schemas.microsoft.com/office/drawing/2014/main" id="{F7C8BF14-11C2-48D9-96D2-BDE05A40C967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4445321" y="2375470"/>
            <a:ext cx="3311525" cy="1815530"/>
          </a:xfrm>
          <a:prstGeom prst="rect">
            <a:avLst/>
          </a:prstGeom>
        </p:spPr>
        <p:txBody>
          <a:bodyPr lIns="0" tIns="0" rIns="0" bIns="0"/>
          <a:lstStyle>
            <a:lvl1pPr marL="177800" indent="-177800">
              <a:buClr>
                <a:schemeClr val="accent2"/>
              </a:buClr>
              <a:buSzPct val="120000"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781684089"/>
      </p:ext>
    </p:extLst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Вертикальные карточ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sult Title [Figma 9043:6384]">
            <a:extLst>
              <a:ext uri="{FF2B5EF4-FFF2-40B4-BE49-F238E27FC236}">
                <a16:creationId xmlns:a16="http://schemas.microsoft.com/office/drawing/2014/main" id="{40C96AB4-6FCA-4126-A57C-E8E73E021FF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239250" y="1485900"/>
            <a:ext cx="1060450" cy="327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VTB Group"/>
              </a:defRPr>
            </a:lvl1pPr>
            <a:lvl2pPr marL="742950" indent="-285750">
              <a:defRPr>
                <a:solidFill>
                  <a:schemeClr val="tx1"/>
                </a:solidFill>
                <a:latin typeface="VTB Group"/>
              </a:defRPr>
            </a:lvl2pPr>
            <a:lvl3pPr marL="1143000" indent="-228600">
              <a:defRPr>
                <a:solidFill>
                  <a:schemeClr val="tx1"/>
                </a:solidFill>
                <a:latin typeface="VTB Group"/>
              </a:defRPr>
            </a:lvl3pPr>
            <a:lvl4pPr marL="1600200" indent="-228600">
              <a:defRPr>
                <a:solidFill>
                  <a:schemeClr val="tx1"/>
                </a:solidFill>
                <a:latin typeface="VTB Group"/>
              </a:defRPr>
            </a:lvl4pPr>
            <a:lvl5pPr marL="2057400" indent="-228600">
              <a:defRPr>
                <a:solidFill>
                  <a:schemeClr val="tx1"/>
                </a:solidFill>
                <a:latin typeface="VTB Group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9pPr>
          </a:lstStyle>
          <a:p>
            <a:pPr eaLnBrk="1" hangingPunct="1">
              <a:defRPr/>
            </a:pPr>
            <a:endParaRPr lang="en-US" altLang="ru-RU" sz="2000" dirty="0">
              <a:latin typeface="VTB Group Book" panose="020B0503040504020204" pitchFamily="34" charset="-52"/>
            </a:endParaRPr>
          </a:p>
        </p:txBody>
      </p:sp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4 вертикальные карточки</a:t>
            </a:r>
          </a:p>
        </p:txBody>
      </p:sp>
      <p:sp>
        <p:nvSpPr>
          <p:cNvPr id="39" name="Текст 2"/>
          <p:cNvSpPr>
            <a:spLocks noGrp="1"/>
          </p:cNvSpPr>
          <p:nvPr>
            <p:ph type="body" sz="quarter" idx="27"/>
          </p:nvPr>
        </p:nvSpPr>
        <p:spPr>
          <a:xfrm>
            <a:off x="571486" y="2322768"/>
            <a:ext cx="2368204" cy="38684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40"/>
              </a:lnSpc>
              <a:buNone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</a:p>
          <a:p>
            <a:pPr marL="0" marR="0" lvl="0" indent="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>
                <a:effectLst/>
              </a:rPr>
              <a:t>Образец текста</a:t>
            </a:r>
          </a:p>
          <a:p>
            <a:pPr lvl="0"/>
            <a:endParaRPr lang="ru-RU" dirty="0">
              <a:effectLst/>
            </a:endParaRPr>
          </a:p>
        </p:txBody>
      </p:sp>
      <p:sp>
        <p:nvSpPr>
          <p:cNvPr id="28" name="Номер слайда 61">
            <a:extLst>
              <a:ext uri="{FF2B5EF4-FFF2-40B4-BE49-F238E27FC236}">
                <a16:creationId xmlns:a16="http://schemas.microsoft.com/office/drawing/2014/main" id="{4B3CCE28-E7E0-403A-B034-114643900A0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F891E-63B0-45CA-9A92-96A490F157E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E25524F-03A3-4C05-8759-4E2C8A2DD4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4F340843-AA78-474D-8F7E-EE14AADD7A6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30273" y="1517115"/>
            <a:ext cx="1822494" cy="504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78" name="Текст 3">
            <a:extLst>
              <a:ext uri="{FF2B5EF4-FFF2-40B4-BE49-F238E27FC236}">
                <a16:creationId xmlns:a16="http://schemas.microsoft.com/office/drawing/2014/main" id="{14B370E1-7C12-492A-BD26-28FAB4C6D12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038217" y="1517116"/>
            <a:ext cx="1822494" cy="504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85" name="Текст 3">
            <a:extLst>
              <a:ext uri="{FF2B5EF4-FFF2-40B4-BE49-F238E27FC236}">
                <a16:creationId xmlns:a16="http://schemas.microsoft.com/office/drawing/2014/main" id="{29F2796F-7C20-46E7-893B-1A52B259BCB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07905" y="1526161"/>
            <a:ext cx="1822494" cy="504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92" name="Текст 3">
            <a:extLst>
              <a:ext uri="{FF2B5EF4-FFF2-40B4-BE49-F238E27FC236}">
                <a16:creationId xmlns:a16="http://schemas.microsoft.com/office/drawing/2014/main" id="{98BAC7AF-B6B5-4C80-9A10-C4C45F5075B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816893" y="1517117"/>
            <a:ext cx="1822494" cy="504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97" name="Текст 2">
            <a:extLst>
              <a:ext uri="{FF2B5EF4-FFF2-40B4-BE49-F238E27FC236}">
                <a16:creationId xmlns:a16="http://schemas.microsoft.com/office/drawing/2014/main" id="{D63239EA-5842-4CE2-A36B-F34246318033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3467415" y="2316467"/>
            <a:ext cx="2368204" cy="3874783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440"/>
              </a:lnSpc>
              <a:buClr>
                <a:schemeClr val="accent2"/>
              </a:buClr>
              <a:buSzPct val="120000"/>
              <a:buFont typeface="VTB Group Light" panose="020B0403040504020204" pitchFamily="34" charset="-52"/>
              <a:buChar char="•"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</a:p>
          <a:p>
            <a:pPr marL="171450" marR="0" lvl="0" indent="-17145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20000"/>
              <a:buFont typeface="VTB Group Light" panose="020B0403040504020204" pitchFamily="34" charset="-52"/>
              <a:buChar char="•"/>
              <a:tabLst/>
              <a:defRPr/>
            </a:pPr>
            <a:r>
              <a:rPr lang="ru-RU" dirty="0">
                <a:effectLst/>
              </a:rPr>
              <a:t>Образец текста</a:t>
            </a:r>
          </a:p>
          <a:p>
            <a:pPr marL="171450" marR="0" lvl="0" indent="-17145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20000"/>
              <a:buFont typeface="VTB Group Light" panose="020B0403040504020204" pitchFamily="34" charset="-52"/>
              <a:buChar char="•"/>
              <a:tabLst/>
              <a:defRPr/>
            </a:pPr>
            <a:endParaRPr lang="ru-RU" dirty="0">
              <a:effectLst/>
            </a:endParaRPr>
          </a:p>
          <a:p>
            <a:pPr lvl="0"/>
            <a:endParaRPr lang="ru-RU" dirty="0">
              <a:effectLst/>
            </a:endParaRPr>
          </a:p>
        </p:txBody>
      </p:sp>
      <p:sp>
        <p:nvSpPr>
          <p:cNvPr id="99" name="Текст 2">
            <a:extLst>
              <a:ext uri="{FF2B5EF4-FFF2-40B4-BE49-F238E27FC236}">
                <a16:creationId xmlns:a16="http://schemas.microsoft.com/office/drawing/2014/main" id="{69C42475-5A44-4C6D-A727-1ECA57C33406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346220" y="2314561"/>
            <a:ext cx="2368204" cy="3874783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440"/>
              </a:lnSpc>
              <a:buClr>
                <a:schemeClr val="accent1"/>
              </a:buClr>
              <a:buSzPct val="120000"/>
              <a:buFont typeface="VTB Group Light" panose="020B0403040504020204" pitchFamily="34" charset="-52"/>
              <a:buChar char="•"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</a:p>
          <a:p>
            <a:pPr marL="171450" marR="0" lvl="0" indent="-17145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20000"/>
              <a:buFont typeface="VTB Group Light" panose="020B0403040504020204" pitchFamily="34" charset="-52"/>
              <a:buChar char="•"/>
              <a:tabLst/>
              <a:defRPr/>
            </a:pPr>
            <a:r>
              <a:rPr lang="ru-RU" dirty="0">
                <a:effectLst/>
              </a:rPr>
              <a:t>Образец текста</a:t>
            </a:r>
          </a:p>
          <a:p>
            <a:pPr marL="171450" marR="0" lvl="0" indent="-17145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20000"/>
              <a:buFont typeface="VTB Group Light" panose="020B0403040504020204" pitchFamily="34" charset="-52"/>
              <a:buChar char="•"/>
              <a:tabLst/>
              <a:defRPr/>
            </a:pPr>
            <a:endParaRPr lang="ru-RU" dirty="0">
              <a:effectLst/>
            </a:endParaRPr>
          </a:p>
          <a:p>
            <a:pPr lvl="0"/>
            <a:endParaRPr lang="ru-RU" dirty="0">
              <a:effectLst/>
            </a:endParaRPr>
          </a:p>
        </p:txBody>
      </p:sp>
      <p:sp>
        <p:nvSpPr>
          <p:cNvPr id="100" name="Текст 2">
            <a:extLst>
              <a:ext uri="{FF2B5EF4-FFF2-40B4-BE49-F238E27FC236}">
                <a16:creationId xmlns:a16="http://schemas.microsoft.com/office/drawing/2014/main" id="{3DF87732-73DF-4509-A166-5CF822C5F476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9236857" y="2332373"/>
            <a:ext cx="2368204" cy="3856971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1440"/>
              </a:lnSpc>
              <a:buClr>
                <a:schemeClr val="accent1"/>
              </a:buClr>
              <a:buFont typeface="+mj-lt"/>
              <a:buAutoNum type="arabicPeriod"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</a:p>
          <a:p>
            <a:pPr lvl="0"/>
            <a:r>
              <a:rPr lang="ru-RU" dirty="0">
                <a:effectLst/>
              </a:rPr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142117582"/>
      </p:ext>
    </p:extLst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Вертикальные карточки с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sult Title [Figma 9043:6384]">
            <a:extLst>
              <a:ext uri="{FF2B5EF4-FFF2-40B4-BE49-F238E27FC236}">
                <a16:creationId xmlns:a16="http://schemas.microsoft.com/office/drawing/2014/main" id="{40C96AB4-6FCA-4126-A57C-E8E73E021FF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239250" y="1485900"/>
            <a:ext cx="1060450" cy="327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VTB Group"/>
              </a:defRPr>
            </a:lvl1pPr>
            <a:lvl2pPr marL="742950" indent="-285750">
              <a:defRPr>
                <a:solidFill>
                  <a:schemeClr val="tx1"/>
                </a:solidFill>
                <a:latin typeface="VTB Group"/>
              </a:defRPr>
            </a:lvl2pPr>
            <a:lvl3pPr marL="1143000" indent="-228600">
              <a:defRPr>
                <a:solidFill>
                  <a:schemeClr val="tx1"/>
                </a:solidFill>
                <a:latin typeface="VTB Group"/>
              </a:defRPr>
            </a:lvl3pPr>
            <a:lvl4pPr marL="1600200" indent="-228600">
              <a:defRPr>
                <a:solidFill>
                  <a:schemeClr val="tx1"/>
                </a:solidFill>
                <a:latin typeface="VTB Group"/>
              </a:defRPr>
            </a:lvl4pPr>
            <a:lvl5pPr marL="2057400" indent="-228600">
              <a:defRPr>
                <a:solidFill>
                  <a:schemeClr val="tx1"/>
                </a:solidFill>
                <a:latin typeface="VTB Group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9pPr>
          </a:lstStyle>
          <a:p>
            <a:pPr eaLnBrk="1" hangingPunct="1">
              <a:defRPr/>
            </a:pPr>
            <a:endParaRPr lang="en-US" altLang="ru-RU" sz="2000" dirty="0">
              <a:latin typeface="VTB Group Book" panose="020B0503040504020204" pitchFamily="34" charset="-52"/>
            </a:endParaRPr>
          </a:p>
        </p:txBody>
      </p:sp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4 вертикальные карточки с фото</a:t>
            </a:r>
          </a:p>
        </p:txBody>
      </p:sp>
      <p:sp>
        <p:nvSpPr>
          <p:cNvPr id="39" name="Текст 2"/>
          <p:cNvSpPr>
            <a:spLocks noGrp="1"/>
          </p:cNvSpPr>
          <p:nvPr>
            <p:ph type="body" sz="quarter" idx="27"/>
          </p:nvPr>
        </p:nvSpPr>
        <p:spPr>
          <a:xfrm>
            <a:off x="571486" y="2322768"/>
            <a:ext cx="2368204" cy="19349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40"/>
              </a:lnSpc>
              <a:buNone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</a:p>
          <a:p>
            <a:pPr marL="0" marR="0" lvl="0" indent="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>
                <a:effectLst/>
              </a:rPr>
              <a:t>Образец текста</a:t>
            </a:r>
          </a:p>
          <a:p>
            <a:pPr lvl="0"/>
            <a:endParaRPr lang="ru-RU" dirty="0">
              <a:effectLst/>
            </a:endParaRPr>
          </a:p>
        </p:txBody>
      </p:sp>
      <p:sp>
        <p:nvSpPr>
          <p:cNvPr id="28" name="Номер слайда 61">
            <a:extLst>
              <a:ext uri="{FF2B5EF4-FFF2-40B4-BE49-F238E27FC236}">
                <a16:creationId xmlns:a16="http://schemas.microsoft.com/office/drawing/2014/main" id="{4B3CCE28-E7E0-403A-B034-114643900A0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F891E-63B0-45CA-9A92-96A490F157E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E25524F-03A3-4C05-8759-4E2C8A2DD4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4F340843-AA78-474D-8F7E-EE14AADD7A6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30273" y="1517115"/>
            <a:ext cx="1822494" cy="504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78" name="Текст 3">
            <a:extLst>
              <a:ext uri="{FF2B5EF4-FFF2-40B4-BE49-F238E27FC236}">
                <a16:creationId xmlns:a16="http://schemas.microsoft.com/office/drawing/2014/main" id="{14B370E1-7C12-492A-BD26-28FAB4C6D12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038217" y="1517116"/>
            <a:ext cx="1822494" cy="504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85" name="Текст 3">
            <a:extLst>
              <a:ext uri="{FF2B5EF4-FFF2-40B4-BE49-F238E27FC236}">
                <a16:creationId xmlns:a16="http://schemas.microsoft.com/office/drawing/2014/main" id="{29F2796F-7C20-46E7-893B-1A52B259BCB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07905" y="1526161"/>
            <a:ext cx="1822494" cy="504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92" name="Текст 3">
            <a:extLst>
              <a:ext uri="{FF2B5EF4-FFF2-40B4-BE49-F238E27FC236}">
                <a16:creationId xmlns:a16="http://schemas.microsoft.com/office/drawing/2014/main" id="{98BAC7AF-B6B5-4C80-9A10-C4C45F5075B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816893" y="1517117"/>
            <a:ext cx="1822494" cy="504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97" name="Текст 2">
            <a:extLst>
              <a:ext uri="{FF2B5EF4-FFF2-40B4-BE49-F238E27FC236}">
                <a16:creationId xmlns:a16="http://schemas.microsoft.com/office/drawing/2014/main" id="{D63239EA-5842-4CE2-A36B-F34246318033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3467415" y="2316468"/>
            <a:ext cx="2368204" cy="19412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440"/>
              </a:lnSpc>
              <a:buClr>
                <a:schemeClr val="accent2"/>
              </a:buClr>
              <a:buSzPct val="120000"/>
              <a:buFont typeface="VTB Group Light" panose="020B0403040504020204" pitchFamily="34" charset="-52"/>
              <a:buChar char="•"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</a:p>
          <a:p>
            <a:pPr marL="171450" marR="0" lvl="0" indent="-17145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20000"/>
              <a:buFont typeface="VTB Group Light" panose="020B0403040504020204" pitchFamily="34" charset="-52"/>
              <a:buChar char="•"/>
              <a:tabLst/>
              <a:defRPr/>
            </a:pPr>
            <a:r>
              <a:rPr lang="ru-RU" dirty="0">
                <a:effectLst/>
              </a:rPr>
              <a:t>Образец текста</a:t>
            </a:r>
          </a:p>
          <a:p>
            <a:pPr marL="171450" marR="0" lvl="0" indent="-17145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20000"/>
              <a:buFont typeface="VTB Group Light" panose="020B0403040504020204" pitchFamily="34" charset="-52"/>
              <a:buChar char="•"/>
              <a:tabLst/>
              <a:defRPr/>
            </a:pPr>
            <a:endParaRPr lang="ru-RU" dirty="0">
              <a:effectLst/>
            </a:endParaRPr>
          </a:p>
          <a:p>
            <a:pPr lvl="0"/>
            <a:endParaRPr lang="ru-RU" dirty="0">
              <a:effectLst/>
            </a:endParaRPr>
          </a:p>
        </p:txBody>
      </p:sp>
      <p:sp>
        <p:nvSpPr>
          <p:cNvPr id="99" name="Текст 2">
            <a:extLst>
              <a:ext uri="{FF2B5EF4-FFF2-40B4-BE49-F238E27FC236}">
                <a16:creationId xmlns:a16="http://schemas.microsoft.com/office/drawing/2014/main" id="{69C42475-5A44-4C6D-A727-1ECA57C33406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346220" y="2314561"/>
            <a:ext cx="2368204" cy="194311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440"/>
              </a:lnSpc>
              <a:buClr>
                <a:schemeClr val="accent1"/>
              </a:buClr>
              <a:buSzPct val="120000"/>
              <a:buFont typeface="VTB Group Light" panose="020B0403040504020204" pitchFamily="34" charset="-52"/>
              <a:buChar char="•"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</a:p>
          <a:p>
            <a:pPr marL="171450" marR="0" lvl="0" indent="-17145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20000"/>
              <a:buFont typeface="VTB Group Light" panose="020B0403040504020204" pitchFamily="34" charset="-52"/>
              <a:buChar char="•"/>
              <a:tabLst/>
              <a:defRPr/>
            </a:pPr>
            <a:r>
              <a:rPr lang="ru-RU" dirty="0">
                <a:effectLst/>
              </a:rPr>
              <a:t>Образец текста</a:t>
            </a:r>
          </a:p>
          <a:p>
            <a:pPr marL="171450" marR="0" lvl="0" indent="-17145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20000"/>
              <a:buFont typeface="VTB Group Light" panose="020B0403040504020204" pitchFamily="34" charset="-52"/>
              <a:buChar char="•"/>
              <a:tabLst/>
              <a:defRPr/>
            </a:pPr>
            <a:endParaRPr lang="ru-RU" dirty="0">
              <a:effectLst/>
            </a:endParaRPr>
          </a:p>
          <a:p>
            <a:pPr lvl="0"/>
            <a:endParaRPr lang="ru-RU" dirty="0">
              <a:effectLst/>
            </a:endParaRPr>
          </a:p>
        </p:txBody>
      </p:sp>
      <p:sp>
        <p:nvSpPr>
          <p:cNvPr id="100" name="Текст 2">
            <a:extLst>
              <a:ext uri="{FF2B5EF4-FFF2-40B4-BE49-F238E27FC236}">
                <a16:creationId xmlns:a16="http://schemas.microsoft.com/office/drawing/2014/main" id="{3DF87732-73DF-4509-A166-5CF822C5F476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9236857" y="2332373"/>
            <a:ext cx="2368204" cy="1925303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1440"/>
              </a:lnSpc>
              <a:buClr>
                <a:schemeClr val="accent1"/>
              </a:buClr>
              <a:buFont typeface="+mj-lt"/>
              <a:buAutoNum type="arabicPeriod"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</a:p>
          <a:p>
            <a:pPr lvl="0"/>
            <a:r>
              <a:rPr lang="ru-RU" dirty="0">
                <a:effectLst/>
              </a:rPr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092370564"/>
      </p:ext>
    </p:extLst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арточки с процес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sult Title [Figma 9043:6384]">
            <a:extLst>
              <a:ext uri="{FF2B5EF4-FFF2-40B4-BE49-F238E27FC236}">
                <a16:creationId xmlns:a16="http://schemas.microsoft.com/office/drawing/2014/main" id="{40C96AB4-6FCA-4126-A57C-E8E73E021FF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239250" y="1485900"/>
            <a:ext cx="1060450" cy="327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VTB Group"/>
              </a:defRPr>
            </a:lvl1pPr>
            <a:lvl2pPr marL="742950" indent="-285750">
              <a:defRPr>
                <a:solidFill>
                  <a:schemeClr val="tx1"/>
                </a:solidFill>
                <a:latin typeface="VTB Group"/>
              </a:defRPr>
            </a:lvl2pPr>
            <a:lvl3pPr marL="1143000" indent="-228600">
              <a:defRPr>
                <a:solidFill>
                  <a:schemeClr val="tx1"/>
                </a:solidFill>
                <a:latin typeface="VTB Group"/>
              </a:defRPr>
            </a:lvl3pPr>
            <a:lvl4pPr marL="1600200" indent="-228600">
              <a:defRPr>
                <a:solidFill>
                  <a:schemeClr val="tx1"/>
                </a:solidFill>
                <a:latin typeface="VTB Group"/>
              </a:defRPr>
            </a:lvl4pPr>
            <a:lvl5pPr marL="2057400" indent="-228600">
              <a:defRPr>
                <a:solidFill>
                  <a:schemeClr val="tx1"/>
                </a:solidFill>
                <a:latin typeface="VTB Group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9pPr>
          </a:lstStyle>
          <a:p>
            <a:pPr eaLnBrk="1" hangingPunct="1">
              <a:defRPr/>
            </a:pPr>
            <a:endParaRPr lang="en-US" altLang="ru-RU" sz="2000" dirty="0">
              <a:latin typeface="VTB Group Book" panose="020B0503040504020204" pitchFamily="34" charset="-52"/>
            </a:endParaRPr>
          </a:p>
        </p:txBody>
      </p:sp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Карточка с процессом</a:t>
            </a:r>
          </a:p>
        </p:txBody>
      </p:sp>
      <p:sp>
        <p:nvSpPr>
          <p:cNvPr id="34" name="Текст 3"/>
          <p:cNvSpPr>
            <a:spLocks noGrp="1"/>
          </p:cNvSpPr>
          <p:nvPr>
            <p:ph type="body" sz="quarter" idx="10" hasCustomPrompt="1"/>
          </p:nvPr>
        </p:nvSpPr>
        <p:spPr>
          <a:xfrm>
            <a:off x="586928" y="1485259"/>
            <a:ext cx="2368222" cy="2444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Шаг 1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25"/>
          </p:nvPr>
        </p:nvSpPr>
        <p:spPr>
          <a:xfrm>
            <a:off x="586928" y="2462557"/>
            <a:ext cx="2368204" cy="30552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40"/>
              </a:lnSpc>
              <a:buNone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26"/>
          </p:nvPr>
        </p:nvSpPr>
        <p:spPr>
          <a:xfrm>
            <a:off x="587375" y="2114173"/>
            <a:ext cx="2367775" cy="2428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2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9" name="Текст 2"/>
          <p:cNvSpPr>
            <a:spLocks noGrp="1"/>
          </p:cNvSpPr>
          <p:nvPr>
            <p:ph type="body" sz="quarter" idx="27"/>
          </p:nvPr>
        </p:nvSpPr>
        <p:spPr>
          <a:xfrm>
            <a:off x="3466653" y="2461228"/>
            <a:ext cx="2368204" cy="30552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40"/>
              </a:lnSpc>
              <a:buNone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4" name="Текст 7"/>
          <p:cNvSpPr>
            <a:spLocks noGrp="1"/>
          </p:cNvSpPr>
          <p:nvPr>
            <p:ph type="body" sz="quarter" idx="28"/>
          </p:nvPr>
        </p:nvSpPr>
        <p:spPr>
          <a:xfrm>
            <a:off x="3467100" y="2112844"/>
            <a:ext cx="2367775" cy="2428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2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3" name="Текст 2"/>
          <p:cNvSpPr>
            <a:spLocks noGrp="1"/>
          </p:cNvSpPr>
          <p:nvPr>
            <p:ph type="body" sz="quarter" idx="29"/>
          </p:nvPr>
        </p:nvSpPr>
        <p:spPr>
          <a:xfrm>
            <a:off x="6347966" y="2462557"/>
            <a:ext cx="2368204" cy="30552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40"/>
              </a:lnSpc>
              <a:buNone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5" name="Текст 7"/>
          <p:cNvSpPr>
            <a:spLocks noGrp="1"/>
          </p:cNvSpPr>
          <p:nvPr>
            <p:ph type="body" sz="quarter" idx="30"/>
          </p:nvPr>
        </p:nvSpPr>
        <p:spPr>
          <a:xfrm>
            <a:off x="6348413" y="2114173"/>
            <a:ext cx="2367775" cy="2428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2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6" name="Текст 2"/>
          <p:cNvSpPr>
            <a:spLocks noGrp="1"/>
          </p:cNvSpPr>
          <p:nvPr>
            <p:ph type="body" sz="quarter" idx="31"/>
          </p:nvPr>
        </p:nvSpPr>
        <p:spPr>
          <a:xfrm>
            <a:off x="9227691" y="2465980"/>
            <a:ext cx="2368204" cy="30552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40"/>
              </a:lnSpc>
              <a:buNone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7" name="Текст 7"/>
          <p:cNvSpPr>
            <a:spLocks noGrp="1"/>
          </p:cNvSpPr>
          <p:nvPr>
            <p:ph type="body" sz="quarter" idx="32"/>
          </p:nvPr>
        </p:nvSpPr>
        <p:spPr>
          <a:xfrm>
            <a:off x="9228138" y="2117596"/>
            <a:ext cx="2367775" cy="2428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2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6" name="Текст 3"/>
          <p:cNvSpPr>
            <a:spLocks noGrp="1"/>
          </p:cNvSpPr>
          <p:nvPr>
            <p:ph type="body" sz="quarter" idx="33" hasCustomPrompt="1"/>
          </p:nvPr>
        </p:nvSpPr>
        <p:spPr>
          <a:xfrm>
            <a:off x="3467100" y="1485259"/>
            <a:ext cx="2368222" cy="2444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Шаг 2</a:t>
            </a:r>
          </a:p>
        </p:txBody>
      </p:sp>
      <p:sp>
        <p:nvSpPr>
          <p:cNvPr id="67" name="Текст 3"/>
          <p:cNvSpPr>
            <a:spLocks noGrp="1"/>
          </p:cNvSpPr>
          <p:nvPr>
            <p:ph type="body" sz="quarter" idx="34" hasCustomPrompt="1"/>
          </p:nvPr>
        </p:nvSpPr>
        <p:spPr>
          <a:xfrm>
            <a:off x="6356325" y="1485259"/>
            <a:ext cx="2368222" cy="2444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Шаг 3</a:t>
            </a:r>
          </a:p>
        </p:txBody>
      </p:sp>
      <p:sp>
        <p:nvSpPr>
          <p:cNvPr id="68" name="Текст 3"/>
          <p:cNvSpPr>
            <a:spLocks noGrp="1"/>
          </p:cNvSpPr>
          <p:nvPr>
            <p:ph type="body" sz="quarter" idx="35" hasCustomPrompt="1"/>
          </p:nvPr>
        </p:nvSpPr>
        <p:spPr>
          <a:xfrm>
            <a:off x="9239019" y="1485259"/>
            <a:ext cx="2368222" cy="2444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Шаг 4</a:t>
            </a:r>
          </a:p>
        </p:txBody>
      </p:sp>
      <p:sp>
        <p:nvSpPr>
          <p:cNvPr id="28" name="Номер слайда 61">
            <a:extLst>
              <a:ext uri="{FF2B5EF4-FFF2-40B4-BE49-F238E27FC236}">
                <a16:creationId xmlns:a16="http://schemas.microsoft.com/office/drawing/2014/main" id="{4B3CCE28-E7E0-403A-B034-114643900A0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F891E-63B0-45CA-9A92-96A490F157E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E25524F-03A3-4C05-8759-4E2C8A2DD4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749826"/>
      </p:ext>
    </p:extLst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арточка + фото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54A704A-F1FF-4B1F-AFA1-DD244AA826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8" name="Номер слайда 61">
            <a:extLst>
              <a:ext uri="{FF2B5EF4-FFF2-40B4-BE49-F238E27FC236}">
                <a16:creationId xmlns:a16="http://schemas.microsoft.com/office/drawing/2014/main" id="{4B3CCE28-E7E0-403A-B034-114643900A0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F891E-63B0-45CA-9A92-96A490F157E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E25524F-03A3-4C05-8759-4E2C8A2DD4B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30" name="Paragraph [Figma 9914:16679]">
            <a:extLst>
              <a:ext uri="{FF2B5EF4-FFF2-40B4-BE49-F238E27FC236}">
                <a16:creationId xmlns:a16="http://schemas.microsoft.com/office/drawing/2014/main" id="{F9885F08-9AB6-4BF4-8F80-48174250E92C}"/>
              </a:ext>
            </a:extLst>
          </p:cNvPr>
          <p:cNvSpPr txBox="1"/>
          <p:nvPr userDrawn="1"/>
        </p:nvSpPr>
        <p:spPr>
          <a:xfrm>
            <a:off x="11759903" y="6440006"/>
            <a:ext cx="114297" cy="140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kern="0" spc="-15" dirty="0">
                <a:solidFill>
                  <a:srgbClr val="A3ABB4"/>
                </a:solidFill>
                <a:latin typeface="VTB Group Book" panose="020B0503040504020204" pitchFamily="34" charset="-52"/>
                <a:ea typeface="VTB Group" pitchFamily="34" charset="-122"/>
                <a:cs typeface="VTB Group" pitchFamily="34" charset="-120"/>
              </a:rPr>
              <a:t>01</a:t>
            </a:r>
            <a:endParaRPr lang="en-US" sz="800" dirty="0">
              <a:latin typeface="VTB Group Book" panose="020B0503040504020204" pitchFamily="34" charset="-52"/>
            </a:endParaRPr>
          </a:p>
        </p:txBody>
      </p:sp>
      <p:pic>
        <p:nvPicPr>
          <p:cNvPr id="82" name="Line [Figma 9914:16764]" descr="Line. градиент в обводке">
            <a:extLst>
              <a:ext uri="{FF2B5EF4-FFF2-40B4-BE49-F238E27FC236}">
                <a16:creationId xmlns:a16="http://schemas.microsoft.com/office/drawing/2014/main" id="{C4FE02D0-EE44-4F28-B2E7-EBD1042B30D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6865" y="0"/>
            <a:ext cx="6350" cy="6857829"/>
          </a:xfrm>
          <a:prstGeom prst="rect">
            <a:avLst/>
          </a:prstGeom>
        </p:spPr>
      </p:pic>
      <p:pic>
        <p:nvPicPr>
          <p:cNvPr id="83" name="Vector [Figma 9914:16765]" descr="Vector. градиент в обводке">
            <a:extLst>
              <a:ext uri="{FF2B5EF4-FFF2-40B4-BE49-F238E27FC236}">
                <a16:creationId xmlns:a16="http://schemas.microsoft.com/office/drawing/2014/main" id="{0516C773-3744-4EA5-8E96-16FC2FE68CCC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82233" y="1684943"/>
            <a:ext cx="11893246" cy="4432189"/>
          </a:xfrm>
          <a:prstGeom prst="rect">
            <a:avLst/>
          </a:prstGeom>
        </p:spPr>
      </p:pic>
      <p:pic>
        <p:nvPicPr>
          <p:cNvPr id="88" name="Vector 33 [Figma 9914:16773]" descr="Vector 33. градиент в обводке">
            <a:extLst>
              <a:ext uri="{FF2B5EF4-FFF2-40B4-BE49-F238E27FC236}">
                <a16:creationId xmlns:a16="http://schemas.microsoft.com/office/drawing/2014/main" id="{4B23F869-159B-46E1-AA4D-093619C24638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12740" y="3930552"/>
            <a:ext cx="4076598" cy="6350"/>
          </a:xfrm>
          <a:prstGeom prst="rect">
            <a:avLst/>
          </a:prstGeom>
        </p:spPr>
      </p:pic>
      <p:pic>
        <p:nvPicPr>
          <p:cNvPr id="94" name="Vector 34 [Figma 9914:16777]" descr="Vector 34. градиент в обводке">
            <a:extLst>
              <a:ext uri="{FF2B5EF4-FFF2-40B4-BE49-F238E27FC236}">
                <a16:creationId xmlns:a16="http://schemas.microsoft.com/office/drawing/2014/main" id="{B93B64BA-F822-43DD-AEED-5ACCCC039406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12740" y="4660783"/>
            <a:ext cx="4076598" cy="6350"/>
          </a:xfrm>
          <a:prstGeom prst="rect">
            <a:avLst/>
          </a:prstGeom>
        </p:spPr>
      </p:pic>
      <p:pic>
        <p:nvPicPr>
          <p:cNvPr id="98" name="Vector 35 [Figma 9914:16781]" descr="Vector 35. градиент в обводке">
            <a:extLst>
              <a:ext uri="{FF2B5EF4-FFF2-40B4-BE49-F238E27FC236}">
                <a16:creationId xmlns:a16="http://schemas.microsoft.com/office/drawing/2014/main" id="{0CEE9480-05A3-4121-908E-221F44541922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12740" y="5391015"/>
            <a:ext cx="4076598" cy="6350"/>
          </a:xfrm>
          <a:prstGeom prst="rect">
            <a:avLst/>
          </a:prstGeom>
        </p:spPr>
      </p:pic>
      <p:pic>
        <p:nvPicPr>
          <p:cNvPr id="102" name="Vector 183 [Figma 9914:16791]" descr="Vector 183. отражение или наклон">
            <a:extLst>
              <a:ext uri="{FF2B5EF4-FFF2-40B4-BE49-F238E27FC236}">
                <a16:creationId xmlns:a16="http://schemas.microsoft.com/office/drawing/2014/main" id="{B1E52D53-4702-47EC-B7F4-0D8375FDBEE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0987" y="1698583"/>
            <a:ext cx="38099" cy="4429014"/>
          </a:xfrm>
          <a:prstGeom prst="rect">
            <a:avLst/>
          </a:prstGeom>
        </p:spPr>
      </p:pic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8300"/>
            <a:ext cx="7797810" cy="102870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solidFill>
                  <a:schemeClr val="accent1"/>
                </a:solidFill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Карточка + фото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CF15E343-C6BA-4E22-8A61-391DF55096A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060424" y="3330063"/>
            <a:ext cx="4359305" cy="468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accent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3" name="Текст 12">
            <a:extLst>
              <a:ext uri="{FF2B5EF4-FFF2-40B4-BE49-F238E27FC236}">
                <a16:creationId xmlns:a16="http://schemas.microsoft.com/office/drawing/2014/main" id="{AE93EA79-A89E-4703-AF26-01AFA548548E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060424" y="4072923"/>
            <a:ext cx="4359305" cy="468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accent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4" name="Текст 12">
            <a:extLst>
              <a:ext uri="{FF2B5EF4-FFF2-40B4-BE49-F238E27FC236}">
                <a16:creationId xmlns:a16="http://schemas.microsoft.com/office/drawing/2014/main" id="{8FBFF8D3-43B4-4A6B-AE46-37069EAD23B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060424" y="4796804"/>
            <a:ext cx="4359305" cy="468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accent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5" name="Текст 12">
            <a:extLst>
              <a:ext uri="{FF2B5EF4-FFF2-40B4-BE49-F238E27FC236}">
                <a16:creationId xmlns:a16="http://schemas.microsoft.com/office/drawing/2014/main" id="{A6F161CB-7A9F-4972-A85E-CC4405831874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064438" y="5519269"/>
            <a:ext cx="4359305" cy="468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accent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2" name="Текст 21">
            <a:extLst>
              <a:ext uri="{FF2B5EF4-FFF2-40B4-BE49-F238E27FC236}">
                <a16:creationId xmlns:a16="http://schemas.microsoft.com/office/drawing/2014/main" id="{0A348889-2100-4835-88BB-9885FBCC4EEE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523549" y="1815270"/>
            <a:ext cx="4900194" cy="12089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000"/>
              </a:lnSpc>
              <a:buNone/>
              <a:defRPr sz="18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25511289"/>
      </p:ext>
    </p:extLst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арточка + фото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74" y="370687"/>
            <a:ext cx="9154800" cy="49594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Карточка + фото</a:t>
            </a:r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4233B6F-F0ED-4FDE-B00E-BB76299C06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94C1B-C881-42F5-9B4F-0D613082994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F3D2157-8889-45C3-9EEB-E6CE7315C1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10" name="Текст 9">
            <a:extLst>
              <a:ext uri="{FF2B5EF4-FFF2-40B4-BE49-F238E27FC236}">
                <a16:creationId xmlns:a16="http://schemas.microsoft.com/office/drawing/2014/main" id="{E6694DAF-00CB-464F-9EBC-EC1E1AB02AF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1487" y="1520825"/>
            <a:ext cx="4159144" cy="7225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0" name="Текст 9">
            <a:extLst>
              <a:ext uri="{FF2B5EF4-FFF2-40B4-BE49-F238E27FC236}">
                <a16:creationId xmlns:a16="http://schemas.microsoft.com/office/drawing/2014/main" id="{8A1F07A6-16AD-4835-BEB6-BDA0505C89A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35495" y="2677928"/>
            <a:ext cx="3695136" cy="67054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1" name="Текст 9">
            <a:extLst>
              <a:ext uri="{FF2B5EF4-FFF2-40B4-BE49-F238E27FC236}">
                <a16:creationId xmlns:a16="http://schemas.microsoft.com/office/drawing/2014/main" id="{EC3027CD-D9D6-4DA2-B769-B4B3F01E221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35495" y="4621344"/>
            <a:ext cx="3695136" cy="67054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2" name="Текст 9">
            <a:extLst>
              <a:ext uri="{FF2B5EF4-FFF2-40B4-BE49-F238E27FC236}">
                <a16:creationId xmlns:a16="http://schemas.microsoft.com/office/drawing/2014/main" id="{5CD51459-1C3D-4520-AEB4-AEFB3FA003B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035495" y="3637928"/>
            <a:ext cx="3695136" cy="67054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3" name="Текст 9">
            <a:extLst>
              <a:ext uri="{FF2B5EF4-FFF2-40B4-BE49-F238E27FC236}">
                <a16:creationId xmlns:a16="http://schemas.microsoft.com/office/drawing/2014/main" id="{FCD68D12-BEF4-4CCE-8C01-222CCD85A23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034056" y="5553224"/>
            <a:ext cx="3695136" cy="67054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18282243"/>
      </p:ext>
    </p:extLst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Карточки с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74" y="370687"/>
            <a:ext cx="9154800" cy="49594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4 карточки с фотографией</a:t>
            </a:r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4233B6F-F0ED-4FDE-B00E-BB76299C06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94C1B-C881-42F5-9B4F-0D613082994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6"/>
          </p:nvPr>
        </p:nvSpPr>
        <p:spPr>
          <a:xfrm>
            <a:off x="1266539" y="5808840"/>
            <a:ext cx="3294031" cy="28619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80"/>
              </a:lnSpc>
              <a:buNone/>
              <a:defRPr sz="16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CA3DCF73-AF25-41C4-A36C-2F358E67AEC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66539" y="5469095"/>
            <a:ext cx="3294031" cy="33974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600"/>
              </a:lnSpc>
              <a:buNone/>
              <a:defRPr sz="22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9" name="Текст 2">
            <a:extLst>
              <a:ext uri="{FF2B5EF4-FFF2-40B4-BE49-F238E27FC236}">
                <a16:creationId xmlns:a16="http://schemas.microsoft.com/office/drawing/2014/main" id="{6E23A549-E498-499C-8C7F-E5A487D9DAF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02749" y="4566596"/>
            <a:ext cx="3294031" cy="28619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80"/>
              </a:lnSpc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0" name="Текст 9">
            <a:extLst>
              <a:ext uri="{FF2B5EF4-FFF2-40B4-BE49-F238E27FC236}">
                <a16:creationId xmlns:a16="http://schemas.microsoft.com/office/drawing/2014/main" id="{25561C5F-BF2C-4A56-B886-09CC1F7FD93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302749" y="4226851"/>
            <a:ext cx="3294031" cy="33974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600"/>
              </a:lnSpc>
              <a:buNone/>
              <a:defRPr sz="22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1" name="Текст 2">
            <a:extLst>
              <a:ext uri="{FF2B5EF4-FFF2-40B4-BE49-F238E27FC236}">
                <a16:creationId xmlns:a16="http://schemas.microsoft.com/office/drawing/2014/main" id="{19014ABF-9A06-4C13-9D8D-DCD5FD6D680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302749" y="3250665"/>
            <a:ext cx="3294031" cy="28619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80"/>
              </a:lnSpc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2" name="Текст 9">
            <a:extLst>
              <a:ext uri="{FF2B5EF4-FFF2-40B4-BE49-F238E27FC236}">
                <a16:creationId xmlns:a16="http://schemas.microsoft.com/office/drawing/2014/main" id="{9F3084B5-5E9F-48FF-9D39-3D5FA8E4DF3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302749" y="2910920"/>
            <a:ext cx="3294031" cy="33974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600"/>
              </a:lnSpc>
              <a:buNone/>
              <a:defRPr sz="22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3" name="Текст 2">
            <a:extLst>
              <a:ext uri="{FF2B5EF4-FFF2-40B4-BE49-F238E27FC236}">
                <a16:creationId xmlns:a16="http://schemas.microsoft.com/office/drawing/2014/main" id="{590EECC2-0E1E-43F6-9AA0-652156753E9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302749" y="2000830"/>
            <a:ext cx="3294031" cy="28619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80"/>
              </a:lnSpc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4" name="Текст 9">
            <a:extLst>
              <a:ext uri="{FF2B5EF4-FFF2-40B4-BE49-F238E27FC236}">
                <a16:creationId xmlns:a16="http://schemas.microsoft.com/office/drawing/2014/main" id="{1BAEB2DD-C1D4-4FDA-BA92-10B8FEAC9DD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302749" y="1661085"/>
            <a:ext cx="3294031" cy="33974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600"/>
              </a:lnSpc>
              <a:buNone/>
              <a:defRPr sz="22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95" name="Рисунок 94">
            <a:extLst>
              <a:ext uri="{FF2B5EF4-FFF2-40B4-BE49-F238E27FC236}">
                <a16:creationId xmlns:a16="http://schemas.microsoft.com/office/drawing/2014/main" id="{A9656323-3AFF-4509-9FDF-EBCB968AF1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37615"/>
      </p:ext>
    </p:extLst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Хайлайто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74" y="370687"/>
            <a:ext cx="9154800" cy="49594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6 </a:t>
            </a:r>
            <a:r>
              <a:rPr lang="ru-RU" dirty="0" err="1"/>
              <a:t>хайлайтов</a:t>
            </a:r>
            <a:endParaRPr lang="ru-RU" dirty="0"/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4233B6F-F0ED-4FDE-B00E-BB76299C06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94C1B-C881-42F5-9B4F-0D613082994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95" name="Рисунок 94">
            <a:extLst>
              <a:ext uri="{FF2B5EF4-FFF2-40B4-BE49-F238E27FC236}">
                <a16:creationId xmlns:a16="http://schemas.microsoft.com/office/drawing/2014/main" id="{A9656323-3AFF-4509-9FDF-EBCB968AF1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CD807739-A64F-4424-AD49-FD1013C8B51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4984" y="2852738"/>
            <a:ext cx="3217253" cy="75460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B7A6274A-585B-4415-AE09-65E0A87E658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4984" y="1594431"/>
            <a:ext cx="3217253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9" name="Текст 7">
            <a:extLst>
              <a:ext uri="{FF2B5EF4-FFF2-40B4-BE49-F238E27FC236}">
                <a16:creationId xmlns:a16="http://schemas.microsoft.com/office/drawing/2014/main" id="{4EB7F2D8-4C7D-4BD0-B78F-58D33746B7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339456" y="2870923"/>
            <a:ext cx="3217253" cy="75460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0" name="Текст 10">
            <a:extLst>
              <a:ext uri="{FF2B5EF4-FFF2-40B4-BE49-F238E27FC236}">
                <a16:creationId xmlns:a16="http://schemas.microsoft.com/office/drawing/2014/main" id="{A82AD2AC-6E49-4A16-B707-9459544DFCA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39456" y="1612616"/>
            <a:ext cx="3217253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31" name="Текст 7">
            <a:extLst>
              <a:ext uri="{FF2B5EF4-FFF2-40B4-BE49-F238E27FC236}">
                <a16:creationId xmlns:a16="http://schemas.microsoft.com/office/drawing/2014/main" id="{8FC0E4F3-942C-4FAD-BC61-021FE6A89E9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487219" y="2878017"/>
            <a:ext cx="3217253" cy="75460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5" name="Текст 7">
            <a:extLst>
              <a:ext uri="{FF2B5EF4-FFF2-40B4-BE49-F238E27FC236}">
                <a16:creationId xmlns:a16="http://schemas.microsoft.com/office/drawing/2014/main" id="{EA92D4CF-D500-4DA3-AD3E-3E9F123B093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34984" y="5389021"/>
            <a:ext cx="3217253" cy="75460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6" name="Текст 10">
            <a:extLst>
              <a:ext uri="{FF2B5EF4-FFF2-40B4-BE49-F238E27FC236}">
                <a16:creationId xmlns:a16="http://schemas.microsoft.com/office/drawing/2014/main" id="{550C9514-4E99-4CB3-A382-8A370A3A54F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4984" y="4168818"/>
            <a:ext cx="3217253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7" name="Текст 7">
            <a:extLst>
              <a:ext uri="{FF2B5EF4-FFF2-40B4-BE49-F238E27FC236}">
                <a16:creationId xmlns:a16="http://schemas.microsoft.com/office/drawing/2014/main" id="{E8198F06-D331-426C-9AB4-3D10685682F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487219" y="5414300"/>
            <a:ext cx="3217253" cy="75460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3" name="Текст 10">
            <a:extLst>
              <a:ext uri="{FF2B5EF4-FFF2-40B4-BE49-F238E27FC236}">
                <a16:creationId xmlns:a16="http://schemas.microsoft.com/office/drawing/2014/main" id="{71AA2D4D-11C8-4161-B64E-CC53FF921FF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39455" y="4166944"/>
            <a:ext cx="3217253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34" name="Текст 7">
            <a:extLst>
              <a:ext uri="{FF2B5EF4-FFF2-40B4-BE49-F238E27FC236}">
                <a16:creationId xmlns:a16="http://schemas.microsoft.com/office/drawing/2014/main" id="{49F209A8-C1B9-4E9D-9CB8-174DD984FAE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339454" y="5414300"/>
            <a:ext cx="3217253" cy="75460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668724888"/>
      </p:ext>
    </p:extLst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Хайлайто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74" y="370687"/>
            <a:ext cx="9154800" cy="49594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8 </a:t>
            </a:r>
            <a:r>
              <a:rPr lang="ru-RU" dirty="0" err="1"/>
              <a:t>хайлайтов</a:t>
            </a:r>
            <a:endParaRPr lang="ru-RU" dirty="0"/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4233B6F-F0ED-4FDE-B00E-BB76299C06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94C1B-C881-42F5-9B4F-0D613082994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95" name="Рисунок 94">
            <a:extLst>
              <a:ext uri="{FF2B5EF4-FFF2-40B4-BE49-F238E27FC236}">
                <a16:creationId xmlns:a16="http://schemas.microsoft.com/office/drawing/2014/main" id="{A9656323-3AFF-4509-9FDF-EBCB968AF1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CD807739-A64F-4424-AD49-FD1013C8B51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0913" y="2883694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B7A6274A-585B-4415-AE09-65E0A87E658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0914" y="1594431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0" name="Текст 7">
            <a:extLst>
              <a:ext uri="{FF2B5EF4-FFF2-40B4-BE49-F238E27FC236}">
                <a16:creationId xmlns:a16="http://schemas.microsoft.com/office/drawing/2014/main" id="{F0DC95EC-5517-467C-AE67-7E83BE90717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70321" y="2876894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1" name="Текст 10">
            <a:extLst>
              <a:ext uri="{FF2B5EF4-FFF2-40B4-BE49-F238E27FC236}">
                <a16:creationId xmlns:a16="http://schemas.microsoft.com/office/drawing/2014/main" id="{37A466F8-71C9-4A91-BA3D-B9E3BD286B9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70322" y="1587631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4" name="Текст 7">
            <a:extLst>
              <a:ext uri="{FF2B5EF4-FFF2-40B4-BE49-F238E27FC236}">
                <a16:creationId xmlns:a16="http://schemas.microsoft.com/office/drawing/2014/main" id="{A2DA16A6-FDEA-4429-ACAF-53E78C18C19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253537" y="2879332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5" name="Текст 10">
            <a:extLst>
              <a:ext uri="{FF2B5EF4-FFF2-40B4-BE49-F238E27FC236}">
                <a16:creationId xmlns:a16="http://schemas.microsoft.com/office/drawing/2014/main" id="{D327448E-F295-4028-8E1F-2C44634BA90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53538" y="1590069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6" name="Текст 7">
            <a:extLst>
              <a:ext uri="{FF2B5EF4-FFF2-40B4-BE49-F238E27FC236}">
                <a16:creationId xmlns:a16="http://schemas.microsoft.com/office/drawing/2014/main" id="{423885F1-3974-46C9-A2CA-FCD1C92FCAB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72483" y="2890089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8" name="Текст 7">
            <a:extLst>
              <a:ext uri="{FF2B5EF4-FFF2-40B4-BE49-F238E27FC236}">
                <a16:creationId xmlns:a16="http://schemas.microsoft.com/office/drawing/2014/main" id="{47EBB76D-A6DF-47A2-8DCA-E6098A1A170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80912" y="5448259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9" name="Текст 10">
            <a:extLst>
              <a:ext uri="{FF2B5EF4-FFF2-40B4-BE49-F238E27FC236}">
                <a16:creationId xmlns:a16="http://schemas.microsoft.com/office/drawing/2014/main" id="{A44B0261-AE2F-4624-AC82-A11684FA57F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80913" y="4158996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70" name="Текст 7">
            <a:extLst>
              <a:ext uri="{FF2B5EF4-FFF2-40B4-BE49-F238E27FC236}">
                <a16:creationId xmlns:a16="http://schemas.microsoft.com/office/drawing/2014/main" id="{2ABAC517-C841-4A72-B9AA-3842E5B01E2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370320" y="5441459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1" name="Текст 10">
            <a:extLst>
              <a:ext uri="{FF2B5EF4-FFF2-40B4-BE49-F238E27FC236}">
                <a16:creationId xmlns:a16="http://schemas.microsoft.com/office/drawing/2014/main" id="{7415B901-7FE0-4392-905F-6B54291427C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370321" y="4152196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73" name="Текст 7">
            <a:extLst>
              <a:ext uri="{FF2B5EF4-FFF2-40B4-BE49-F238E27FC236}">
                <a16:creationId xmlns:a16="http://schemas.microsoft.com/office/drawing/2014/main" id="{3F636F65-6BF2-4C06-8E5F-CF38242B3E5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253536" y="5443897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10">
            <a:extLst>
              <a:ext uri="{FF2B5EF4-FFF2-40B4-BE49-F238E27FC236}">
                <a16:creationId xmlns:a16="http://schemas.microsoft.com/office/drawing/2014/main" id="{CF1D5F14-A3C2-4697-8551-E571D4B0944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253537" y="4154634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76" name="Текст 7">
            <a:extLst>
              <a:ext uri="{FF2B5EF4-FFF2-40B4-BE49-F238E27FC236}">
                <a16:creationId xmlns:a16="http://schemas.microsoft.com/office/drawing/2014/main" id="{A70DF76E-5D5B-4ADF-8B4E-1B1C51D92B4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472482" y="5454654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919002558"/>
      </p:ext>
    </p:extLst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арточка и 6 Хайлайто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74" y="370687"/>
            <a:ext cx="9154800" cy="49594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Карточка и 6 </a:t>
            </a:r>
            <a:r>
              <a:rPr lang="ru-RU" dirty="0" err="1"/>
              <a:t>хайлайтов</a:t>
            </a:r>
            <a:endParaRPr lang="ru-RU" dirty="0"/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4233B6F-F0ED-4FDE-B00E-BB76299C06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94C1B-C881-42F5-9B4F-0D613082994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95" name="Рисунок 94">
            <a:extLst>
              <a:ext uri="{FF2B5EF4-FFF2-40B4-BE49-F238E27FC236}">
                <a16:creationId xmlns:a16="http://schemas.microsoft.com/office/drawing/2014/main" id="{A9656323-3AFF-4509-9FDF-EBCB968AF1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CD807739-A64F-4424-AD49-FD1013C8B51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0913" y="2384072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accent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B7A6274A-585B-4415-AE09-65E0A87E658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0914" y="1601231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0" name="Текст 7">
            <a:extLst>
              <a:ext uri="{FF2B5EF4-FFF2-40B4-BE49-F238E27FC236}">
                <a16:creationId xmlns:a16="http://schemas.microsoft.com/office/drawing/2014/main" id="{F0DC95EC-5517-467C-AE67-7E83BE90717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70321" y="2876894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1" name="Текст 10">
            <a:extLst>
              <a:ext uri="{FF2B5EF4-FFF2-40B4-BE49-F238E27FC236}">
                <a16:creationId xmlns:a16="http://schemas.microsoft.com/office/drawing/2014/main" id="{37A466F8-71C9-4A91-BA3D-B9E3BD286B9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70322" y="1594431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4" name="Текст 7">
            <a:extLst>
              <a:ext uri="{FF2B5EF4-FFF2-40B4-BE49-F238E27FC236}">
                <a16:creationId xmlns:a16="http://schemas.microsoft.com/office/drawing/2014/main" id="{A2DA16A6-FDEA-4429-ACAF-53E78C18C19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253537" y="2879332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5" name="Текст 10">
            <a:extLst>
              <a:ext uri="{FF2B5EF4-FFF2-40B4-BE49-F238E27FC236}">
                <a16:creationId xmlns:a16="http://schemas.microsoft.com/office/drawing/2014/main" id="{D327448E-F295-4028-8E1F-2C44634BA90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53538" y="1596869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6" name="Текст 7">
            <a:extLst>
              <a:ext uri="{FF2B5EF4-FFF2-40B4-BE49-F238E27FC236}">
                <a16:creationId xmlns:a16="http://schemas.microsoft.com/office/drawing/2014/main" id="{423885F1-3974-46C9-A2CA-FCD1C92FCAB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72483" y="2890089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0" name="Текст 7">
            <a:extLst>
              <a:ext uri="{FF2B5EF4-FFF2-40B4-BE49-F238E27FC236}">
                <a16:creationId xmlns:a16="http://schemas.microsoft.com/office/drawing/2014/main" id="{2ABAC517-C841-4A72-B9AA-3842E5B01E2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370320" y="5441459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1" name="Текст 10">
            <a:extLst>
              <a:ext uri="{FF2B5EF4-FFF2-40B4-BE49-F238E27FC236}">
                <a16:creationId xmlns:a16="http://schemas.microsoft.com/office/drawing/2014/main" id="{7415B901-7FE0-4392-905F-6B54291427C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370321" y="4152196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73" name="Текст 7">
            <a:extLst>
              <a:ext uri="{FF2B5EF4-FFF2-40B4-BE49-F238E27FC236}">
                <a16:creationId xmlns:a16="http://schemas.microsoft.com/office/drawing/2014/main" id="{3F636F65-6BF2-4C06-8E5F-CF38242B3E5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253536" y="5443897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10">
            <a:extLst>
              <a:ext uri="{FF2B5EF4-FFF2-40B4-BE49-F238E27FC236}">
                <a16:creationId xmlns:a16="http://schemas.microsoft.com/office/drawing/2014/main" id="{CF1D5F14-A3C2-4697-8551-E571D4B0944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253537" y="4161434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76" name="Текст 7">
            <a:extLst>
              <a:ext uri="{FF2B5EF4-FFF2-40B4-BE49-F238E27FC236}">
                <a16:creationId xmlns:a16="http://schemas.microsoft.com/office/drawing/2014/main" id="{A70DF76E-5D5B-4ADF-8B4E-1B1C51D92B4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472482" y="5454654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660332675"/>
      </p:ext>
    </p:extLst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Мокап ноутбу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3">
            <a:extLst>
              <a:ext uri="{FF2B5EF4-FFF2-40B4-BE49-F238E27FC236}">
                <a16:creationId xmlns:a16="http://schemas.microsoft.com/office/drawing/2014/main" id="{8A045B24-92F6-4E9D-B850-65F1620CB28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77501"/>
            <a:ext cx="9154800" cy="495624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2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 err="1"/>
              <a:t>Мокап</a:t>
            </a:r>
            <a:r>
              <a:rPr lang="ru-RU" dirty="0"/>
              <a:t> ноутбука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6"/>
          </p:nvPr>
        </p:nvSpPr>
        <p:spPr>
          <a:xfrm>
            <a:off x="571485" y="2472606"/>
            <a:ext cx="4076597" cy="53816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440"/>
              </a:lnSpc>
              <a:buClr>
                <a:srgbClr val="1E4BD2"/>
              </a:buClr>
              <a:buSzPct val="120000"/>
              <a:buFont typeface="Arial" panose="020B0604020202020204" pitchFamily="34" charset="0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5" name="Текст 2"/>
          <p:cNvSpPr>
            <a:spLocks noGrp="1"/>
          </p:cNvSpPr>
          <p:nvPr>
            <p:ph type="body" sz="quarter" idx="17"/>
          </p:nvPr>
        </p:nvSpPr>
        <p:spPr>
          <a:xfrm>
            <a:off x="571487" y="3115532"/>
            <a:ext cx="4076598" cy="53816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440"/>
              </a:lnSpc>
              <a:buClr>
                <a:srgbClr val="1E4BD2"/>
              </a:buClr>
              <a:buSzPct val="120000"/>
              <a:buFont typeface="Arial" panose="020B0604020202020204" pitchFamily="34" charset="0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20"/>
          </p:nvPr>
        </p:nvSpPr>
        <p:spPr>
          <a:xfrm>
            <a:off x="1073123" y="1547576"/>
            <a:ext cx="3574959" cy="46791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Номер слайда 4">
            <a:extLst>
              <a:ext uri="{FF2B5EF4-FFF2-40B4-BE49-F238E27FC236}">
                <a16:creationId xmlns:a16="http://schemas.microsoft.com/office/drawing/2014/main" id="{15898042-DD2A-4A1C-8E4F-A38FFDF3D34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4FA5F9-3777-43AA-8E5A-9BAC1BCBECEA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5FB2A88-F839-4508-B107-B1B544FE62C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FFFEFD52-8584-445E-A0FE-19D83C464DF9}"/>
              </a:ext>
            </a:extLst>
          </p:cNvPr>
          <p:cNvGrpSpPr/>
          <p:nvPr userDrawn="1"/>
        </p:nvGrpSpPr>
        <p:grpSpPr>
          <a:xfrm>
            <a:off x="572441" y="1569375"/>
            <a:ext cx="402080" cy="402083"/>
            <a:chOff x="572441" y="1569375"/>
            <a:chExt cx="402080" cy="402083"/>
          </a:xfrm>
          <a:solidFill>
            <a:schemeClr val="bg1"/>
          </a:solidFill>
        </p:grpSpPr>
        <p:pic>
          <p:nvPicPr>
            <p:cNvPr id="15" name="Star 3 (Stroke) [Figma I9043:6482;7965:11807]" descr="Star 3 (Stroke). векторный контур">
              <a:extLst>
                <a:ext uri="{FF2B5EF4-FFF2-40B4-BE49-F238E27FC236}">
                  <a16:creationId xmlns:a16="http://schemas.microsoft.com/office/drawing/2014/main" id="{44964070-59F1-4A77-A25E-0A5B18AAEF8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2441" y="1569375"/>
              <a:ext cx="402080" cy="402083"/>
            </a:xfrm>
            <a:prstGeom prst="rect">
              <a:avLst/>
            </a:prstGeom>
          </p:spPr>
        </p:pic>
        <p:pic>
          <p:nvPicPr>
            <p:cNvPr id="18" name="Vector 32 (Stroke) [Figma I9043:6482;7965:11808]" descr="Vector 32 (Stroke). векторный контур">
              <a:extLst>
                <a:ext uri="{FF2B5EF4-FFF2-40B4-BE49-F238E27FC236}">
                  <a16:creationId xmlns:a16="http://schemas.microsoft.com/office/drawing/2014/main" id="{DEB95949-E452-43BE-82EC-A71AF497B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96027" y="1714389"/>
              <a:ext cx="153252" cy="1128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84851931"/>
      </p:ext>
    </p:extLst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телефон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77501"/>
            <a:ext cx="9154800" cy="495624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 err="1"/>
              <a:t>Мокап</a:t>
            </a:r>
            <a:r>
              <a:rPr lang="ru-RU" dirty="0"/>
              <a:t> телефона</a:t>
            </a:r>
          </a:p>
        </p:txBody>
      </p:sp>
      <p:sp>
        <p:nvSpPr>
          <p:cNvPr id="16" name="Номер слайда 4">
            <a:extLst>
              <a:ext uri="{FF2B5EF4-FFF2-40B4-BE49-F238E27FC236}">
                <a16:creationId xmlns:a16="http://schemas.microsoft.com/office/drawing/2014/main" id="{15898042-DD2A-4A1C-8E4F-A38FFDF3D34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4FA5F9-3777-43AA-8E5A-9BAC1BCBECEA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5FB2A88-F839-4508-B107-B1B544FE62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pic>
        <p:nvPicPr>
          <p:cNvPr id="25" name="Image [Figma 9931:17643]" descr="Image. картинка в заливке">
            <a:extLst>
              <a:ext uri="{FF2B5EF4-FFF2-40B4-BE49-F238E27FC236}">
                <a16:creationId xmlns:a16="http://schemas.microsoft.com/office/drawing/2014/main" id="{93629BEF-A849-4854-9633-9ECC0798B3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911902" y="1060423"/>
            <a:ext cx="3743554" cy="5797405"/>
          </a:xfrm>
          <a:prstGeom prst="rect">
            <a:avLst/>
          </a:prstGeom>
        </p:spPr>
      </p:pic>
      <p:pic>
        <p:nvPicPr>
          <p:cNvPr id="27" name="Vector [Figma I9887:52703;7965:11868]" descr="Vector. векторный контур">
            <a:extLst>
              <a:ext uri="{FF2B5EF4-FFF2-40B4-BE49-F238E27FC236}">
                <a16:creationId xmlns:a16="http://schemas.microsoft.com/office/drawing/2014/main" id="{2CD2F846-2E3E-4392-8528-F0AA49F1A76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2641" y="1569378"/>
            <a:ext cx="281787" cy="402074"/>
          </a:xfrm>
          <a:prstGeom prst="rect">
            <a:avLst/>
          </a:prstGeom>
        </p:spPr>
      </p:pic>
      <p:pic>
        <p:nvPicPr>
          <p:cNvPr id="28" name="Vector [Figma I9887:52703;7965:11869]" descr="Vector. векторный контур">
            <a:extLst>
              <a:ext uri="{FF2B5EF4-FFF2-40B4-BE49-F238E27FC236}">
                <a16:creationId xmlns:a16="http://schemas.microsoft.com/office/drawing/2014/main" id="{AE304174-9AD5-42E9-8644-B14BCE74A99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3500" y="1640219"/>
            <a:ext cx="140069" cy="141706"/>
          </a:xfrm>
          <a:prstGeom prst="rect">
            <a:avLst/>
          </a:prstGeom>
        </p:spPr>
      </p:pic>
      <p:sp>
        <p:nvSpPr>
          <p:cNvPr id="3" name="Текст 2"/>
          <p:cNvSpPr>
            <a:spLocks noGrp="1"/>
          </p:cNvSpPr>
          <p:nvPr>
            <p:ph type="body" sz="quarter" idx="16"/>
          </p:nvPr>
        </p:nvSpPr>
        <p:spPr>
          <a:xfrm>
            <a:off x="3354659" y="3362324"/>
            <a:ext cx="3757163" cy="115517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440"/>
              </a:lnSpc>
              <a:buClr>
                <a:srgbClr val="1E4BD2"/>
              </a:buClr>
              <a:buSzPct val="120000"/>
              <a:buFont typeface="Arial" panose="020B0604020202020204" pitchFamily="34" charset="0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6" name="Текст 2">
            <a:extLst>
              <a:ext uri="{FF2B5EF4-FFF2-40B4-BE49-F238E27FC236}">
                <a16:creationId xmlns:a16="http://schemas.microsoft.com/office/drawing/2014/main" id="{6B013C60-93D8-44DC-858E-8387466D836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54659" y="1618313"/>
            <a:ext cx="3757163" cy="115517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440"/>
              </a:lnSpc>
              <a:buClr>
                <a:srgbClr val="1E4BD2"/>
              </a:buClr>
              <a:buSzPct val="120000"/>
              <a:buFont typeface="Arial" panose="020B0604020202020204" pitchFamily="34" charset="0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8" name="Текст 57">
            <a:extLst>
              <a:ext uri="{FF2B5EF4-FFF2-40B4-BE49-F238E27FC236}">
                <a16:creationId xmlns:a16="http://schemas.microsoft.com/office/drawing/2014/main" id="{1F5ED31E-860B-4826-B915-E653D2F138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892453" y="5046827"/>
            <a:ext cx="3219369" cy="3280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1" name="Текст 60">
            <a:extLst>
              <a:ext uri="{FF2B5EF4-FFF2-40B4-BE49-F238E27FC236}">
                <a16:creationId xmlns:a16="http://schemas.microsoft.com/office/drawing/2014/main" id="{422F794A-FCF2-455B-B8FC-530D901EF6F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54659" y="5034894"/>
            <a:ext cx="537794" cy="340024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ts val="3200"/>
              </a:lnSpc>
              <a:buNone/>
              <a:defRPr kern="200" spc="-200" baseline="0">
                <a:solidFill>
                  <a:schemeClr val="accent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3" name="Текст 57">
            <a:extLst>
              <a:ext uri="{FF2B5EF4-FFF2-40B4-BE49-F238E27FC236}">
                <a16:creationId xmlns:a16="http://schemas.microsoft.com/office/drawing/2014/main" id="{7B65048F-4EB2-4548-9A06-112B5DD7A60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892453" y="5511138"/>
            <a:ext cx="3219369" cy="3280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4" name="Текст 60">
            <a:extLst>
              <a:ext uri="{FF2B5EF4-FFF2-40B4-BE49-F238E27FC236}">
                <a16:creationId xmlns:a16="http://schemas.microsoft.com/office/drawing/2014/main" id="{59697712-5A49-4B1A-AAB3-6A9C71C480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354659" y="5499205"/>
            <a:ext cx="537794" cy="340024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ts val="3200"/>
              </a:lnSpc>
              <a:buNone/>
              <a:defRPr kern="200" spc="-200" baseline="0">
                <a:solidFill>
                  <a:schemeClr val="accent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8" name="Текст 57">
            <a:extLst>
              <a:ext uri="{FF2B5EF4-FFF2-40B4-BE49-F238E27FC236}">
                <a16:creationId xmlns:a16="http://schemas.microsoft.com/office/drawing/2014/main" id="{4F3B7DC6-9CBE-45BB-AD41-70260203EC0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64805" y="2518961"/>
            <a:ext cx="2419621" cy="3280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57">
            <a:extLst>
              <a:ext uri="{FF2B5EF4-FFF2-40B4-BE49-F238E27FC236}">
                <a16:creationId xmlns:a16="http://schemas.microsoft.com/office/drawing/2014/main" id="{5EE92B83-90FE-4A4F-9A6F-76DCECCEE4C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110832" y="1704177"/>
            <a:ext cx="1879206" cy="4546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2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57">
            <a:extLst>
              <a:ext uri="{FF2B5EF4-FFF2-40B4-BE49-F238E27FC236}">
                <a16:creationId xmlns:a16="http://schemas.microsoft.com/office/drawing/2014/main" id="{0A2E724E-D062-4523-B125-8C6DFE0027A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64804" y="3273240"/>
            <a:ext cx="2425233" cy="4546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2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57">
            <a:extLst>
              <a:ext uri="{FF2B5EF4-FFF2-40B4-BE49-F238E27FC236}">
                <a16:creationId xmlns:a16="http://schemas.microsoft.com/office/drawing/2014/main" id="{5D7377E8-D22E-433B-82E2-FFE0FF2FBB1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4804" y="4259057"/>
            <a:ext cx="2419621" cy="3280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57">
            <a:extLst>
              <a:ext uri="{FF2B5EF4-FFF2-40B4-BE49-F238E27FC236}">
                <a16:creationId xmlns:a16="http://schemas.microsoft.com/office/drawing/2014/main" id="{7861D39B-BE95-41D3-B447-CAD71A76EB8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64804" y="4975410"/>
            <a:ext cx="2425233" cy="4546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2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57">
            <a:extLst>
              <a:ext uri="{FF2B5EF4-FFF2-40B4-BE49-F238E27FC236}">
                <a16:creationId xmlns:a16="http://schemas.microsoft.com/office/drawing/2014/main" id="{C401CE22-C242-4778-94AF-36C9A7E7EC0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64804" y="5961227"/>
            <a:ext cx="2419621" cy="3280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76605507"/>
      </p:ext>
    </p:extLst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фото и текстом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Текст 3"/>
          <p:cNvSpPr>
            <a:spLocks noGrp="1"/>
          </p:cNvSpPr>
          <p:nvPr>
            <p:ph type="body" sz="quarter" idx="14"/>
          </p:nvPr>
        </p:nvSpPr>
        <p:spPr>
          <a:xfrm>
            <a:off x="545928" y="1537086"/>
            <a:ext cx="5295897" cy="198809"/>
          </a:xfrm>
          <a:prstGeom prst="rect">
            <a:avLst/>
          </a:prstGeom>
        </p:spPr>
        <p:txBody>
          <a:bodyPr lIns="0" tIns="0" rIns="0" bIns="0"/>
          <a:lstStyle>
            <a:lvl1pPr marL="0" indent="0" defTabSz="900000">
              <a:lnSpc>
                <a:spcPts val="1680"/>
              </a:lnSpc>
              <a:buNone/>
              <a:defRPr sz="1400" cap="all" baseline="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74" y="370687"/>
            <a:ext cx="9154800" cy="49594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Слайд с фото и текстом (1)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6"/>
          </p:nvPr>
        </p:nvSpPr>
        <p:spPr>
          <a:xfrm>
            <a:off x="1104900" y="2243341"/>
            <a:ext cx="4736954" cy="604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Текст 2"/>
          <p:cNvSpPr>
            <a:spLocks noGrp="1"/>
          </p:cNvSpPr>
          <p:nvPr>
            <p:ph type="body" sz="quarter" idx="17"/>
          </p:nvPr>
        </p:nvSpPr>
        <p:spPr>
          <a:xfrm>
            <a:off x="1104900" y="3057947"/>
            <a:ext cx="4736954" cy="604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5" name="Текст 2"/>
          <p:cNvSpPr>
            <a:spLocks noGrp="1"/>
          </p:cNvSpPr>
          <p:nvPr>
            <p:ph type="body" sz="quarter" idx="18"/>
          </p:nvPr>
        </p:nvSpPr>
        <p:spPr>
          <a:xfrm>
            <a:off x="1104872" y="3887209"/>
            <a:ext cx="4736954" cy="604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6" name="Текст 2"/>
          <p:cNvSpPr>
            <a:spLocks noGrp="1"/>
          </p:cNvSpPr>
          <p:nvPr>
            <p:ph type="body" sz="quarter" idx="19"/>
          </p:nvPr>
        </p:nvSpPr>
        <p:spPr>
          <a:xfrm>
            <a:off x="1104872" y="4723900"/>
            <a:ext cx="4736954" cy="604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4233B6F-F0ED-4FDE-B00E-BB76299C06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94C1B-C881-42F5-9B4F-0D613082994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F3D2157-8889-45C3-9EEB-E6CE7315C1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735862"/>
      </p:ext>
    </p:extLst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фото и текстом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Текст 3"/>
          <p:cNvSpPr>
            <a:spLocks noGrp="1"/>
          </p:cNvSpPr>
          <p:nvPr>
            <p:ph type="body" sz="quarter" idx="14"/>
          </p:nvPr>
        </p:nvSpPr>
        <p:spPr>
          <a:xfrm>
            <a:off x="6341891" y="1537086"/>
            <a:ext cx="5295897" cy="198809"/>
          </a:xfrm>
          <a:prstGeom prst="rect">
            <a:avLst/>
          </a:prstGeom>
        </p:spPr>
        <p:txBody>
          <a:bodyPr lIns="0" tIns="0" rIns="0" bIns="0"/>
          <a:lstStyle>
            <a:lvl1pPr marL="0" indent="0" defTabSz="900000">
              <a:lnSpc>
                <a:spcPts val="1680"/>
              </a:lnSpc>
              <a:buNone/>
              <a:defRPr sz="1400" cap="all" baseline="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74" y="370687"/>
            <a:ext cx="9154800" cy="49594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Слайд с фото и текстом (2)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6"/>
          </p:nvPr>
        </p:nvSpPr>
        <p:spPr>
          <a:xfrm>
            <a:off x="6900863" y="2243341"/>
            <a:ext cx="4736954" cy="604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Текст 2"/>
          <p:cNvSpPr>
            <a:spLocks noGrp="1"/>
          </p:cNvSpPr>
          <p:nvPr>
            <p:ph type="body" sz="quarter" idx="17"/>
          </p:nvPr>
        </p:nvSpPr>
        <p:spPr>
          <a:xfrm>
            <a:off x="6900863" y="3057947"/>
            <a:ext cx="4736954" cy="604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5" name="Текст 2"/>
          <p:cNvSpPr>
            <a:spLocks noGrp="1"/>
          </p:cNvSpPr>
          <p:nvPr>
            <p:ph type="body" sz="quarter" idx="18"/>
          </p:nvPr>
        </p:nvSpPr>
        <p:spPr>
          <a:xfrm>
            <a:off x="6900835" y="3887209"/>
            <a:ext cx="4736954" cy="604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6" name="Текст 2"/>
          <p:cNvSpPr>
            <a:spLocks noGrp="1"/>
          </p:cNvSpPr>
          <p:nvPr>
            <p:ph type="body" sz="quarter" idx="19"/>
          </p:nvPr>
        </p:nvSpPr>
        <p:spPr>
          <a:xfrm>
            <a:off x="6900835" y="4723900"/>
            <a:ext cx="4736954" cy="604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4233B6F-F0ED-4FDE-B00E-BB76299C06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94C1B-C881-42F5-9B4F-0D613082994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F3D2157-8889-45C3-9EEB-E6CE7315C1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439830"/>
      </p:ext>
    </p:extLst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74" y="370687"/>
            <a:ext cx="9154800" cy="49594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таблица</a:t>
            </a:r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4233B6F-F0ED-4FDE-B00E-BB76299C06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94C1B-C881-42F5-9B4F-0D613082994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F3D2157-8889-45C3-9EEB-E6CE7315C1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257635"/>
      </p:ext>
    </p:extLst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 с текстом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3970"/>
            <a:ext cx="9154800" cy="501974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Таблица с текстом (1)</a:t>
            </a:r>
          </a:p>
        </p:txBody>
      </p:sp>
      <p:sp>
        <p:nvSpPr>
          <p:cNvPr id="78" name="Текст 2"/>
          <p:cNvSpPr>
            <a:spLocks noGrp="1"/>
          </p:cNvSpPr>
          <p:nvPr>
            <p:ph type="body" sz="quarter" idx="11"/>
          </p:nvPr>
        </p:nvSpPr>
        <p:spPr>
          <a:xfrm>
            <a:off x="888978" y="5508219"/>
            <a:ext cx="5902347" cy="2079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5"/>
          <p:cNvSpPr>
            <a:spLocks noGrp="1"/>
          </p:cNvSpPr>
          <p:nvPr>
            <p:ph type="body" sz="quarter" idx="12"/>
          </p:nvPr>
        </p:nvSpPr>
        <p:spPr>
          <a:xfrm>
            <a:off x="574465" y="5824874"/>
            <a:ext cx="6216860" cy="3619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endParaRPr lang="ru-RU" dirty="0"/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0579E37A-7661-4F26-BB2D-B8CBF9E12B0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8BFF49-1386-448F-814C-A895F3F8CA69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9A0124F-DA40-4B94-AAAA-E47280653E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076951"/>
      </p:ext>
    </p:extLst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 с текстом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3970"/>
            <a:ext cx="9154800" cy="501974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Таблица с текстом (2)</a:t>
            </a:r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0579E37A-7661-4F26-BB2D-B8CBF9E12B0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8BFF49-1386-448F-814C-A895F3F8CA69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9A0124F-DA40-4B94-AAAA-E47280653E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09A0BC01-4933-4B1F-9948-F60ED78AF7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271000" y="2449830"/>
            <a:ext cx="2285711" cy="366522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00"/>
              </a:lnSpc>
              <a:buNone/>
              <a:defRPr sz="12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1E07E58-B2CE-44C2-BAE3-E988EDAE1AD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271000" y="1536925"/>
            <a:ext cx="2285711" cy="71325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200" spc="-200" baseline="0">
                <a:solidFill>
                  <a:schemeClr val="accent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563348524"/>
      </p:ext>
    </p:extLst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руктурная схема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Структурная схема (1)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1829FBE-BA79-4C38-8507-4F3D32298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82" name="Текст 2"/>
          <p:cNvSpPr>
            <a:spLocks noGrp="1"/>
          </p:cNvSpPr>
          <p:nvPr>
            <p:ph type="body" sz="quarter" idx="16"/>
          </p:nvPr>
        </p:nvSpPr>
        <p:spPr>
          <a:xfrm>
            <a:off x="933427" y="3783684"/>
            <a:ext cx="1831473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3" name="Текст 5"/>
          <p:cNvSpPr>
            <a:spLocks noGrp="1"/>
          </p:cNvSpPr>
          <p:nvPr>
            <p:ph type="body" sz="quarter" idx="17"/>
          </p:nvPr>
        </p:nvSpPr>
        <p:spPr>
          <a:xfrm>
            <a:off x="560292" y="4174448"/>
            <a:ext cx="2260543" cy="7441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1"/>
          </p:nvPr>
        </p:nvSpPr>
        <p:spPr>
          <a:xfrm>
            <a:off x="571486" y="2392615"/>
            <a:ext cx="5200520" cy="5410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endParaRPr lang="ru-RU" dirty="0"/>
          </a:p>
        </p:txBody>
      </p:sp>
      <p:sp>
        <p:nvSpPr>
          <p:cNvPr id="34" name="Текст 2"/>
          <p:cNvSpPr>
            <a:spLocks noGrp="1"/>
          </p:cNvSpPr>
          <p:nvPr>
            <p:ph type="body" sz="quarter" idx="24"/>
          </p:nvPr>
        </p:nvSpPr>
        <p:spPr>
          <a:xfrm>
            <a:off x="571486" y="2041741"/>
            <a:ext cx="5200520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1" name="Текст 5">
            <a:extLst>
              <a:ext uri="{FF2B5EF4-FFF2-40B4-BE49-F238E27FC236}">
                <a16:creationId xmlns:a16="http://schemas.microsoft.com/office/drawing/2014/main" id="{4DF0A25E-588C-4635-BC04-9183459F797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419994" y="2392615"/>
            <a:ext cx="5200520" cy="5410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tx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endParaRPr lang="ru-RU" dirty="0"/>
          </a:p>
        </p:txBody>
      </p:sp>
      <p:sp>
        <p:nvSpPr>
          <p:cNvPr id="42" name="Текст 2">
            <a:extLst>
              <a:ext uri="{FF2B5EF4-FFF2-40B4-BE49-F238E27FC236}">
                <a16:creationId xmlns:a16="http://schemas.microsoft.com/office/drawing/2014/main" id="{43EEE1BC-4EA4-43F5-BEA9-3F9BE8263A1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19994" y="2041741"/>
            <a:ext cx="5200520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grpSp>
        <p:nvGrpSpPr>
          <p:cNvPr id="43" name="Группа 42">
            <a:extLst>
              <a:ext uri="{FF2B5EF4-FFF2-40B4-BE49-F238E27FC236}">
                <a16:creationId xmlns:a16="http://schemas.microsoft.com/office/drawing/2014/main" id="{A43565A9-9132-4DAC-B0E7-4F2965E3E8AB}"/>
              </a:ext>
            </a:extLst>
          </p:cNvPr>
          <p:cNvGrpSpPr/>
          <p:nvPr userDrawn="1"/>
        </p:nvGrpSpPr>
        <p:grpSpPr>
          <a:xfrm>
            <a:off x="585240" y="3791922"/>
            <a:ext cx="237651" cy="237648"/>
            <a:chOff x="585240" y="3791922"/>
            <a:chExt cx="237651" cy="237648"/>
          </a:xfrm>
        </p:grpSpPr>
        <p:pic>
          <p:nvPicPr>
            <p:cNvPr id="44" name="Star 3 (Stroke) [Figma I9887:64069;7965:11807]" descr="Star 3 (Stroke). векторный контур">
              <a:extLst>
                <a:ext uri="{FF2B5EF4-FFF2-40B4-BE49-F238E27FC236}">
                  <a16:creationId xmlns:a16="http://schemas.microsoft.com/office/drawing/2014/main" id="{21CEF5B3-E283-45A8-9D60-3BD291BD5F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5240" y="3791922"/>
              <a:ext cx="237651" cy="237648"/>
            </a:xfrm>
            <a:prstGeom prst="rect">
              <a:avLst/>
            </a:prstGeom>
          </p:spPr>
        </p:pic>
        <p:pic>
          <p:nvPicPr>
            <p:cNvPr id="45" name="Vector 32 (Stroke) [Figma I9887:64069;7965:11808]" descr="Vector 32 (Stroke). векторный контур">
              <a:extLst>
                <a:ext uri="{FF2B5EF4-FFF2-40B4-BE49-F238E27FC236}">
                  <a16:creationId xmlns:a16="http://schemas.microsoft.com/office/drawing/2014/main" id="{BE655AF3-0A1F-4266-AA5B-E905DBCBDD5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58288" y="3877620"/>
              <a:ext cx="90581" cy="66723"/>
            </a:xfrm>
            <a:prstGeom prst="rect">
              <a:avLst/>
            </a:prstGeom>
          </p:spPr>
        </p:pic>
      </p:grpSp>
      <p:sp>
        <p:nvSpPr>
          <p:cNvPr id="48" name="Текст 2">
            <a:extLst>
              <a:ext uri="{FF2B5EF4-FFF2-40B4-BE49-F238E27FC236}">
                <a16:creationId xmlns:a16="http://schemas.microsoft.com/office/drawing/2014/main" id="{811D7049-6400-48E1-87D8-698C59FB6FD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036219" y="3783684"/>
            <a:ext cx="1679852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9" name="Текст 5">
            <a:extLst>
              <a:ext uri="{FF2B5EF4-FFF2-40B4-BE49-F238E27FC236}">
                <a16:creationId xmlns:a16="http://schemas.microsoft.com/office/drawing/2014/main" id="{C2CBE8E8-07BC-4D3B-9451-3727631EBF5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511463" y="4174448"/>
            <a:ext cx="2260543" cy="7441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0" name="Текст 2">
            <a:extLst>
              <a:ext uri="{FF2B5EF4-FFF2-40B4-BE49-F238E27FC236}">
                <a16:creationId xmlns:a16="http://schemas.microsoft.com/office/drawing/2014/main" id="{21168D1B-800F-42CB-8367-9272DBB9881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511463" y="3666291"/>
            <a:ext cx="490954" cy="477084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1920"/>
              </a:lnSpc>
              <a:buNone/>
              <a:defRPr sz="3200" kern="200" spc="-200" baseline="0">
                <a:solidFill>
                  <a:srgbClr val="0A2896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51" name="Текст 2">
            <a:extLst>
              <a:ext uri="{FF2B5EF4-FFF2-40B4-BE49-F238E27FC236}">
                <a16:creationId xmlns:a16="http://schemas.microsoft.com/office/drawing/2014/main" id="{1B245B9A-2E3F-4BBC-B1BF-A70BABC0563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957151" y="3783684"/>
            <a:ext cx="1679852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2" name="Текст 5">
            <a:extLst>
              <a:ext uri="{FF2B5EF4-FFF2-40B4-BE49-F238E27FC236}">
                <a16:creationId xmlns:a16="http://schemas.microsoft.com/office/drawing/2014/main" id="{704EE517-5866-47B2-82F9-3674A704416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432395" y="4174448"/>
            <a:ext cx="2260543" cy="7441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00"/>
              </a:lnSpc>
              <a:buNone/>
              <a:defRPr sz="14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3" name="Текст 2">
            <a:extLst>
              <a:ext uri="{FF2B5EF4-FFF2-40B4-BE49-F238E27FC236}">
                <a16:creationId xmlns:a16="http://schemas.microsoft.com/office/drawing/2014/main" id="{67CBC79F-9224-48B5-90FF-F82006DF822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32395" y="3666291"/>
            <a:ext cx="490954" cy="477084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1920"/>
              </a:lnSpc>
              <a:buNone/>
              <a:defRPr sz="3200" kern="200" spc="-2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54" name="Текст 5">
            <a:extLst>
              <a:ext uri="{FF2B5EF4-FFF2-40B4-BE49-F238E27FC236}">
                <a16:creationId xmlns:a16="http://schemas.microsoft.com/office/drawing/2014/main" id="{BB159815-731B-46C6-ABB8-2EB1BE26BE2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9366106" y="3771304"/>
            <a:ext cx="2260543" cy="10991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5" name="Текст 5">
            <a:extLst>
              <a:ext uri="{FF2B5EF4-FFF2-40B4-BE49-F238E27FC236}">
                <a16:creationId xmlns:a16="http://schemas.microsoft.com/office/drawing/2014/main" id="{7420B96A-A18A-41BC-A348-AD471D4CFE6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85240" y="5681917"/>
            <a:ext cx="11039741" cy="5873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400"/>
              </a:lnSpc>
              <a:buNone/>
              <a:defRPr sz="12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949265858"/>
      </p:ext>
    </p:extLst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руктурная схема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Структурная схема (2)</a:t>
            </a:r>
          </a:p>
        </p:txBody>
      </p:sp>
      <p:sp>
        <p:nvSpPr>
          <p:cNvPr id="79" name="Текст 5"/>
          <p:cNvSpPr>
            <a:spLocks noGrp="1"/>
          </p:cNvSpPr>
          <p:nvPr>
            <p:ph type="body" sz="quarter" idx="13"/>
          </p:nvPr>
        </p:nvSpPr>
        <p:spPr>
          <a:xfrm>
            <a:off x="8146817" y="2163279"/>
            <a:ext cx="3498819" cy="126572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Clr>
                <a:srgbClr val="1E4BD2"/>
              </a:buClr>
              <a:buSzPct val="120000"/>
              <a:buFont typeface="Arial" panose="020B0604020202020204" pitchFamily="34" charset="0"/>
              <a:buChar char="•"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  <a:endParaRPr lang="en-US" dirty="0"/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>
          <a:xfrm>
            <a:off x="577836" y="3342081"/>
            <a:ext cx="3009852" cy="27733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1"/>
          </p:nvPr>
        </p:nvSpPr>
        <p:spPr>
          <a:xfrm>
            <a:off x="571486" y="3720206"/>
            <a:ext cx="3016202" cy="7422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endParaRPr lang="ru-RU" dirty="0"/>
          </a:p>
        </p:txBody>
      </p:sp>
      <p:sp>
        <p:nvSpPr>
          <p:cNvPr id="82" name="Текст 2"/>
          <p:cNvSpPr>
            <a:spLocks noGrp="1"/>
          </p:cNvSpPr>
          <p:nvPr>
            <p:ph type="body" sz="quarter" idx="16"/>
          </p:nvPr>
        </p:nvSpPr>
        <p:spPr>
          <a:xfrm>
            <a:off x="5426395" y="4462484"/>
            <a:ext cx="1831473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3" name="Текст 5"/>
          <p:cNvSpPr>
            <a:spLocks noGrp="1"/>
          </p:cNvSpPr>
          <p:nvPr>
            <p:ph type="body" sz="quarter" idx="17"/>
          </p:nvPr>
        </p:nvSpPr>
        <p:spPr>
          <a:xfrm>
            <a:off x="4997325" y="4865380"/>
            <a:ext cx="2260543" cy="86866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4" name="Текст 2"/>
          <p:cNvSpPr>
            <a:spLocks noGrp="1"/>
          </p:cNvSpPr>
          <p:nvPr>
            <p:ph type="body" sz="quarter" idx="24"/>
          </p:nvPr>
        </p:nvSpPr>
        <p:spPr>
          <a:xfrm>
            <a:off x="5426395" y="2157435"/>
            <a:ext cx="1831473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5" name="Текст 5"/>
          <p:cNvSpPr>
            <a:spLocks noGrp="1"/>
          </p:cNvSpPr>
          <p:nvPr>
            <p:ph type="body" sz="quarter" idx="25"/>
          </p:nvPr>
        </p:nvSpPr>
        <p:spPr>
          <a:xfrm>
            <a:off x="4997325" y="2560331"/>
            <a:ext cx="2260543" cy="86866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0" name="Текст 5"/>
          <p:cNvSpPr>
            <a:spLocks noGrp="1"/>
          </p:cNvSpPr>
          <p:nvPr>
            <p:ph type="body" sz="quarter" idx="26"/>
          </p:nvPr>
        </p:nvSpPr>
        <p:spPr>
          <a:xfrm>
            <a:off x="8172247" y="4462484"/>
            <a:ext cx="3498819" cy="126572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Clr>
                <a:srgbClr val="1E4BD2"/>
              </a:buClr>
              <a:buSzPct val="120000"/>
              <a:buFont typeface="Arial" panose="020B0604020202020204" pitchFamily="34" charset="0"/>
              <a:buChar char="•"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  <a:endParaRPr lang="en-US" dirty="0"/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1829FBE-BA79-4C38-8507-4F3D32298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592457"/>
      </p:ext>
    </p:extLst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руктурная схема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Диаграмма </a:t>
            </a:r>
            <a:r>
              <a:rPr lang="ru-RU" dirty="0" err="1"/>
              <a:t>венна</a:t>
            </a:r>
            <a:endParaRPr lang="ru-RU" dirty="0"/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1829FBE-BA79-4C38-8507-4F3D32298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85" name="Frame 2147204059 — фон [Figma 9887:64130:background]">
            <a:extLst>
              <a:ext uri="{FF2B5EF4-FFF2-40B4-BE49-F238E27FC236}">
                <a16:creationId xmlns:a16="http://schemas.microsoft.com/office/drawing/2014/main" id="{143DCE75-69D1-49C0-9655-3C3E96531109}"/>
              </a:ext>
            </a:extLst>
          </p:cNvPr>
          <p:cNvSpPr/>
          <p:nvPr userDrawn="1"/>
        </p:nvSpPr>
        <p:spPr>
          <a:xfrm>
            <a:off x="380990" y="1377916"/>
            <a:ext cx="11429714" cy="4971926"/>
          </a:xfrm>
          <a:prstGeom prst="roundRect">
            <a:avLst>
              <a:gd name="adj" fmla="val 1916"/>
            </a:avLst>
          </a:prstGeom>
          <a:solidFill>
            <a:srgbClr val="EAEDF5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Ellipse [Figma 9887:64163]">
            <a:extLst>
              <a:ext uri="{FF2B5EF4-FFF2-40B4-BE49-F238E27FC236}">
                <a16:creationId xmlns:a16="http://schemas.microsoft.com/office/drawing/2014/main" id="{8BAFF639-14A8-4182-B81B-B969761EFE6A}"/>
              </a:ext>
            </a:extLst>
          </p:cNvPr>
          <p:cNvSpPr/>
          <p:nvPr userDrawn="1"/>
        </p:nvSpPr>
        <p:spPr>
          <a:xfrm>
            <a:off x="5435464" y="3765456"/>
            <a:ext cx="88898" cy="8889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Полилиния: фигура 95">
            <a:extLst>
              <a:ext uri="{FF2B5EF4-FFF2-40B4-BE49-F238E27FC236}">
                <a16:creationId xmlns:a16="http://schemas.microsoft.com/office/drawing/2014/main" id="{93D0BD2F-3D4A-4F81-BD25-D54D50B8384D}"/>
              </a:ext>
            </a:extLst>
          </p:cNvPr>
          <p:cNvSpPr/>
          <p:nvPr/>
        </p:nvSpPr>
        <p:spPr>
          <a:xfrm rot="1" flipV="1">
            <a:off x="6057749" y="5092573"/>
            <a:ext cx="88897" cy="88766"/>
          </a:xfrm>
          <a:custGeom>
            <a:avLst/>
            <a:gdLst>
              <a:gd name="connsiteX0" fmla="*/ 89762 w 88897"/>
              <a:gd name="connsiteY0" fmla="*/ 44383 h 88766"/>
              <a:gd name="connsiteX1" fmla="*/ 45313 w 88897"/>
              <a:gd name="connsiteY1" fmla="*/ 88766 h 88766"/>
              <a:gd name="connsiteX2" fmla="*/ 864 w 88897"/>
              <a:gd name="connsiteY2" fmla="*/ 44383 h 88766"/>
              <a:gd name="connsiteX3" fmla="*/ 45313 w 88897"/>
              <a:gd name="connsiteY3" fmla="*/ 0 h 88766"/>
              <a:gd name="connsiteX4" fmla="*/ 89762 w 88897"/>
              <a:gd name="connsiteY4" fmla="*/ 44383 h 88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897" h="88766">
                <a:moveTo>
                  <a:pt x="89762" y="44383"/>
                </a:moveTo>
                <a:cubicBezTo>
                  <a:pt x="89762" y="68895"/>
                  <a:pt x="69861" y="88766"/>
                  <a:pt x="45313" y="88766"/>
                </a:cubicBezTo>
                <a:cubicBezTo>
                  <a:pt x="20764" y="88766"/>
                  <a:pt x="864" y="68895"/>
                  <a:pt x="864" y="44383"/>
                </a:cubicBezTo>
                <a:cubicBezTo>
                  <a:pt x="864" y="19871"/>
                  <a:pt x="20764" y="0"/>
                  <a:pt x="45313" y="0"/>
                </a:cubicBezTo>
                <a:cubicBezTo>
                  <a:pt x="69861" y="0"/>
                  <a:pt x="89762" y="19871"/>
                  <a:pt x="89762" y="44383"/>
                </a:cubicBezTo>
                <a:close/>
              </a:path>
            </a:pathLst>
          </a:custGeom>
          <a:solidFill>
            <a:srgbClr val="FFFFFF"/>
          </a:solidFill>
          <a:ln w="634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97" name="Ellipse [Figma 9887:64170]">
            <a:extLst>
              <a:ext uri="{FF2B5EF4-FFF2-40B4-BE49-F238E27FC236}">
                <a16:creationId xmlns:a16="http://schemas.microsoft.com/office/drawing/2014/main" id="{146E4B24-0F4D-43DA-A95F-0B7988E70471}"/>
              </a:ext>
            </a:extLst>
          </p:cNvPr>
          <p:cNvSpPr/>
          <p:nvPr userDrawn="1"/>
        </p:nvSpPr>
        <p:spPr>
          <a:xfrm>
            <a:off x="2597085" y="3867053"/>
            <a:ext cx="50799" cy="5079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Текст 2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761982" y="1719897"/>
            <a:ext cx="2630668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</a:t>
            </a:r>
          </a:p>
        </p:txBody>
      </p:sp>
      <p:sp>
        <p:nvSpPr>
          <p:cNvPr id="83" name="Текст 5"/>
          <p:cNvSpPr>
            <a:spLocks noGrp="1"/>
          </p:cNvSpPr>
          <p:nvPr userDrawn="1">
            <p:ph type="body" sz="quarter" idx="17"/>
          </p:nvPr>
        </p:nvSpPr>
        <p:spPr>
          <a:xfrm>
            <a:off x="747448" y="2047876"/>
            <a:ext cx="2630668" cy="54525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4" name="Текст 2">
            <a:extLst>
              <a:ext uri="{FF2B5EF4-FFF2-40B4-BE49-F238E27FC236}">
                <a16:creationId xmlns:a16="http://schemas.microsoft.com/office/drawing/2014/main" id="{03B73AE0-BB68-4609-A6C7-CB4B4660A45E}"/>
              </a:ext>
            </a:extLst>
          </p:cNvPr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5159962" y="2403281"/>
            <a:ext cx="1877396" cy="24618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ts val="192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</a:t>
            </a:r>
          </a:p>
        </p:txBody>
      </p:sp>
      <p:sp>
        <p:nvSpPr>
          <p:cNvPr id="105" name="Текст 5">
            <a:extLst>
              <a:ext uri="{FF2B5EF4-FFF2-40B4-BE49-F238E27FC236}">
                <a16:creationId xmlns:a16="http://schemas.microsoft.com/office/drawing/2014/main" id="{8DDEC0A7-16B8-481A-B5E5-924BB89A5DB7}"/>
              </a:ext>
            </a:extLst>
          </p:cNvPr>
          <p:cNvSpPr>
            <a:spLocks noGrp="1"/>
          </p:cNvSpPr>
          <p:nvPr userDrawn="1">
            <p:ph type="body" sz="quarter" idx="29"/>
          </p:nvPr>
        </p:nvSpPr>
        <p:spPr>
          <a:xfrm>
            <a:off x="5145428" y="2731260"/>
            <a:ext cx="1877396" cy="545252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6" name="Текст 2">
            <a:extLst>
              <a:ext uri="{FF2B5EF4-FFF2-40B4-BE49-F238E27FC236}">
                <a16:creationId xmlns:a16="http://schemas.microsoft.com/office/drawing/2014/main" id="{D78EA89E-087E-4492-B2BF-A350C015A0DE}"/>
              </a:ext>
            </a:extLst>
          </p:cNvPr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4029605" y="4409771"/>
            <a:ext cx="1877396" cy="24618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ts val="192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</a:t>
            </a:r>
          </a:p>
        </p:txBody>
      </p:sp>
      <p:sp>
        <p:nvSpPr>
          <p:cNvPr id="107" name="Текст 5">
            <a:extLst>
              <a:ext uri="{FF2B5EF4-FFF2-40B4-BE49-F238E27FC236}">
                <a16:creationId xmlns:a16="http://schemas.microsoft.com/office/drawing/2014/main" id="{E1666147-F70F-41A7-B7BE-97BABCBBC3EA}"/>
              </a:ext>
            </a:extLst>
          </p:cNvPr>
          <p:cNvSpPr>
            <a:spLocks noGrp="1"/>
          </p:cNvSpPr>
          <p:nvPr userDrawn="1">
            <p:ph type="body" sz="quarter" idx="31"/>
          </p:nvPr>
        </p:nvSpPr>
        <p:spPr>
          <a:xfrm>
            <a:off x="4015071" y="4737750"/>
            <a:ext cx="1877396" cy="545252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8" name="Текст 2">
            <a:extLst>
              <a:ext uri="{FF2B5EF4-FFF2-40B4-BE49-F238E27FC236}">
                <a16:creationId xmlns:a16="http://schemas.microsoft.com/office/drawing/2014/main" id="{CB7AC794-6B16-4835-98FC-2BB3388274C1}"/>
              </a:ext>
            </a:extLst>
          </p:cNvPr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6397204" y="4387618"/>
            <a:ext cx="1877396" cy="24618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ts val="192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</a:t>
            </a:r>
          </a:p>
        </p:txBody>
      </p:sp>
      <p:sp>
        <p:nvSpPr>
          <p:cNvPr id="109" name="Текст 5">
            <a:extLst>
              <a:ext uri="{FF2B5EF4-FFF2-40B4-BE49-F238E27FC236}">
                <a16:creationId xmlns:a16="http://schemas.microsoft.com/office/drawing/2014/main" id="{4F655215-8C2B-45EC-8E34-B7B22609727B}"/>
              </a:ext>
            </a:extLst>
          </p:cNvPr>
          <p:cNvSpPr>
            <a:spLocks noGrp="1"/>
          </p:cNvSpPr>
          <p:nvPr userDrawn="1">
            <p:ph type="body" sz="quarter" idx="33"/>
          </p:nvPr>
        </p:nvSpPr>
        <p:spPr>
          <a:xfrm>
            <a:off x="6382670" y="4715597"/>
            <a:ext cx="1877396" cy="545252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0" name="Текст 2">
            <a:extLst>
              <a:ext uri="{FF2B5EF4-FFF2-40B4-BE49-F238E27FC236}">
                <a16:creationId xmlns:a16="http://schemas.microsoft.com/office/drawing/2014/main" id="{8FEB028D-EA92-4653-8D7A-C0F8FD68507E}"/>
              </a:ext>
            </a:extLst>
          </p:cNvPr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748470" y="5086059"/>
            <a:ext cx="2644179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</a:t>
            </a:r>
          </a:p>
        </p:txBody>
      </p:sp>
      <p:sp>
        <p:nvSpPr>
          <p:cNvPr id="111" name="Текст 5">
            <a:extLst>
              <a:ext uri="{FF2B5EF4-FFF2-40B4-BE49-F238E27FC236}">
                <a16:creationId xmlns:a16="http://schemas.microsoft.com/office/drawing/2014/main" id="{BE1D1178-0E40-47F7-B374-13D7CCAE0495}"/>
              </a:ext>
            </a:extLst>
          </p:cNvPr>
          <p:cNvSpPr>
            <a:spLocks noGrp="1"/>
          </p:cNvSpPr>
          <p:nvPr userDrawn="1">
            <p:ph type="body" sz="quarter" idx="35"/>
          </p:nvPr>
        </p:nvSpPr>
        <p:spPr>
          <a:xfrm>
            <a:off x="733936" y="5414038"/>
            <a:ext cx="2644179" cy="54525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2" name="Текст 2">
            <a:extLst>
              <a:ext uri="{FF2B5EF4-FFF2-40B4-BE49-F238E27FC236}">
                <a16:creationId xmlns:a16="http://schemas.microsoft.com/office/drawing/2014/main" id="{5D31FD95-6142-4B01-A620-A1787AA00490}"/>
              </a:ext>
            </a:extLst>
          </p:cNvPr>
          <p:cNvSpPr>
            <a:spLocks noGrp="1"/>
          </p:cNvSpPr>
          <p:nvPr userDrawn="1">
            <p:ph type="body" sz="quarter" idx="36" hasCustomPrompt="1"/>
          </p:nvPr>
        </p:nvSpPr>
        <p:spPr>
          <a:xfrm>
            <a:off x="8894582" y="1728516"/>
            <a:ext cx="2630668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</a:t>
            </a:r>
          </a:p>
        </p:txBody>
      </p:sp>
      <p:sp>
        <p:nvSpPr>
          <p:cNvPr id="113" name="Текст 5">
            <a:extLst>
              <a:ext uri="{FF2B5EF4-FFF2-40B4-BE49-F238E27FC236}">
                <a16:creationId xmlns:a16="http://schemas.microsoft.com/office/drawing/2014/main" id="{9BE718C1-ECA5-4944-99B1-9FC9A53AB16C}"/>
              </a:ext>
            </a:extLst>
          </p:cNvPr>
          <p:cNvSpPr>
            <a:spLocks noGrp="1"/>
          </p:cNvSpPr>
          <p:nvPr userDrawn="1">
            <p:ph type="body" sz="quarter" idx="37"/>
          </p:nvPr>
        </p:nvSpPr>
        <p:spPr>
          <a:xfrm>
            <a:off x="8880048" y="2056495"/>
            <a:ext cx="2630668" cy="54525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4" name="Текст 2">
            <a:extLst>
              <a:ext uri="{FF2B5EF4-FFF2-40B4-BE49-F238E27FC236}">
                <a16:creationId xmlns:a16="http://schemas.microsoft.com/office/drawing/2014/main" id="{2D8FAA86-E294-4726-A8A0-71DB7A4E1A27}"/>
              </a:ext>
            </a:extLst>
          </p:cNvPr>
          <p:cNvSpPr>
            <a:spLocks noGrp="1"/>
          </p:cNvSpPr>
          <p:nvPr userDrawn="1">
            <p:ph type="body" sz="quarter" idx="38" hasCustomPrompt="1"/>
          </p:nvPr>
        </p:nvSpPr>
        <p:spPr>
          <a:xfrm>
            <a:off x="8905276" y="3268654"/>
            <a:ext cx="851751" cy="8556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200" spc="-6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115" name="Текст 5">
            <a:extLst>
              <a:ext uri="{FF2B5EF4-FFF2-40B4-BE49-F238E27FC236}">
                <a16:creationId xmlns:a16="http://schemas.microsoft.com/office/drawing/2014/main" id="{A66286F5-5C88-4E32-A361-9E3EB4961E2F}"/>
              </a:ext>
            </a:extLst>
          </p:cNvPr>
          <p:cNvSpPr>
            <a:spLocks noGrp="1"/>
          </p:cNvSpPr>
          <p:nvPr userDrawn="1">
            <p:ph type="body" sz="quarter" idx="39"/>
          </p:nvPr>
        </p:nvSpPr>
        <p:spPr>
          <a:xfrm>
            <a:off x="8901127" y="4208791"/>
            <a:ext cx="2554273" cy="7791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866336328"/>
      </p:ext>
    </p:extLst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зырьковая 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Пузырьковая диаграмма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1829FBE-BA79-4C38-8507-4F3D32298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pic>
        <p:nvPicPr>
          <p:cNvPr id="59" name="Frame 2147204091 [Figma 9887:63783]" descr="Frame 2147204091. прозрачность группы">
            <a:extLst>
              <a:ext uri="{FF2B5EF4-FFF2-40B4-BE49-F238E27FC236}">
                <a16:creationId xmlns:a16="http://schemas.microsoft.com/office/drawing/2014/main" id="{0ADA4248-ACD7-4CD6-92F0-5C35EDA8A79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18106" y="2849987"/>
            <a:ext cx="3174921" cy="3174921"/>
          </a:xfrm>
          <a:prstGeom prst="rect">
            <a:avLst/>
          </a:prstGeom>
        </p:spPr>
      </p:pic>
      <p:sp>
        <p:nvSpPr>
          <p:cNvPr id="82" name="Текст 5">
            <a:extLst>
              <a:ext uri="{FF2B5EF4-FFF2-40B4-BE49-F238E27FC236}">
                <a16:creationId xmlns:a16="http://schemas.microsoft.com/office/drawing/2014/main" id="{6ACF8E65-60E6-4072-AC11-96224D1DF4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50055" y="2373566"/>
            <a:ext cx="5270154" cy="383502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Clr>
                <a:srgbClr val="1E4BD2"/>
              </a:buClr>
              <a:buSzPct val="120000"/>
              <a:buFont typeface="Arial" panose="020B0604020202020204" pitchFamily="34" charset="0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3" name="Текст 2">
            <a:extLst>
              <a:ext uri="{FF2B5EF4-FFF2-40B4-BE49-F238E27FC236}">
                <a16:creationId xmlns:a16="http://schemas.microsoft.com/office/drawing/2014/main" id="{B889F4C0-0613-4921-A3EE-6BAE39976B6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908627" y="1541657"/>
            <a:ext cx="4759498" cy="44673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</a:t>
            </a:r>
          </a:p>
        </p:txBody>
      </p:sp>
      <p:sp>
        <p:nvSpPr>
          <p:cNvPr id="84" name="Текст 2">
            <a:extLst>
              <a:ext uri="{FF2B5EF4-FFF2-40B4-BE49-F238E27FC236}">
                <a16:creationId xmlns:a16="http://schemas.microsoft.com/office/drawing/2014/main" id="{2B1640A0-36E4-4A57-8BA5-C3F775C9B4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97502" y="1528995"/>
            <a:ext cx="5115364" cy="44673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 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0C95A4DB-9C1C-4735-8353-D20AAD7EAE8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83864" y="2209251"/>
            <a:ext cx="631031" cy="1409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D9D2DBBC-C9C8-4C44-A052-7A4EAF2DB95B}"/>
              </a:ext>
            </a:extLst>
          </p:cNvPr>
          <p:cNvSpPr/>
          <p:nvPr userDrawn="1"/>
        </p:nvSpPr>
        <p:spPr>
          <a:xfrm>
            <a:off x="571486" y="2209251"/>
            <a:ext cx="144000" cy="144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85" name="Текст 8">
            <a:extLst>
              <a:ext uri="{FF2B5EF4-FFF2-40B4-BE49-F238E27FC236}">
                <a16:creationId xmlns:a16="http://schemas.microsoft.com/office/drawing/2014/main" id="{E6AB38F0-EF0B-401F-ABC9-F2F9C7E50A9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702294" y="2209251"/>
            <a:ext cx="631031" cy="1409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86" name="Овал 85">
            <a:extLst>
              <a:ext uri="{FF2B5EF4-FFF2-40B4-BE49-F238E27FC236}">
                <a16:creationId xmlns:a16="http://schemas.microsoft.com/office/drawing/2014/main" id="{51D16754-5BD9-4C0C-9F4A-62536C81273E}"/>
              </a:ext>
            </a:extLst>
          </p:cNvPr>
          <p:cNvSpPr/>
          <p:nvPr userDrawn="1"/>
        </p:nvSpPr>
        <p:spPr>
          <a:xfrm>
            <a:off x="1489916" y="2209251"/>
            <a:ext cx="144000" cy="14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89" name="Текст 8">
            <a:extLst>
              <a:ext uri="{FF2B5EF4-FFF2-40B4-BE49-F238E27FC236}">
                <a16:creationId xmlns:a16="http://schemas.microsoft.com/office/drawing/2014/main" id="{442564AD-16C4-452D-823E-6B93D7EE972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621401" y="2209251"/>
            <a:ext cx="631031" cy="1409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90" name="Овал 89">
            <a:extLst>
              <a:ext uri="{FF2B5EF4-FFF2-40B4-BE49-F238E27FC236}">
                <a16:creationId xmlns:a16="http://schemas.microsoft.com/office/drawing/2014/main" id="{CEC48FC3-74EA-4389-BDF3-45E492411916}"/>
              </a:ext>
            </a:extLst>
          </p:cNvPr>
          <p:cNvSpPr/>
          <p:nvPr userDrawn="1"/>
        </p:nvSpPr>
        <p:spPr>
          <a:xfrm>
            <a:off x="2409023" y="2209251"/>
            <a:ext cx="144000" cy="14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91" name="Текст 8">
            <a:extLst>
              <a:ext uri="{FF2B5EF4-FFF2-40B4-BE49-F238E27FC236}">
                <a16:creationId xmlns:a16="http://schemas.microsoft.com/office/drawing/2014/main" id="{72B0736C-1442-4FCD-AC17-463B3C0B703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543218" y="2209251"/>
            <a:ext cx="631031" cy="1409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92" name="Овал 91">
            <a:extLst>
              <a:ext uri="{FF2B5EF4-FFF2-40B4-BE49-F238E27FC236}">
                <a16:creationId xmlns:a16="http://schemas.microsoft.com/office/drawing/2014/main" id="{BCF6C106-3D9C-4508-8A11-5D2ED900ED1A}"/>
              </a:ext>
            </a:extLst>
          </p:cNvPr>
          <p:cNvSpPr/>
          <p:nvPr userDrawn="1"/>
        </p:nvSpPr>
        <p:spPr>
          <a:xfrm>
            <a:off x="3330840" y="2209251"/>
            <a:ext cx="144000" cy="144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93" name="Текст 8">
            <a:extLst>
              <a:ext uri="{FF2B5EF4-FFF2-40B4-BE49-F238E27FC236}">
                <a16:creationId xmlns:a16="http://schemas.microsoft.com/office/drawing/2014/main" id="{FC3E76E5-8845-485D-94D7-02094D49405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83864" y="2438728"/>
            <a:ext cx="631031" cy="1409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94" name="Овал 93">
            <a:extLst>
              <a:ext uri="{FF2B5EF4-FFF2-40B4-BE49-F238E27FC236}">
                <a16:creationId xmlns:a16="http://schemas.microsoft.com/office/drawing/2014/main" id="{F0F6FB23-943B-4232-A8E4-24A27654B752}"/>
              </a:ext>
            </a:extLst>
          </p:cNvPr>
          <p:cNvSpPr/>
          <p:nvPr userDrawn="1"/>
        </p:nvSpPr>
        <p:spPr>
          <a:xfrm>
            <a:off x="571486" y="2438728"/>
            <a:ext cx="144000" cy="144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95" name="Текст 8">
            <a:extLst>
              <a:ext uri="{FF2B5EF4-FFF2-40B4-BE49-F238E27FC236}">
                <a16:creationId xmlns:a16="http://schemas.microsoft.com/office/drawing/2014/main" id="{2AE5C641-8419-4610-8E55-9B193413F35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702294" y="2438728"/>
            <a:ext cx="631031" cy="1409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96" name="Овал 95">
            <a:extLst>
              <a:ext uri="{FF2B5EF4-FFF2-40B4-BE49-F238E27FC236}">
                <a16:creationId xmlns:a16="http://schemas.microsoft.com/office/drawing/2014/main" id="{0797E723-6244-483C-B1A2-06FE503C9B5E}"/>
              </a:ext>
            </a:extLst>
          </p:cNvPr>
          <p:cNvSpPr/>
          <p:nvPr userDrawn="1"/>
        </p:nvSpPr>
        <p:spPr>
          <a:xfrm>
            <a:off x="1489916" y="2438728"/>
            <a:ext cx="144000" cy="14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97" name="Текст 8">
            <a:extLst>
              <a:ext uri="{FF2B5EF4-FFF2-40B4-BE49-F238E27FC236}">
                <a16:creationId xmlns:a16="http://schemas.microsoft.com/office/drawing/2014/main" id="{F5BBB98B-B9A7-4357-A750-960A6C5D755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621401" y="2438728"/>
            <a:ext cx="631031" cy="1409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04" name="Овал 103">
            <a:extLst>
              <a:ext uri="{FF2B5EF4-FFF2-40B4-BE49-F238E27FC236}">
                <a16:creationId xmlns:a16="http://schemas.microsoft.com/office/drawing/2014/main" id="{77FC2925-B01A-4587-9F22-79BE6468D157}"/>
              </a:ext>
            </a:extLst>
          </p:cNvPr>
          <p:cNvSpPr/>
          <p:nvPr userDrawn="1"/>
        </p:nvSpPr>
        <p:spPr>
          <a:xfrm>
            <a:off x="2409023" y="2438728"/>
            <a:ext cx="144000" cy="14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105" name="Текст 8">
            <a:extLst>
              <a:ext uri="{FF2B5EF4-FFF2-40B4-BE49-F238E27FC236}">
                <a16:creationId xmlns:a16="http://schemas.microsoft.com/office/drawing/2014/main" id="{1B9FFA4A-F4A3-4C2F-9D13-6A85776473A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543218" y="2438728"/>
            <a:ext cx="631031" cy="1409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06" name="Овал 105">
            <a:extLst>
              <a:ext uri="{FF2B5EF4-FFF2-40B4-BE49-F238E27FC236}">
                <a16:creationId xmlns:a16="http://schemas.microsoft.com/office/drawing/2014/main" id="{D1269040-F0F2-46E2-9430-296934C558D7}"/>
              </a:ext>
            </a:extLst>
          </p:cNvPr>
          <p:cNvSpPr/>
          <p:nvPr userDrawn="1"/>
        </p:nvSpPr>
        <p:spPr>
          <a:xfrm>
            <a:off x="3330840" y="2438728"/>
            <a:ext cx="144000" cy="144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107" name="Текст 8">
            <a:extLst>
              <a:ext uri="{FF2B5EF4-FFF2-40B4-BE49-F238E27FC236}">
                <a16:creationId xmlns:a16="http://schemas.microsoft.com/office/drawing/2014/main" id="{925EF63B-8D13-45B5-8B1D-F6647CAA5D3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920023" y="2838493"/>
            <a:ext cx="914744" cy="26095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строчки</a:t>
            </a:r>
          </a:p>
        </p:txBody>
      </p:sp>
      <p:sp>
        <p:nvSpPr>
          <p:cNvPr id="109" name="Текст 8">
            <a:extLst>
              <a:ext uri="{FF2B5EF4-FFF2-40B4-BE49-F238E27FC236}">
                <a16:creationId xmlns:a16="http://schemas.microsoft.com/office/drawing/2014/main" id="{0766D8B1-AFF9-4237-98B2-2485AEDF008B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938333" y="3353338"/>
            <a:ext cx="914744" cy="13924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10" name="Текст 8">
            <a:extLst>
              <a:ext uri="{FF2B5EF4-FFF2-40B4-BE49-F238E27FC236}">
                <a16:creationId xmlns:a16="http://schemas.microsoft.com/office/drawing/2014/main" id="{0B11F69F-3029-4579-942A-AAF5B28D8CA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938333" y="4378997"/>
            <a:ext cx="914744" cy="13924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11" name="Текст 8">
            <a:extLst>
              <a:ext uri="{FF2B5EF4-FFF2-40B4-BE49-F238E27FC236}">
                <a16:creationId xmlns:a16="http://schemas.microsoft.com/office/drawing/2014/main" id="{801E9BAE-07B9-4799-B15C-5CEB5C44B2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938333" y="5425012"/>
            <a:ext cx="914744" cy="13924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12" name="Текст 8">
            <a:extLst>
              <a:ext uri="{FF2B5EF4-FFF2-40B4-BE49-F238E27FC236}">
                <a16:creationId xmlns:a16="http://schemas.microsoft.com/office/drawing/2014/main" id="{19D5D318-45BD-4ADA-9F42-EE3891D6293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60180" y="6094234"/>
            <a:ext cx="792843" cy="13924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960"/>
              </a:lnSpc>
              <a:buNone/>
              <a:defRPr sz="8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13" name="Текст 8">
            <a:extLst>
              <a:ext uri="{FF2B5EF4-FFF2-40B4-BE49-F238E27FC236}">
                <a16:creationId xmlns:a16="http://schemas.microsoft.com/office/drawing/2014/main" id="{2C7B6D5E-E98F-4077-9C51-728DC45BE47E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809144" y="6117944"/>
            <a:ext cx="792843" cy="13924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960"/>
              </a:lnSpc>
              <a:buNone/>
              <a:defRPr sz="8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14" name="Текст 8">
            <a:extLst>
              <a:ext uri="{FF2B5EF4-FFF2-40B4-BE49-F238E27FC236}">
                <a16:creationId xmlns:a16="http://schemas.microsoft.com/office/drawing/2014/main" id="{58AF2E7C-6B83-4176-BFFB-2F9836687AD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858108" y="6117944"/>
            <a:ext cx="792843" cy="13924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960"/>
              </a:lnSpc>
              <a:buNone/>
              <a:defRPr sz="8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15" name="Текст 8">
            <a:extLst>
              <a:ext uri="{FF2B5EF4-FFF2-40B4-BE49-F238E27FC236}">
                <a16:creationId xmlns:a16="http://schemas.microsoft.com/office/drawing/2014/main" id="{7A2681FD-8DB0-4854-B312-D1916D616FDE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71485" y="5947633"/>
            <a:ext cx="932574" cy="26095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строчки</a:t>
            </a:r>
          </a:p>
        </p:txBody>
      </p:sp>
      <p:sp>
        <p:nvSpPr>
          <p:cNvPr id="118" name="Текст 8">
            <a:extLst>
              <a:ext uri="{FF2B5EF4-FFF2-40B4-BE49-F238E27FC236}">
                <a16:creationId xmlns:a16="http://schemas.microsoft.com/office/drawing/2014/main" id="{21C6D5A7-A41F-4965-B92F-63E66B2E322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391754" y="3048001"/>
            <a:ext cx="345390" cy="30533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buNone/>
              <a:defRPr sz="1400" kern="400" spc="-1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121" name="Текст 8">
            <a:extLst>
              <a:ext uri="{FF2B5EF4-FFF2-40B4-BE49-F238E27FC236}">
                <a16:creationId xmlns:a16="http://schemas.microsoft.com/office/drawing/2014/main" id="{2157C86C-AE77-4D15-AEA1-5C2652060B31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784796" y="4024398"/>
            <a:ext cx="345390" cy="30533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buNone/>
              <a:defRPr sz="1400" kern="400" spc="-1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122" name="Текст 8">
            <a:extLst>
              <a:ext uri="{FF2B5EF4-FFF2-40B4-BE49-F238E27FC236}">
                <a16:creationId xmlns:a16="http://schemas.microsoft.com/office/drawing/2014/main" id="{2B468D17-1AC4-40BE-9EB1-B326D9385B2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629065" y="3621221"/>
            <a:ext cx="345390" cy="30533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buNone/>
              <a:defRPr sz="1400" kern="400" spc="-1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123" name="Текст 8">
            <a:extLst>
              <a:ext uri="{FF2B5EF4-FFF2-40B4-BE49-F238E27FC236}">
                <a16:creationId xmlns:a16="http://schemas.microsoft.com/office/drawing/2014/main" id="{45E5E3DC-BFFF-4BB0-8AF5-42F7C809745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4274703" y="3806509"/>
            <a:ext cx="345390" cy="30533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buNone/>
              <a:defRPr sz="1400" kern="400" spc="-1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124" name="Текст 8">
            <a:extLst>
              <a:ext uri="{FF2B5EF4-FFF2-40B4-BE49-F238E27FC236}">
                <a16:creationId xmlns:a16="http://schemas.microsoft.com/office/drawing/2014/main" id="{1839F083-B673-4BF4-B8A5-6B6CA933972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205565" y="5411592"/>
            <a:ext cx="345390" cy="30533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buNone/>
              <a:defRPr sz="1400" kern="400" spc="-1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125" name="Текст 8">
            <a:extLst>
              <a:ext uri="{FF2B5EF4-FFF2-40B4-BE49-F238E27FC236}">
                <a16:creationId xmlns:a16="http://schemas.microsoft.com/office/drawing/2014/main" id="{C388E098-50DA-41C3-9D6C-EEBD4B139CA5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566871" y="4995658"/>
            <a:ext cx="248641" cy="2008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buNone/>
              <a:defRPr sz="1400" kern="400" spc="-1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126" name="Текст 8">
            <a:extLst>
              <a:ext uri="{FF2B5EF4-FFF2-40B4-BE49-F238E27FC236}">
                <a16:creationId xmlns:a16="http://schemas.microsoft.com/office/drawing/2014/main" id="{A8D43105-6F24-458D-BA40-4304BC86DFF4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208199" y="4392849"/>
            <a:ext cx="218112" cy="20758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buNone/>
              <a:defRPr sz="1400" kern="400" spc="-1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786971581"/>
      </p:ext>
    </p:extLst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Диаграммы и карточ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2 Диаграммы и карточка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1829FBE-BA79-4C38-8507-4F3D32298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5" name="Текст 4">
            <a:extLst>
              <a:ext uri="{FF2B5EF4-FFF2-40B4-BE49-F238E27FC236}">
                <a16:creationId xmlns:a16="http://schemas.microsoft.com/office/drawing/2014/main" id="{29A9E8E6-08ED-4159-872F-C655C7080CD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86762" y="1578497"/>
            <a:ext cx="4748888" cy="37412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раздела</a:t>
            </a:r>
          </a:p>
        </p:txBody>
      </p:sp>
      <p:sp>
        <p:nvSpPr>
          <p:cNvPr id="63" name="Текст 4">
            <a:extLst>
              <a:ext uri="{FF2B5EF4-FFF2-40B4-BE49-F238E27FC236}">
                <a16:creationId xmlns:a16="http://schemas.microsoft.com/office/drawing/2014/main" id="{6F184D21-8E1D-47E9-8716-D2D68C1C692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861943" y="1578497"/>
            <a:ext cx="4748888" cy="37412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</a:t>
            </a:r>
            <a:r>
              <a:rPr lang="ru-RU" dirty="0" err="1"/>
              <a:t>разздела</a:t>
            </a:r>
            <a:endParaRPr lang="ru-RU" dirty="0"/>
          </a:p>
        </p:txBody>
      </p:sp>
      <p:sp>
        <p:nvSpPr>
          <p:cNvPr id="65" name="Текст 4">
            <a:extLst>
              <a:ext uri="{FF2B5EF4-FFF2-40B4-BE49-F238E27FC236}">
                <a16:creationId xmlns:a16="http://schemas.microsoft.com/office/drawing/2014/main" id="{B4FF79CC-6C81-4E3D-9CBB-B4FD5652107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95328" y="5212012"/>
            <a:ext cx="2484142" cy="37412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800"/>
              </a:lnSpc>
              <a:buNone/>
              <a:defRPr sz="18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раздела</a:t>
            </a:r>
          </a:p>
        </p:txBody>
      </p:sp>
      <p:sp>
        <p:nvSpPr>
          <p:cNvPr id="70" name="Текст 4">
            <a:extLst>
              <a:ext uri="{FF2B5EF4-FFF2-40B4-BE49-F238E27FC236}">
                <a16:creationId xmlns:a16="http://schemas.microsoft.com/office/drawing/2014/main" id="{9AE42752-DC29-479D-A8FD-DB669126503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71485" y="5669292"/>
            <a:ext cx="7591439" cy="49249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ts val="16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149061236"/>
      </p:ext>
    </p:extLst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Кольцевая 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77501"/>
            <a:ext cx="9154800" cy="495624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>
                <a:effectLst/>
              </a:rPr>
              <a:t>пузырьковая диаграмма</a:t>
            </a:r>
            <a:endParaRPr lang="ru-RU" dirty="0"/>
          </a:p>
        </p:txBody>
      </p:sp>
      <p:sp>
        <p:nvSpPr>
          <p:cNvPr id="16" name="Номер слайда 4">
            <a:extLst>
              <a:ext uri="{FF2B5EF4-FFF2-40B4-BE49-F238E27FC236}">
                <a16:creationId xmlns:a16="http://schemas.microsoft.com/office/drawing/2014/main" id="{15898042-DD2A-4A1C-8E4F-A38FFDF3D34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4FA5F9-3777-43AA-8E5A-9BAC1BCBECEA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5FB2A88-F839-4508-B107-B1B544FE62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70" name="Текст 69">
            <a:extLst>
              <a:ext uri="{FF2B5EF4-FFF2-40B4-BE49-F238E27FC236}">
                <a16:creationId xmlns:a16="http://schemas.microsoft.com/office/drawing/2014/main" id="{4D912E6B-7E22-4ECD-9C47-79265761794C}"/>
              </a:ext>
            </a:extLst>
          </p:cNvPr>
          <p:cNvSpPr>
            <a:spLocks noGrp="1"/>
          </p:cNvSpPr>
          <p:nvPr userDrawn="1">
            <p:ph type="body" sz="quarter" idx="22"/>
          </p:nvPr>
        </p:nvSpPr>
        <p:spPr>
          <a:xfrm>
            <a:off x="6908800" y="1532847"/>
            <a:ext cx="4677410" cy="51053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69">
            <a:extLst>
              <a:ext uri="{FF2B5EF4-FFF2-40B4-BE49-F238E27FC236}">
                <a16:creationId xmlns:a16="http://schemas.microsoft.com/office/drawing/2014/main" id="{0FC53DB5-60B5-4385-92AF-A6DC80E3134A}"/>
              </a:ext>
            </a:extLst>
          </p:cNvPr>
          <p:cNvSpPr>
            <a:spLocks noGrp="1"/>
          </p:cNvSpPr>
          <p:nvPr userDrawn="1">
            <p:ph type="body" sz="quarter" idx="23"/>
          </p:nvPr>
        </p:nvSpPr>
        <p:spPr>
          <a:xfrm>
            <a:off x="6908800" y="2416885"/>
            <a:ext cx="4677410" cy="3358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69">
            <a:extLst>
              <a:ext uri="{FF2B5EF4-FFF2-40B4-BE49-F238E27FC236}">
                <a16:creationId xmlns:a16="http://schemas.microsoft.com/office/drawing/2014/main" id="{96436BF2-CDF4-4603-A5EC-AB171A47DB1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7841" y="5586587"/>
            <a:ext cx="3726213" cy="594849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ts val="14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69">
            <a:extLst>
              <a:ext uri="{FF2B5EF4-FFF2-40B4-BE49-F238E27FC236}">
                <a16:creationId xmlns:a16="http://schemas.microsoft.com/office/drawing/2014/main" id="{66CF7010-0B08-467F-954C-FFD2044995F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413340" y="5102097"/>
            <a:ext cx="5172870" cy="1054709"/>
          </a:xfrm>
          <a:prstGeom prst="rect">
            <a:avLst/>
          </a:prstGeom>
        </p:spPr>
        <p:txBody>
          <a:bodyPr lIns="0" tIns="0" rIns="0" bIns="0" anchor="t" anchorCtr="0"/>
          <a:lstStyle>
            <a:lvl1pPr marL="179388" indent="-179388">
              <a:lnSpc>
                <a:spcPts val="1400"/>
              </a:lnSpc>
              <a:buClr>
                <a:srgbClr val="1E4BD2"/>
              </a:buClr>
              <a:buSzPct val="120000"/>
              <a:buFont typeface="VTB Group Light" panose="020B0403040504020204" pitchFamily="34" charset="-52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  <a:endParaRPr lang="en-US" dirty="0"/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69">
            <a:extLst>
              <a:ext uri="{FF2B5EF4-FFF2-40B4-BE49-F238E27FC236}">
                <a16:creationId xmlns:a16="http://schemas.microsoft.com/office/drawing/2014/main" id="{5E4C52A8-B90A-4B1E-A457-C3C6E098170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168372" y="1532847"/>
            <a:ext cx="4677410" cy="51053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69">
            <a:extLst>
              <a:ext uri="{FF2B5EF4-FFF2-40B4-BE49-F238E27FC236}">
                <a16:creationId xmlns:a16="http://schemas.microsoft.com/office/drawing/2014/main" id="{294D9EAF-D4F1-418B-A9CF-6858DB3CB6D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908800" y="3409396"/>
            <a:ext cx="4677410" cy="3358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410229855"/>
      </p:ext>
    </p:extLst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Лепестковая 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Текст 69">
            <a:extLst>
              <a:ext uri="{FF2B5EF4-FFF2-40B4-BE49-F238E27FC236}">
                <a16:creationId xmlns:a16="http://schemas.microsoft.com/office/drawing/2014/main" id="{D49FA5EF-39E6-42FD-A94A-CADD778324B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71486" y="5014253"/>
            <a:ext cx="4082948" cy="38607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0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7" name="Текст 69">
            <a:extLst>
              <a:ext uri="{FF2B5EF4-FFF2-40B4-BE49-F238E27FC236}">
                <a16:creationId xmlns:a16="http://schemas.microsoft.com/office/drawing/2014/main" id="{1AF8A0D3-09D2-4F66-954C-A53CBF804B4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71486" y="5527315"/>
            <a:ext cx="4082948" cy="813175"/>
          </a:xfrm>
          <a:prstGeom prst="rect">
            <a:avLst/>
          </a:prstGeom>
        </p:spPr>
        <p:txBody>
          <a:bodyPr lIns="0" tIns="0" rIns="0" bIns="0" anchor="t" anchorCtr="0"/>
          <a:lstStyle>
            <a:lvl1pPr marL="179388" indent="-179388">
              <a:lnSpc>
                <a:spcPts val="1400"/>
              </a:lnSpc>
              <a:buClr>
                <a:srgbClr val="1E4BD2"/>
              </a:buClr>
              <a:buSzPct val="120000"/>
              <a:buFont typeface="VTB Group Light" panose="020B0403040504020204" pitchFamily="34" charset="-52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  <a:endParaRPr lang="en-US" dirty="0"/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77501"/>
            <a:ext cx="9154800" cy="495624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>
                <a:effectLst/>
              </a:rPr>
              <a:t>лепестковая диаграмма</a:t>
            </a:r>
            <a:endParaRPr lang="ru-RU" dirty="0"/>
          </a:p>
        </p:txBody>
      </p:sp>
      <p:sp>
        <p:nvSpPr>
          <p:cNvPr id="16" name="Номер слайда 4">
            <a:extLst>
              <a:ext uri="{FF2B5EF4-FFF2-40B4-BE49-F238E27FC236}">
                <a16:creationId xmlns:a16="http://schemas.microsoft.com/office/drawing/2014/main" id="{15898042-DD2A-4A1C-8E4F-A38FFDF3D34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4FA5F9-3777-43AA-8E5A-9BAC1BCBECEA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5FB2A88-F839-4508-B107-B1B544FE62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103" name="Текст 69">
            <a:extLst>
              <a:ext uri="{FF2B5EF4-FFF2-40B4-BE49-F238E27FC236}">
                <a16:creationId xmlns:a16="http://schemas.microsoft.com/office/drawing/2014/main" id="{22D29AAC-E8B1-4814-83C4-1D1AC4DBCA8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486" y="1530299"/>
            <a:ext cx="4082948" cy="38607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0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4" name="Текст 69">
            <a:extLst>
              <a:ext uri="{FF2B5EF4-FFF2-40B4-BE49-F238E27FC236}">
                <a16:creationId xmlns:a16="http://schemas.microsoft.com/office/drawing/2014/main" id="{73FA3067-9B19-442C-9CBC-F436E39E73A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1486" y="2043361"/>
            <a:ext cx="4082948" cy="813175"/>
          </a:xfrm>
          <a:prstGeom prst="rect">
            <a:avLst/>
          </a:prstGeom>
        </p:spPr>
        <p:txBody>
          <a:bodyPr lIns="0" tIns="0" rIns="0" bIns="0" anchor="t" anchorCtr="0"/>
          <a:lstStyle>
            <a:lvl1pPr marL="179388" indent="-179388">
              <a:lnSpc>
                <a:spcPts val="1400"/>
              </a:lnSpc>
              <a:buClr>
                <a:srgbClr val="1E4BD2"/>
              </a:buClr>
              <a:buSzPct val="120000"/>
              <a:buFont typeface="VTB Group Light" panose="020B0403040504020204" pitchFamily="34" charset="-52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  <a:endParaRPr lang="en-US" dirty="0"/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9" name="Текст 69">
            <a:extLst>
              <a:ext uri="{FF2B5EF4-FFF2-40B4-BE49-F238E27FC236}">
                <a16:creationId xmlns:a16="http://schemas.microsoft.com/office/drawing/2014/main" id="{DE2DCFCE-0D55-4ABA-9C37-4B7145E0DC10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71486" y="3262817"/>
            <a:ext cx="4082948" cy="38607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0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0" name="Текст 69">
            <a:extLst>
              <a:ext uri="{FF2B5EF4-FFF2-40B4-BE49-F238E27FC236}">
                <a16:creationId xmlns:a16="http://schemas.microsoft.com/office/drawing/2014/main" id="{179694DC-C04E-49FC-AF8B-CD18D1F3298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71486" y="3775879"/>
            <a:ext cx="4082948" cy="813175"/>
          </a:xfrm>
          <a:prstGeom prst="rect">
            <a:avLst/>
          </a:prstGeom>
        </p:spPr>
        <p:txBody>
          <a:bodyPr lIns="0" tIns="0" rIns="0" bIns="0" anchor="t" anchorCtr="0"/>
          <a:lstStyle>
            <a:lvl1pPr marL="179388" indent="-179388">
              <a:lnSpc>
                <a:spcPts val="1400"/>
              </a:lnSpc>
              <a:buClr>
                <a:srgbClr val="1E4BD2"/>
              </a:buClr>
              <a:buSzPct val="120000"/>
              <a:buFont typeface="VTB Group Light" panose="020B0403040504020204" pitchFamily="34" charset="-52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  <a:endParaRPr lang="en-US" dirty="0"/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3" name="Текст 69">
            <a:extLst>
              <a:ext uri="{FF2B5EF4-FFF2-40B4-BE49-F238E27FC236}">
                <a16:creationId xmlns:a16="http://schemas.microsoft.com/office/drawing/2014/main" id="{E7CBE3E2-D8ED-466F-A287-FF222B4FA1B8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1092889" y="3176548"/>
            <a:ext cx="857825" cy="17253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800"/>
              </a:lnSpc>
              <a:buNone/>
              <a:defRPr sz="8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4" name="Текст 69">
            <a:extLst>
              <a:ext uri="{FF2B5EF4-FFF2-40B4-BE49-F238E27FC236}">
                <a16:creationId xmlns:a16="http://schemas.microsoft.com/office/drawing/2014/main" id="{C66D2BC6-F0BE-4973-9B8B-BE44AF8430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0092869" y="3689506"/>
            <a:ext cx="1718141" cy="416464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ts val="14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6" name="Текст 69">
            <a:extLst>
              <a:ext uri="{FF2B5EF4-FFF2-40B4-BE49-F238E27FC236}">
                <a16:creationId xmlns:a16="http://schemas.microsoft.com/office/drawing/2014/main" id="{AFBDD3A6-A990-46EA-808D-4C8A13188D3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9468532" y="5572533"/>
            <a:ext cx="1848933" cy="416464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ts val="14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8" name="Текст 69">
            <a:extLst>
              <a:ext uri="{FF2B5EF4-FFF2-40B4-BE49-F238E27FC236}">
                <a16:creationId xmlns:a16="http://schemas.microsoft.com/office/drawing/2014/main" id="{7FA7E962-2AB6-4262-9D4F-25F03E0D94D2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05430" y="5572533"/>
            <a:ext cx="1848933" cy="416464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r">
              <a:lnSpc>
                <a:spcPts val="14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0" name="Текст 69">
            <a:extLst>
              <a:ext uri="{FF2B5EF4-FFF2-40B4-BE49-F238E27FC236}">
                <a16:creationId xmlns:a16="http://schemas.microsoft.com/office/drawing/2014/main" id="{C9D833C4-142D-4314-8AD0-FAA5551A8E7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0197" y="3689506"/>
            <a:ext cx="1309617" cy="416464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r">
              <a:lnSpc>
                <a:spcPts val="14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2" name="Текст 69">
            <a:extLst>
              <a:ext uri="{FF2B5EF4-FFF2-40B4-BE49-F238E27FC236}">
                <a16:creationId xmlns:a16="http://schemas.microsoft.com/office/drawing/2014/main" id="{48DE2511-ABD0-4A6F-8DB3-BF501E362DC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915754" y="1968500"/>
            <a:ext cx="1950445" cy="376293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ts val="14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6" name="Текст 69">
            <a:extLst>
              <a:ext uri="{FF2B5EF4-FFF2-40B4-BE49-F238E27FC236}">
                <a16:creationId xmlns:a16="http://schemas.microsoft.com/office/drawing/2014/main" id="{7CFBC5BE-C028-49EC-8EEB-13D7FB52B58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082644" y="3651820"/>
            <a:ext cx="524905" cy="17253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6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00%</a:t>
            </a:r>
          </a:p>
        </p:txBody>
      </p:sp>
      <p:sp>
        <p:nvSpPr>
          <p:cNvPr id="128" name="Текст 69">
            <a:extLst>
              <a:ext uri="{FF2B5EF4-FFF2-40B4-BE49-F238E27FC236}">
                <a16:creationId xmlns:a16="http://schemas.microsoft.com/office/drawing/2014/main" id="{12D1E27D-ED6B-4BFA-AF88-FE671D962EC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863569" y="4426939"/>
            <a:ext cx="524905" cy="17253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6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00%</a:t>
            </a:r>
          </a:p>
        </p:txBody>
      </p:sp>
      <p:sp>
        <p:nvSpPr>
          <p:cNvPr id="129" name="Текст 69">
            <a:extLst>
              <a:ext uri="{FF2B5EF4-FFF2-40B4-BE49-F238E27FC236}">
                <a16:creationId xmlns:a16="http://schemas.microsoft.com/office/drawing/2014/main" id="{E2F78813-2958-4589-BDDB-58D51E8D252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239681" y="3069627"/>
            <a:ext cx="524905" cy="17253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6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00%</a:t>
            </a:r>
          </a:p>
        </p:txBody>
      </p:sp>
      <p:sp>
        <p:nvSpPr>
          <p:cNvPr id="130" name="Текст 69">
            <a:extLst>
              <a:ext uri="{FF2B5EF4-FFF2-40B4-BE49-F238E27FC236}">
                <a16:creationId xmlns:a16="http://schemas.microsoft.com/office/drawing/2014/main" id="{9ACF6651-5639-4544-9734-6C4C1163F049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615794" y="4841716"/>
            <a:ext cx="524905" cy="17253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6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00%</a:t>
            </a:r>
          </a:p>
        </p:txBody>
      </p:sp>
    </p:spTree>
    <p:extLst>
      <p:ext uri="{BB962C8B-B14F-4D97-AF65-F5344CB8AC3E}">
        <p14:creationId xmlns:p14="http://schemas.microsoft.com/office/powerpoint/2010/main" val="2409225164"/>
      </p:ext>
    </p:extLst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иаграмма Ганн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77501"/>
            <a:ext cx="9154800" cy="495624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>
                <a:effectLst/>
              </a:rPr>
              <a:t>Диаграмма </a:t>
            </a:r>
            <a:r>
              <a:rPr lang="ru-RU" dirty="0" err="1">
                <a:effectLst/>
              </a:rPr>
              <a:t>ганна</a:t>
            </a:r>
            <a:endParaRPr lang="ru-RU" dirty="0"/>
          </a:p>
        </p:txBody>
      </p:sp>
      <p:sp>
        <p:nvSpPr>
          <p:cNvPr id="16" name="Номер слайда 4">
            <a:extLst>
              <a:ext uri="{FF2B5EF4-FFF2-40B4-BE49-F238E27FC236}">
                <a16:creationId xmlns:a16="http://schemas.microsoft.com/office/drawing/2014/main" id="{15898042-DD2A-4A1C-8E4F-A38FFDF3D34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4FA5F9-3777-43AA-8E5A-9BAC1BCBECEA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5FB2A88-F839-4508-B107-B1B544FE62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634975"/>
      </p:ext>
    </p:extLst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тр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матрица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1829FBE-BA79-4C38-8507-4F3D32298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83" name="Текст 2">
            <a:extLst>
              <a:ext uri="{FF2B5EF4-FFF2-40B4-BE49-F238E27FC236}">
                <a16:creationId xmlns:a16="http://schemas.microsoft.com/office/drawing/2014/main" id="{B889F4C0-0613-4921-A3EE-6BAE39976B6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249714" y="1410681"/>
            <a:ext cx="7890982" cy="44673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92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</a:t>
            </a:r>
          </a:p>
        </p:txBody>
      </p:sp>
      <p:sp>
        <p:nvSpPr>
          <p:cNvPr id="84" name="Текст 2">
            <a:extLst>
              <a:ext uri="{FF2B5EF4-FFF2-40B4-BE49-F238E27FC236}">
                <a16:creationId xmlns:a16="http://schemas.microsoft.com/office/drawing/2014/main" id="{2B1640A0-36E4-4A57-8BA5-C3F775C9B4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80991" y="2225114"/>
            <a:ext cx="1393056" cy="44673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 </a:t>
            </a:r>
          </a:p>
        </p:txBody>
      </p:sp>
      <p:sp>
        <p:nvSpPr>
          <p:cNvPr id="110" name="Текст 8">
            <a:extLst>
              <a:ext uri="{FF2B5EF4-FFF2-40B4-BE49-F238E27FC236}">
                <a16:creationId xmlns:a16="http://schemas.microsoft.com/office/drawing/2014/main" id="{0B11F69F-3029-4579-942A-AAF5B28D8CA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1071" y="6132678"/>
            <a:ext cx="792843" cy="20757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>
              <a:lnSpc>
                <a:spcPct val="100000"/>
              </a:lnSpc>
              <a:buNone/>
              <a:defRPr sz="10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75" name="Текст 8">
            <a:extLst>
              <a:ext uri="{FF2B5EF4-FFF2-40B4-BE49-F238E27FC236}">
                <a16:creationId xmlns:a16="http://schemas.microsoft.com/office/drawing/2014/main" id="{B32A765B-9177-441C-86A8-1D227DA9050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981204" y="2000200"/>
            <a:ext cx="792843" cy="20757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>
              <a:lnSpc>
                <a:spcPct val="100000"/>
              </a:lnSpc>
              <a:buNone/>
              <a:defRPr sz="10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76" name="Текст 8">
            <a:extLst>
              <a:ext uri="{FF2B5EF4-FFF2-40B4-BE49-F238E27FC236}">
                <a16:creationId xmlns:a16="http://schemas.microsoft.com/office/drawing/2014/main" id="{618A559C-539F-4E32-B044-3D623A02F09D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0512282" y="6154862"/>
            <a:ext cx="792843" cy="20757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buNone/>
              <a:defRPr sz="10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79" name="Текст 2">
            <a:extLst>
              <a:ext uri="{FF2B5EF4-FFF2-40B4-BE49-F238E27FC236}">
                <a16:creationId xmlns:a16="http://schemas.microsoft.com/office/drawing/2014/main" id="{65E75AC2-7279-4458-8381-F86A3330B88B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512282" y="5609592"/>
            <a:ext cx="1393056" cy="44673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 </a:t>
            </a:r>
          </a:p>
        </p:txBody>
      </p:sp>
      <p:sp>
        <p:nvSpPr>
          <p:cNvPr id="80" name="Текст 2">
            <a:extLst>
              <a:ext uri="{FF2B5EF4-FFF2-40B4-BE49-F238E27FC236}">
                <a16:creationId xmlns:a16="http://schemas.microsoft.com/office/drawing/2014/main" id="{A387A644-5BE5-43A8-8EB2-0815282DCCAC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999959" y="3309671"/>
            <a:ext cx="3841895" cy="67359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920"/>
              </a:lnSpc>
              <a:buNone/>
              <a:defRPr sz="20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Название блока </a:t>
            </a:r>
          </a:p>
        </p:txBody>
      </p:sp>
      <p:sp>
        <p:nvSpPr>
          <p:cNvPr id="81" name="Текст 2">
            <a:extLst>
              <a:ext uri="{FF2B5EF4-FFF2-40B4-BE49-F238E27FC236}">
                <a16:creationId xmlns:a16="http://schemas.microsoft.com/office/drawing/2014/main" id="{470FFE1B-C8D7-4F68-9A9E-5A54E1585D2C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6350146" y="3307287"/>
            <a:ext cx="3841895" cy="67359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920"/>
              </a:lnSpc>
              <a:buNone/>
              <a:defRPr sz="20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Название блока </a:t>
            </a:r>
          </a:p>
        </p:txBody>
      </p:sp>
      <p:sp>
        <p:nvSpPr>
          <p:cNvPr id="87" name="Текст 2">
            <a:extLst>
              <a:ext uri="{FF2B5EF4-FFF2-40B4-BE49-F238E27FC236}">
                <a16:creationId xmlns:a16="http://schemas.microsoft.com/office/drawing/2014/main" id="{F79DA348-BC4B-40FD-8A95-FBC7F4D582CF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999807" y="5457985"/>
            <a:ext cx="3841895" cy="67359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920"/>
              </a:lnSpc>
              <a:buNone/>
              <a:defRPr sz="20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Название блока </a:t>
            </a:r>
          </a:p>
        </p:txBody>
      </p:sp>
      <p:sp>
        <p:nvSpPr>
          <p:cNvPr id="88" name="Текст 2">
            <a:extLst>
              <a:ext uri="{FF2B5EF4-FFF2-40B4-BE49-F238E27FC236}">
                <a16:creationId xmlns:a16="http://schemas.microsoft.com/office/drawing/2014/main" id="{05B00497-2400-4B85-BBD4-F7AA681B10CD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349994" y="5480840"/>
            <a:ext cx="3841895" cy="67359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920"/>
              </a:lnSpc>
              <a:buNone/>
              <a:defRPr sz="20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Название блока </a:t>
            </a:r>
          </a:p>
        </p:txBody>
      </p:sp>
    </p:spTree>
    <p:extLst>
      <p:ext uri="{BB962C8B-B14F-4D97-AF65-F5344CB8AC3E}">
        <p14:creationId xmlns:p14="http://schemas.microsoft.com/office/powerpoint/2010/main" val="2210532230"/>
      </p:ext>
    </p:extLst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ймлай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 err="1"/>
              <a:t>Таймлайн</a:t>
            </a:r>
            <a:endParaRPr lang="ru-RU" dirty="0"/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1829FBE-BA79-4C38-8507-4F3D32298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554" name="Текст 9">
            <a:extLst>
              <a:ext uri="{FF2B5EF4-FFF2-40B4-BE49-F238E27FC236}">
                <a16:creationId xmlns:a16="http://schemas.microsoft.com/office/drawing/2014/main" id="{DEA490BF-A048-43B9-8298-7B7509BE22F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50919" y="1895525"/>
            <a:ext cx="70885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2020</a:t>
            </a:r>
            <a:endParaRPr lang="ru-RU" dirty="0"/>
          </a:p>
        </p:txBody>
      </p:sp>
      <p:pic>
        <p:nvPicPr>
          <p:cNvPr id="1065" name="Vector 36 [Figma 9887:67786]" descr="Vector 36. градиент в обводке">
            <a:extLst>
              <a:ext uri="{FF2B5EF4-FFF2-40B4-BE49-F238E27FC236}">
                <a16:creationId xmlns:a16="http://schemas.microsoft.com/office/drawing/2014/main" id="{E13ECE86-E6A0-47E0-B808-8244FD10668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3919440"/>
            <a:ext cx="12191695" cy="15875"/>
          </a:xfrm>
          <a:prstGeom prst="rect">
            <a:avLst/>
          </a:prstGeom>
        </p:spPr>
      </p:pic>
      <p:sp>
        <p:nvSpPr>
          <p:cNvPr id="1113" name="Текст 9">
            <a:extLst>
              <a:ext uri="{FF2B5EF4-FFF2-40B4-BE49-F238E27FC236}">
                <a16:creationId xmlns:a16="http://schemas.microsoft.com/office/drawing/2014/main" id="{B9582C21-D990-4715-9AA2-C0B08F60FC1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242140" y="2624237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0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14" name="Текст 9">
            <a:extLst>
              <a:ext uri="{FF2B5EF4-FFF2-40B4-BE49-F238E27FC236}">
                <a16:creationId xmlns:a16="http://schemas.microsoft.com/office/drawing/2014/main" id="{DCC3052A-058C-4292-B88B-D9280453B61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527237" y="5496047"/>
            <a:ext cx="70885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2020</a:t>
            </a:r>
            <a:endParaRPr lang="ru-RU" dirty="0"/>
          </a:p>
        </p:txBody>
      </p:sp>
      <p:sp>
        <p:nvSpPr>
          <p:cNvPr id="1118" name="Текст 9">
            <a:extLst>
              <a:ext uri="{FF2B5EF4-FFF2-40B4-BE49-F238E27FC236}">
                <a16:creationId xmlns:a16="http://schemas.microsoft.com/office/drawing/2014/main" id="{8E276605-B9ED-4C68-A6A8-A25B7692D40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790855" y="1211168"/>
            <a:ext cx="70885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2020</a:t>
            </a:r>
            <a:endParaRPr lang="ru-RU" dirty="0"/>
          </a:p>
        </p:txBody>
      </p:sp>
      <p:sp>
        <p:nvSpPr>
          <p:cNvPr id="1122" name="Текст 9">
            <a:extLst>
              <a:ext uri="{FF2B5EF4-FFF2-40B4-BE49-F238E27FC236}">
                <a16:creationId xmlns:a16="http://schemas.microsoft.com/office/drawing/2014/main" id="{D188547B-4206-4197-BC2D-80BE747C57A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048124" y="4808662"/>
            <a:ext cx="70885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2020</a:t>
            </a:r>
            <a:endParaRPr lang="ru-RU" dirty="0"/>
          </a:p>
        </p:txBody>
      </p:sp>
      <p:sp>
        <p:nvSpPr>
          <p:cNvPr id="1126" name="Текст 9">
            <a:extLst>
              <a:ext uri="{FF2B5EF4-FFF2-40B4-BE49-F238E27FC236}">
                <a16:creationId xmlns:a16="http://schemas.microsoft.com/office/drawing/2014/main" id="{2BF3ECB9-3224-45D1-ACAC-304FDB345C9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15222" y="1730265"/>
            <a:ext cx="70885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2020</a:t>
            </a:r>
            <a:endParaRPr lang="ru-RU" dirty="0"/>
          </a:p>
        </p:txBody>
      </p:sp>
      <p:sp>
        <p:nvSpPr>
          <p:cNvPr id="1130" name="Текст 9">
            <a:extLst>
              <a:ext uri="{FF2B5EF4-FFF2-40B4-BE49-F238E27FC236}">
                <a16:creationId xmlns:a16="http://schemas.microsoft.com/office/drawing/2014/main" id="{746598E2-0F17-4CF9-BB99-B96F7A70619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880153" y="5496047"/>
            <a:ext cx="70885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2020</a:t>
            </a:r>
            <a:endParaRPr lang="ru-RU" dirty="0"/>
          </a:p>
        </p:txBody>
      </p:sp>
      <p:sp>
        <p:nvSpPr>
          <p:cNvPr id="1134" name="Текст 9">
            <a:extLst>
              <a:ext uri="{FF2B5EF4-FFF2-40B4-BE49-F238E27FC236}">
                <a16:creationId xmlns:a16="http://schemas.microsoft.com/office/drawing/2014/main" id="{7EF3551B-00BA-498B-BCD2-A4345265B8A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219970" y="1211168"/>
            <a:ext cx="70885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2020</a:t>
            </a:r>
            <a:endParaRPr lang="ru-RU" dirty="0"/>
          </a:p>
        </p:txBody>
      </p:sp>
      <p:sp>
        <p:nvSpPr>
          <p:cNvPr id="34" name="Текст 9">
            <a:extLst>
              <a:ext uri="{FF2B5EF4-FFF2-40B4-BE49-F238E27FC236}">
                <a16:creationId xmlns:a16="http://schemas.microsoft.com/office/drawing/2014/main" id="{52999795-826E-4F24-8FD3-BD1E074100D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242139" y="2361840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5" name="Текст 9">
            <a:extLst>
              <a:ext uri="{FF2B5EF4-FFF2-40B4-BE49-F238E27FC236}">
                <a16:creationId xmlns:a16="http://schemas.microsoft.com/office/drawing/2014/main" id="{E0721123-2E0D-4C0B-B2C0-6A5BCBA362BF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3790856" y="1943051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0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6" name="Текст 9">
            <a:extLst>
              <a:ext uri="{FF2B5EF4-FFF2-40B4-BE49-F238E27FC236}">
                <a16:creationId xmlns:a16="http://schemas.microsoft.com/office/drawing/2014/main" id="{19AF734D-BC7E-4B5D-B453-DF8514C8B59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3790855" y="1680654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7" name="Текст 9">
            <a:extLst>
              <a:ext uri="{FF2B5EF4-FFF2-40B4-BE49-F238E27FC236}">
                <a16:creationId xmlns:a16="http://schemas.microsoft.com/office/drawing/2014/main" id="{B468A81F-F97E-4795-86CD-8D66EA73DDAC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315223" y="2466329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0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8" name="Текст 9">
            <a:extLst>
              <a:ext uri="{FF2B5EF4-FFF2-40B4-BE49-F238E27FC236}">
                <a16:creationId xmlns:a16="http://schemas.microsoft.com/office/drawing/2014/main" id="{760D3191-7C58-40A4-8302-F60796C070C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6315222" y="2203932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9" name="Текст 9">
            <a:extLst>
              <a:ext uri="{FF2B5EF4-FFF2-40B4-BE49-F238E27FC236}">
                <a16:creationId xmlns:a16="http://schemas.microsoft.com/office/drawing/2014/main" id="{F08B95F6-63E4-4F0D-9099-4ECFDB269F5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9219971" y="1926186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0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0" name="Текст 9">
            <a:extLst>
              <a:ext uri="{FF2B5EF4-FFF2-40B4-BE49-F238E27FC236}">
                <a16:creationId xmlns:a16="http://schemas.microsoft.com/office/drawing/2014/main" id="{345B571A-40AF-4C4C-B44C-6A3AE1C8D0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9219970" y="1663789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1" name="Текст 9">
            <a:extLst>
              <a:ext uri="{FF2B5EF4-FFF2-40B4-BE49-F238E27FC236}">
                <a16:creationId xmlns:a16="http://schemas.microsoft.com/office/drawing/2014/main" id="{9B7C3458-6D16-437B-8FA1-99DE43CC0F43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7880154" y="6225996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0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2" name="Текст 9">
            <a:extLst>
              <a:ext uri="{FF2B5EF4-FFF2-40B4-BE49-F238E27FC236}">
                <a16:creationId xmlns:a16="http://schemas.microsoft.com/office/drawing/2014/main" id="{2EC9A564-A1DC-46BC-AE8A-4BF0F8FBDEE0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7880153" y="5963599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3" name="Текст 9">
            <a:extLst>
              <a:ext uri="{FF2B5EF4-FFF2-40B4-BE49-F238E27FC236}">
                <a16:creationId xmlns:a16="http://schemas.microsoft.com/office/drawing/2014/main" id="{77604964-C9E5-4236-BBDD-99E3301B5CEE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5048125" y="5523676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0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4" name="Текст 9">
            <a:extLst>
              <a:ext uri="{FF2B5EF4-FFF2-40B4-BE49-F238E27FC236}">
                <a16:creationId xmlns:a16="http://schemas.microsoft.com/office/drawing/2014/main" id="{3196D22A-C934-43C1-8C26-ECDB1008A475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048124" y="5261279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5" name="Текст 9">
            <a:extLst>
              <a:ext uri="{FF2B5EF4-FFF2-40B4-BE49-F238E27FC236}">
                <a16:creationId xmlns:a16="http://schemas.microsoft.com/office/drawing/2014/main" id="{28F6CB83-5E57-40A5-A1B6-A5D58F0DD95D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2532183" y="6221627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0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6" name="Текст 9">
            <a:extLst>
              <a:ext uri="{FF2B5EF4-FFF2-40B4-BE49-F238E27FC236}">
                <a16:creationId xmlns:a16="http://schemas.microsoft.com/office/drawing/2014/main" id="{E27530BF-94E8-42B9-BDD8-0E29D561BC77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2532182" y="5959230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889300411"/>
      </p:ext>
    </p:extLst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а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2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Контакты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1829FBE-BA79-4C38-8507-4F3D32298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pic>
        <p:nvPicPr>
          <p:cNvPr id="26" name="Line [Figma 9887:67838]" descr="Line. градиент в обводке">
            <a:extLst>
              <a:ext uri="{FF2B5EF4-FFF2-40B4-BE49-F238E27FC236}">
                <a16:creationId xmlns:a16="http://schemas.microsoft.com/office/drawing/2014/main" id="{2B6EBC08-B468-469E-924D-42171CE086C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0212" y="1339816"/>
            <a:ext cx="6606" cy="2520000"/>
          </a:xfrm>
          <a:prstGeom prst="rect">
            <a:avLst/>
          </a:prstGeom>
        </p:spPr>
      </p:pic>
      <p:pic>
        <p:nvPicPr>
          <p:cNvPr id="27" name="Vector [Figma 9887:67839]" descr="Vector. градиент в обводке">
            <a:extLst>
              <a:ext uri="{FF2B5EF4-FFF2-40B4-BE49-F238E27FC236}">
                <a16:creationId xmlns:a16="http://schemas.microsoft.com/office/drawing/2014/main" id="{E56B74DE-0252-4864-8AD6-5E049F184DD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3387" y="2362141"/>
            <a:ext cx="8089698" cy="6350"/>
          </a:xfrm>
          <a:prstGeom prst="rect">
            <a:avLst/>
          </a:prstGeom>
        </p:spPr>
      </p:pic>
      <p:pic>
        <p:nvPicPr>
          <p:cNvPr id="28" name="Vector [Figma 9887:67840]" descr="Vector. градиент в обводке">
            <a:extLst>
              <a:ext uri="{FF2B5EF4-FFF2-40B4-BE49-F238E27FC236}">
                <a16:creationId xmlns:a16="http://schemas.microsoft.com/office/drawing/2014/main" id="{09DD1619-D895-47E6-AE03-3613D1EA1EB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5247" y="3210192"/>
            <a:ext cx="8089698" cy="6350"/>
          </a:xfrm>
          <a:prstGeom prst="rect">
            <a:avLst/>
          </a:prstGeom>
        </p:spPr>
      </p:pic>
      <p:sp>
        <p:nvSpPr>
          <p:cNvPr id="10" name="Текст 9">
            <a:extLst>
              <a:ext uri="{FF2B5EF4-FFF2-40B4-BE49-F238E27FC236}">
                <a16:creationId xmlns:a16="http://schemas.microsoft.com/office/drawing/2014/main" id="{F729E2AA-E15D-4755-9855-3A226B5260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66020" y="1981956"/>
            <a:ext cx="3255962" cy="2825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buNone/>
              <a:defRPr sz="2000">
                <a:solidFill>
                  <a:schemeClr val="accent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54" name="Текст 9">
            <a:extLst>
              <a:ext uri="{FF2B5EF4-FFF2-40B4-BE49-F238E27FC236}">
                <a16:creationId xmlns:a16="http://schemas.microsoft.com/office/drawing/2014/main" id="{DEA490BF-A048-43B9-8298-7B7509BE22F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6020" y="1605189"/>
            <a:ext cx="447454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3200"/>
              </a:lnSpc>
              <a:buNone/>
              <a:defRPr sz="26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555" name="Текст 9">
            <a:extLst>
              <a:ext uri="{FF2B5EF4-FFF2-40B4-BE49-F238E27FC236}">
                <a16:creationId xmlns:a16="http://schemas.microsoft.com/office/drawing/2014/main" id="{9041DA87-DE44-4A52-B76A-221BB9E9D57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54074" y="3283420"/>
            <a:ext cx="1701348" cy="28258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800"/>
              </a:lnSpc>
              <a:buNone/>
              <a:defRPr sz="14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8(900) 000-00-00</a:t>
            </a:r>
          </a:p>
        </p:txBody>
      </p:sp>
      <p:sp>
        <p:nvSpPr>
          <p:cNvPr id="556" name="Текст 9">
            <a:extLst>
              <a:ext uri="{FF2B5EF4-FFF2-40B4-BE49-F238E27FC236}">
                <a16:creationId xmlns:a16="http://schemas.microsoft.com/office/drawing/2014/main" id="{F594D22D-38EA-441B-8BA9-3BF11DA203A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368691" y="3283420"/>
            <a:ext cx="1740168" cy="28258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800"/>
              </a:lnSpc>
              <a:buNone/>
              <a:defRPr sz="14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name@vtb.ru</a:t>
            </a:r>
            <a:endParaRPr lang="ru-RU" dirty="0"/>
          </a:p>
        </p:txBody>
      </p:sp>
      <p:sp>
        <p:nvSpPr>
          <p:cNvPr id="557" name="Текст 9">
            <a:extLst>
              <a:ext uri="{FF2B5EF4-FFF2-40B4-BE49-F238E27FC236}">
                <a16:creationId xmlns:a16="http://schemas.microsoft.com/office/drawing/2014/main" id="{2DC6E15E-917B-44FC-BB80-CAD6EEC4033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816543" y="3314079"/>
            <a:ext cx="1740168" cy="28258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800"/>
              </a:lnSpc>
              <a:buNone/>
              <a:defRPr sz="14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Описание </a:t>
            </a:r>
            <a:r>
              <a:rPr lang="en-US" dirty="0"/>
              <a:t>QR</a:t>
            </a:r>
            <a:endParaRPr lang="ru-RU" dirty="0"/>
          </a:p>
        </p:txBody>
      </p:sp>
      <p:sp>
        <p:nvSpPr>
          <p:cNvPr id="558" name="Текст 9">
            <a:extLst>
              <a:ext uri="{FF2B5EF4-FFF2-40B4-BE49-F238E27FC236}">
                <a16:creationId xmlns:a16="http://schemas.microsoft.com/office/drawing/2014/main" id="{6FECFB43-AF64-4CBB-801F-E9DC4EE554D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66020" y="4518206"/>
            <a:ext cx="3255962" cy="2825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buNone/>
              <a:defRPr sz="20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59" name="Текст 9">
            <a:extLst>
              <a:ext uri="{FF2B5EF4-FFF2-40B4-BE49-F238E27FC236}">
                <a16:creationId xmlns:a16="http://schemas.microsoft.com/office/drawing/2014/main" id="{6CA01C6D-BAEC-4FCF-BBBD-2F29E121C2B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66020" y="4141439"/>
            <a:ext cx="447454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3200"/>
              </a:lnSpc>
              <a:buNone/>
              <a:defRPr sz="26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560" name="Текст 9">
            <a:extLst>
              <a:ext uri="{FF2B5EF4-FFF2-40B4-BE49-F238E27FC236}">
                <a16:creationId xmlns:a16="http://schemas.microsoft.com/office/drawing/2014/main" id="{8A9B6AB2-48C3-4B41-AB64-CA690B528CF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54074" y="5819670"/>
            <a:ext cx="1701348" cy="28258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800"/>
              </a:lnSpc>
              <a:buNone/>
              <a:defRPr sz="14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8(900) 000-00-00</a:t>
            </a:r>
          </a:p>
        </p:txBody>
      </p:sp>
      <p:sp>
        <p:nvSpPr>
          <p:cNvPr id="561" name="Текст 9">
            <a:extLst>
              <a:ext uri="{FF2B5EF4-FFF2-40B4-BE49-F238E27FC236}">
                <a16:creationId xmlns:a16="http://schemas.microsoft.com/office/drawing/2014/main" id="{6F10D35F-3F1E-44A9-95DD-59CF8D0971E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368691" y="5819670"/>
            <a:ext cx="1740168" cy="28258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800"/>
              </a:lnSpc>
              <a:buNone/>
              <a:defRPr sz="14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name@vtb.ru</a:t>
            </a:r>
            <a:endParaRPr lang="ru-RU" dirty="0"/>
          </a:p>
        </p:txBody>
      </p:sp>
      <p:sp>
        <p:nvSpPr>
          <p:cNvPr id="562" name="Текст 9">
            <a:extLst>
              <a:ext uri="{FF2B5EF4-FFF2-40B4-BE49-F238E27FC236}">
                <a16:creationId xmlns:a16="http://schemas.microsoft.com/office/drawing/2014/main" id="{39A3763A-8E3F-4593-A4E0-54B25CE50C0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816543" y="5850329"/>
            <a:ext cx="1740168" cy="28258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800"/>
              </a:lnSpc>
              <a:buNone/>
              <a:defRPr sz="14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Описание </a:t>
            </a:r>
            <a:r>
              <a:rPr lang="en-US" dirty="0"/>
              <a:t>QR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14236750"/>
      </p:ext>
    </p:extLst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устой слайд (Чёрный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Номер слайда 4">
            <a:extLst>
              <a:ext uri="{FF2B5EF4-FFF2-40B4-BE49-F238E27FC236}">
                <a16:creationId xmlns:a16="http://schemas.microsoft.com/office/drawing/2014/main" id="{15898042-DD2A-4A1C-8E4F-A38FFDF3D34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728450" y="6270625"/>
            <a:ext cx="463550" cy="587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800" kern="1200">
                <a:solidFill>
                  <a:srgbClr val="ACB6C3"/>
                </a:solidFill>
                <a:latin typeface="VTB Group Book" panose="020B0503040504020204" pitchFamily="34" charset="-52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9pPr>
          </a:lstStyle>
          <a:p>
            <a:pPr>
              <a:defRPr/>
            </a:pPr>
            <a:fld id="{FCD04C69-8FC8-4C03-8ACF-0472C4A98B9D}" type="slidenum">
              <a:rPr lang="ru-RU" smtClean="0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5FB2A88-F839-4508-B107-B1B544FE62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73CB44E0-99CC-45B9-8F40-352025978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0" y="457201"/>
            <a:ext cx="9154800" cy="91440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>
              <a:lnSpc>
                <a:spcPts val="4200"/>
              </a:lnSpc>
              <a:defRPr sz="4000" b="0" i="0" cap="all" baseline="0">
                <a:solidFill>
                  <a:schemeClr val="tx1"/>
                </a:solidFill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Пустой слайд</a:t>
            </a:r>
          </a:p>
        </p:txBody>
      </p:sp>
    </p:spTree>
    <p:extLst>
      <p:ext uri="{BB962C8B-B14F-4D97-AF65-F5344CB8AC3E}">
        <p14:creationId xmlns:p14="http://schemas.microsoft.com/office/powerpoint/2010/main" val="2571985474"/>
      </p:ext>
    </p:extLst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устой слайд (Белый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457201"/>
            <a:ext cx="9154800" cy="91440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>
              <a:lnSpc>
                <a:spcPts val="4200"/>
              </a:lnSpc>
              <a:defRPr sz="4000" b="0" i="0" cap="all" baseline="0">
                <a:solidFill>
                  <a:schemeClr val="bg1"/>
                </a:solidFill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Пустой слайд</a:t>
            </a:r>
          </a:p>
        </p:txBody>
      </p:sp>
      <p:sp>
        <p:nvSpPr>
          <p:cNvPr id="16" name="Номер слайда 4">
            <a:extLst>
              <a:ext uri="{FF2B5EF4-FFF2-40B4-BE49-F238E27FC236}">
                <a16:creationId xmlns:a16="http://schemas.microsoft.com/office/drawing/2014/main" id="{15898042-DD2A-4A1C-8E4F-A38FFDF3D34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728450" y="6270625"/>
            <a:ext cx="463550" cy="587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800" kern="1200">
                <a:solidFill>
                  <a:srgbClr val="ACB6C3"/>
                </a:solidFill>
                <a:latin typeface="VTB Group Book" panose="020B0503040504020204" pitchFamily="34" charset="-52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9pPr>
          </a:lstStyle>
          <a:p>
            <a:pPr>
              <a:defRPr/>
            </a:pPr>
            <a:fld id="{FCD04C69-8FC8-4C03-8ACF-0472C4A98B9D}" type="slidenum">
              <a:rPr lang="ru-RU" smtClean="0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B80958F-F964-4FB2-98AB-C385146611C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003327"/>
      </p:ext>
    </p:extLst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2">
            <a:extLst>
              <a:ext uri="{FF2B5EF4-FFF2-40B4-BE49-F238E27FC236}">
                <a16:creationId xmlns:a16="http://schemas.microsoft.com/office/drawing/2014/main" id="{4E57FACD-605B-4062-9CB7-366C5EA6CE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3175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FF28E98-C74B-4A78-852B-AE98D83C9F0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4165" y="376145"/>
            <a:ext cx="1825200" cy="322869"/>
          </a:xfrm>
          <a:prstGeom prst="rect">
            <a:avLst/>
          </a:prstGeom>
        </p:spPr>
      </p:pic>
      <p:pic>
        <p:nvPicPr>
          <p:cNvPr id="6" name="Rectangle [Figma 9043:6349]" descr="Rectangle. отражение или наклон">
            <a:extLst>
              <a:ext uri="{FF2B5EF4-FFF2-40B4-BE49-F238E27FC236}">
                <a16:creationId xmlns:a16="http://schemas.microsoft.com/office/drawing/2014/main" id="{0FBBAB90-54DA-4763-9AAF-94217145FF3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588" y="1443038"/>
            <a:ext cx="6751637" cy="293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" name="Объект 48"/>
          <p:cNvSpPr>
            <a:spLocks noGrp="1"/>
          </p:cNvSpPr>
          <p:nvPr>
            <p:ph sz="quarter" idx="11"/>
          </p:nvPr>
        </p:nvSpPr>
        <p:spPr>
          <a:xfrm>
            <a:off x="10331483" y="344279"/>
            <a:ext cx="1489042" cy="40996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ts val="1440"/>
              </a:lnSpc>
              <a:spcBef>
                <a:spcPts val="150"/>
              </a:spcBef>
              <a:buNone/>
              <a:defRPr sz="12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65" y="2423641"/>
            <a:ext cx="7162809" cy="1983627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5600"/>
              </a:lnSpc>
              <a:defRPr sz="5400" cap="all" spc="-150" baseline="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Образец заголовка в строчку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2"/>
          </p:nvPr>
        </p:nvSpPr>
        <p:spPr>
          <a:xfrm>
            <a:off x="384165" y="4856766"/>
            <a:ext cx="6632575" cy="330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640"/>
              </a:lnSpc>
              <a:buNone/>
              <a:defRPr sz="2200" b="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18" name="Line [Figma 10114:38482]" descr="Line. градиент в обводке">
            <a:extLst>
              <a:ext uri="{FF2B5EF4-FFF2-40B4-BE49-F238E27FC236}">
                <a16:creationId xmlns:a16="http://schemas.microsoft.com/office/drawing/2014/main" id="{3F028B11-2380-4112-A9E9-FABC00285E5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4400462"/>
            <a:ext cx="12188523" cy="15871"/>
          </a:xfrm>
          <a:prstGeom prst="rect">
            <a:avLst/>
          </a:prstGeom>
        </p:spPr>
      </p:pic>
      <p:pic>
        <p:nvPicPr>
          <p:cNvPr id="19" name="Line [Figma 10114:38483]" descr="Line. градиент в обводке">
            <a:extLst>
              <a:ext uri="{FF2B5EF4-FFF2-40B4-BE49-F238E27FC236}">
                <a16:creationId xmlns:a16="http://schemas.microsoft.com/office/drawing/2014/main" id="{8152C276-EF7E-49F5-90A0-C489AEF2A31B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" y="1622223"/>
            <a:ext cx="12191692" cy="15871"/>
          </a:xfrm>
          <a:prstGeom prst="rect">
            <a:avLst/>
          </a:prstGeom>
        </p:spPr>
      </p:pic>
      <p:pic>
        <p:nvPicPr>
          <p:cNvPr id="20" name="Line [Figma 10114:38484]" descr="Line. градиент в обводке">
            <a:extLst>
              <a:ext uri="{FF2B5EF4-FFF2-40B4-BE49-F238E27FC236}">
                <a16:creationId xmlns:a16="http://schemas.microsoft.com/office/drawing/2014/main" id="{4B298FED-7DB4-40A8-8D71-2F8F830202F9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71511" y="64"/>
            <a:ext cx="15875" cy="6857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381666"/>
      </p:ext>
    </p:extLst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блож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991DDC19-2530-4A00-9CD0-A5004A82D0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Line [Figma 9043:6352]" descr="Line. градиент в обводке">
            <a:extLst>
              <a:ext uri="{FF2B5EF4-FFF2-40B4-BE49-F238E27FC236}">
                <a16:creationId xmlns:a16="http://schemas.microsoft.com/office/drawing/2014/main" id="{2F42EBB4-5A52-45AA-9A2F-7E98BDDDEEB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78325"/>
            <a:ext cx="12192000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Line [Figma 9043:6353]" descr="Line. градиент в обводке">
            <a:extLst>
              <a:ext uri="{FF2B5EF4-FFF2-40B4-BE49-F238E27FC236}">
                <a16:creationId xmlns:a16="http://schemas.microsoft.com/office/drawing/2014/main" id="{9DB53208-2B32-44D6-949D-8A09B2C402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2406650"/>
            <a:ext cx="12188825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66" y="2423641"/>
            <a:ext cx="5437198" cy="2402359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000"/>
              </a:lnSpc>
              <a:defRPr sz="4000" cap="all" spc="-150" baseline="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три строчки</a:t>
            </a:r>
            <a:br>
              <a:rPr lang="ru-RU" dirty="0"/>
            </a:br>
            <a:r>
              <a:rPr lang="ru-RU" dirty="0"/>
              <a:t>для образца</a:t>
            </a:r>
          </a:p>
        </p:txBody>
      </p:sp>
      <p:pic>
        <p:nvPicPr>
          <p:cNvPr id="24" name="Vector [Figma 9887:63687]" descr="Vector. векторный контур">
            <a:extLst>
              <a:ext uri="{FF2B5EF4-FFF2-40B4-BE49-F238E27FC236}">
                <a16:creationId xmlns:a16="http://schemas.microsoft.com/office/drawing/2014/main" id="{2661AED5-C05A-45FA-89B3-4EB497770F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26249" y="493410"/>
            <a:ext cx="100208" cy="99030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BB646A09-6137-43E0-9A8F-D483F1FF1AC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27157" y="368300"/>
            <a:ext cx="823585" cy="349200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9BC10B26-CA27-431F-8ED0-E501B650E448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1475" y="368300"/>
            <a:ext cx="879464" cy="319213"/>
          </a:xfrm>
          <a:prstGeom prst="rect">
            <a:avLst/>
          </a:prstGeom>
        </p:spPr>
      </p:pic>
      <p:sp>
        <p:nvSpPr>
          <p:cNvPr id="11" name="Rectangle 240662521 [Figma 9887:63708]">
            <a:extLst>
              <a:ext uri="{FF2B5EF4-FFF2-40B4-BE49-F238E27FC236}">
                <a16:creationId xmlns:a16="http://schemas.microsoft.com/office/drawing/2014/main" id="{A69E263A-BE3B-4333-8BE4-AF1D105F0707}"/>
              </a:ext>
            </a:extLst>
          </p:cNvPr>
          <p:cNvSpPr/>
          <p:nvPr userDrawn="1"/>
        </p:nvSpPr>
        <p:spPr>
          <a:xfrm>
            <a:off x="380990" y="5930752"/>
            <a:ext cx="25399" cy="546086"/>
          </a:xfrm>
          <a:prstGeom prst="roundRect">
            <a:avLst>
              <a:gd name="adj" fmla="val 50001"/>
            </a:avLst>
          </a:prstGeom>
          <a:solidFill>
            <a:srgbClr val="1E4B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Текст 3">
            <a:extLst>
              <a:ext uri="{FF2B5EF4-FFF2-40B4-BE49-F238E27FC236}">
                <a16:creationId xmlns:a16="http://schemas.microsoft.com/office/drawing/2014/main" id="{0C0B2ADB-8DDE-4BE4-A204-3A91FE6327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8673" y="6040283"/>
            <a:ext cx="4017085" cy="1635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3" name="Текст 3">
            <a:extLst>
              <a:ext uri="{FF2B5EF4-FFF2-40B4-BE49-F238E27FC236}">
                <a16:creationId xmlns:a16="http://schemas.microsoft.com/office/drawing/2014/main" id="{5F53FA86-0E43-49D0-BB48-8FE1D95862D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8674" y="6247288"/>
            <a:ext cx="4017085" cy="1635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ACB6C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Месяц 2000</a:t>
            </a:r>
          </a:p>
        </p:txBody>
      </p:sp>
    </p:spTree>
    <p:extLst>
      <p:ext uri="{BB962C8B-B14F-4D97-AF65-F5344CB8AC3E}">
        <p14:creationId xmlns:p14="http://schemas.microsoft.com/office/powerpoint/2010/main" val="4006985289"/>
      </p:ext>
    </p:extLst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Облож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35A827E-29BE-463A-AC2E-F538B2B1DF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-13914"/>
            <a:ext cx="12192000" cy="6858000"/>
          </a:xfrm>
          <a:prstGeom prst="rect">
            <a:avLst/>
          </a:prstGeom>
        </p:spPr>
      </p:pic>
      <p:grpSp>
        <p:nvGrpSpPr>
          <p:cNvPr id="10" name="Группа 8">
            <a:extLst>
              <a:ext uri="{FF2B5EF4-FFF2-40B4-BE49-F238E27FC236}">
                <a16:creationId xmlns:a16="http://schemas.microsoft.com/office/drawing/2014/main" id="{69F32D47-B582-49A4-9562-F684B3DCDEA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381000" y="381000"/>
            <a:ext cx="1903413" cy="330200"/>
            <a:chOff x="380990" y="380990"/>
            <a:chExt cx="1903907" cy="330193"/>
          </a:xfrm>
        </p:grpSpPr>
        <p:pic>
          <p:nvPicPr>
            <p:cNvPr id="11" name="Vector [Figma I9043:6356;6148:374]" descr="Vector. векторный контур">
              <a:extLst>
                <a:ext uri="{FF2B5EF4-FFF2-40B4-BE49-F238E27FC236}">
                  <a16:creationId xmlns:a16="http://schemas.microsoft.com/office/drawing/2014/main" id="{5EDDBF01-E245-4987-8586-E991595C74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0990" y="380990"/>
              <a:ext cx="284237" cy="176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" name="Vector [Figma I9043:6356;6148:375]" descr="Vector. векторный контур">
              <a:extLst>
                <a:ext uri="{FF2B5EF4-FFF2-40B4-BE49-F238E27FC236}">
                  <a16:creationId xmlns:a16="http://schemas.microsoft.com/office/drawing/2014/main" id="{85A90AE1-9C6F-49AA-B068-1A4091717F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9688" y="447664"/>
              <a:ext cx="598642" cy="2635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" name="Vector [Figma I9043:6356;6159:12582]" descr="Vector. векторный контур">
              <a:extLst>
                <a:ext uri="{FF2B5EF4-FFF2-40B4-BE49-F238E27FC236}">
                  <a16:creationId xmlns:a16="http://schemas.microsoft.com/office/drawing/2014/main" id="{2432D2DE-0F2D-4B65-8E1A-3DC08D2702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95666" y="447664"/>
              <a:ext cx="889231" cy="888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4" name="Line [Figma 9043:6357]" descr="Line. векторный контур">
            <a:extLst>
              <a:ext uri="{FF2B5EF4-FFF2-40B4-BE49-F238E27FC236}">
                <a16:creationId xmlns:a16="http://schemas.microsoft.com/office/drawing/2014/main" id="{45E28719-9A7A-4002-89B5-46B1DC6BA75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0" y="542925"/>
            <a:ext cx="7810500" cy="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" name="Объект 48"/>
          <p:cNvSpPr>
            <a:spLocks noGrp="1"/>
          </p:cNvSpPr>
          <p:nvPr>
            <p:ph sz="quarter" idx="11"/>
          </p:nvPr>
        </p:nvSpPr>
        <p:spPr>
          <a:xfrm>
            <a:off x="10331483" y="344279"/>
            <a:ext cx="1489042" cy="40996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ts val="1440"/>
              </a:lnSpc>
              <a:spcBef>
                <a:spcPts val="150"/>
              </a:spcBef>
              <a:buNone/>
              <a:defRPr sz="12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781031" y="2683474"/>
            <a:ext cx="7410470" cy="1983627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5600"/>
              </a:lnSpc>
              <a:defRPr sz="5400" cap="all" spc="-150" baseline="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Образец</a:t>
            </a:r>
            <a:br>
              <a:rPr lang="ru-RU" dirty="0"/>
            </a:br>
            <a:r>
              <a:rPr lang="ru-RU" dirty="0"/>
              <a:t>заголовка</a:t>
            </a:r>
            <a:br>
              <a:rPr lang="ru-RU" dirty="0"/>
            </a:br>
            <a:r>
              <a:rPr lang="ru-RU" dirty="0"/>
              <a:t>в строчки</a:t>
            </a:r>
          </a:p>
        </p:txBody>
      </p:sp>
      <p:sp>
        <p:nvSpPr>
          <p:cNvPr id="25" name="Line 6 [Figma 9887:47854]">
            <a:extLst>
              <a:ext uri="{FF2B5EF4-FFF2-40B4-BE49-F238E27FC236}">
                <a16:creationId xmlns:a16="http://schemas.microsoft.com/office/drawing/2014/main" id="{E66A2A3A-DA0F-4E3E-93FA-733AD86D6CB5}"/>
              </a:ext>
            </a:extLst>
          </p:cNvPr>
          <p:cNvSpPr/>
          <p:nvPr userDrawn="1"/>
        </p:nvSpPr>
        <p:spPr>
          <a:xfrm rot="16200000">
            <a:off x="-1719920" y="3355790"/>
            <a:ext cx="5040000" cy="0"/>
          </a:xfrm>
          <a:prstGeom prst="line">
            <a:avLst/>
          </a:prstGeom>
          <a:noFill/>
          <a:ln w="15875">
            <a:solidFill>
              <a:srgbClr val="FFFFFF">
                <a:alpha val="47596"/>
              </a:srgbClr>
            </a:solidFill>
            <a:prstDash val="solid"/>
          </a:ln>
        </p:spPr>
      </p:sp>
      <p:sp>
        <p:nvSpPr>
          <p:cNvPr id="26" name="Line 7 [Figma 9887:47855]">
            <a:extLst>
              <a:ext uri="{FF2B5EF4-FFF2-40B4-BE49-F238E27FC236}">
                <a16:creationId xmlns:a16="http://schemas.microsoft.com/office/drawing/2014/main" id="{D8F1FE5F-901F-4259-A0D7-4187368A6313}"/>
              </a:ext>
            </a:extLst>
          </p:cNvPr>
          <p:cNvSpPr/>
          <p:nvPr userDrawn="1"/>
        </p:nvSpPr>
        <p:spPr>
          <a:xfrm rot="10800000">
            <a:off x="-38100" y="4679801"/>
            <a:ext cx="10440000" cy="0"/>
          </a:xfrm>
          <a:prstGeom prst="line">
            <a:avLst/>
          </a:prstGeom>
          <a:noFill/>
          <a:ln w="15875">
            <a:solidFill>
              <a:srgbClr val="FFFFFF">
                <a:alpha val="47596"/>
              </a:srgbClr>
            </a:solidFill>
            <a:prstDash val="solid"/>
          </a:ln>
        </p:spPr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A736215D-9386-4730-B49A-4B9D0CBAB9B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4175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464168"/>
      </p:ext>
    </p:extLst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Облож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2">
            <a:extLst>
              <a:ext uri="{FF2B5EF4-FFF2-40B4-BE49-F238E27FC236}">
                <a16:creationId xmlns:a16="http://schemas.microsoft.com/office/drawing/2014/main" id="{A5DB11A2-C92F-44A4-B59A-1669D70D9E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3175" y="-171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" name="Объект 48"/>
          <p:cNvSpPr>
            <a:spLocks noGrp="1"/>
          </p:cNvSpPr>
          <p:nvPr>
            <p:ph sz="quarter" idx="11"/>
          </p:nvPr>
        </p:nvSpPr>
        <p:spPr>
          <a:xfrm>
            <a:off x="10331483" y="344279"/>
            <a:ext cx="1489042" cy="40996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ts val="1440"/>
              </a:lnSpc>
              <a:spcBef>
                <a:spcPts val="150"/>
              </a:spcBef>
              <a:buNone/>
              <a:defRPr sz="12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37" name="Rectangle [Figma 9887:47869]" descr="Rectangle. градиент">
            <a:extLst>
              <a:ext uri="{FF2B5EF4-FFF2-40B4-BE49-F238E27FC236}">
                <a16:creationId xmlns:a16="http://schemas.microsoft.com/office/drawing/2014/main" id="{5A63E8BE-3B30-469D-ACAF-816AC2D02A1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16015" y="0"/>
            <a:ext cx="9283468" cy="4444889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428553" y="2413143"/>
            <a:ext cx="9270929" cy="2054478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5600"/>
              </a:lnSpc>
              <a:defRPr sz="5400" cap="all" spc="-150" baseline="0">
                <a:solidFill>
                  <a:schemeClr val="tx2"/>
                </a:solidFill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Образец</a:t>
            </a:r>
            <a:br>
              <a:rPr lang="ru-RU" dirty="0"/>
            </a:br>
            <a:r>
              <a:rPr lang="ru-RU" dirty="0"/>
              <a:t>заголовка</a:t>
            </a:r>
            <a:br>
              <a:rPr lang="ru-RU" dirty="0"/>
            </a:br>
            <a:r>
              <a:rPr lang="ru-RU" dirty="0"/>
              <a:t>в три строчки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AD9185C-9B36-49F7-8433-42C685D54AC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4165" y="376145"/>
            <a:ext cx="1825200" cy="322869"/>
          </a:xfrm>
          <a:prstGeom prst="rect">
            <a:avLst/>
          </a:prstGeom>
        </p:spPr>
      </p:pic>
      <p:pic>
        <p:nvPicPr>
          <p:cNvPr id="16" name="Line [Figma 10114:38482]" descr="Line. градиент в обводке">
            <a:extLst>
              <a:ext uri="{FF2B5EF4-FFF2-40B4-BE49-F238E27FC236}">
                <a16:creationId xmlns:a16="http://schemas.microsoft.com/office/drawing/2014/main" id="{91ACDE30-5EFC-41F5-B31C-753001478AF4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0" y="4400462"/>
            <a:ext cx="12188523" cy="15871"/>
          </a:xfrm>
          <a:prstGeom prst="rect">
            <a:avLst/>
          </a:prstGeom>
        </p:spPr>
      </p:pic>
      <p:pic>
        <p:nvPicPr>
          <p:cNvPr id="17" name="Line [Figma 10114:38483]" descr="Line. градиент в обводке">
            <a:extLst>
              <a:ext uri="{FF2B5EF4-FFF2-40B4-BE49-F238E27FC236}">
                <a16:creationId xmlns:a16="http://schemas.microsoft.com/office/drawing/2014/main" id="{863FE477-78B8-4CF5-B18D-F9861F7F6B81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" y="1622223"/>
            <a:ext cx="12191692" cy="15871"/>
          </a:xfrm>
          <a:prstGeom prst="rect">
            <a:avLst/>
          </a:prstGeom>
        </p:spPr>
      </p:pic>
      <p:pic>
        <p:nvPicPr>
          <p:cNvPr id="18" name="Line [Figma 10114:38484]" descr="Line. градиент в обводке">
            <a:extLst>
              <a:ext uri="{FF2B5EF4-FFF2-40B4-BE49-F238E27FC236}">
                <a16:creationId xmlns:a16="http://schemas.microsoft.com/office/drawing/2014/main" id="{7E886FF9-6E52-479B-8A5A-41D1C3BF5C0E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428553" y="64"/>
            <a:ext cx="15875" cy="6857765"/>
          </a:xfrm>
          <a:prstGeom prst="rect">
            <a:avLst/>
          </a:prstGeom>
        </p:spPr>
      </p:pic>
      <p:pic>
        <p:nvPicPr>
          <p:cNvPr id="19" name="Line [Figma 10114:38484]" descr="Line. градиент в обводке">
            <a:extLst>
              <a:ext uri="{FF2B5EF4-FFF2-40B4-BE49-F238E27FC236}">
                <a16:creationId xmlns:a16="http://schemas.microsoft.com/office/drawing/2014/main" id="{531CF36E-CE7B-42CE-983E-6BC5999C30E6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11596" y="94407"/>
            <a:ext cx="15875" cy="6857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814322"/>
      </p:ext>
    </p:extLst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Облож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C6857E9-FE4E-4B7D-A03B-A8AE9451A1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Line [Figma 9043:6352]" descr="Line. градиент в обводке">
            <a:extLst>
              <a:ext uri="{FF2B5EF4-FFF2-40B4-BE49-F238E27FC236}">
                <a16:creationId xmlns:a16="http://schemas.microsoft.com/office/drawing/2014/main" id="{2F42EBB4-5A52-45AA-9A2F-7E98BDDDEEB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78325"/>
            <a:ext cx="12192000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Line [Figma 9043:6353]" descr="Line. градиент в обводке">
            <a:extLst>
              <a:ext uri="{FF2B5EF4-FFF2-40B4-BE49-F238E27FC236}">
                <a16:creationId xmlns:a16="http://schemas.microsoft.com/office/drawing/2014/main" id="{9DB53208-2B32-44D6-949D-8A09B2C402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2406650"/>
            <a:ext cx="12188825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66" y="2423641"/>
            <a:ext cx="5437198" cy="2402359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000"/>
              </a:lnSpc>
              <a:defRPr sz="4000" cap="all" spc="-150" baseline="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три строчки</a:t>
            </a:r>
            <a:br>
              <a:rPr lang="ru-RU" dirty="0"/>
            </a:br>
            <a:r>
              <a:rPr lang="ru-RU" dirty="0"/>
              <a:t>для образца</a:t>
            </a:r>
          </a:p>
        </p:txBody>
      </p:sp>
      <p:pic>
        <p:nvPicPr>
          <p:cNvPr id="31" name="Vector [Figma 9887:63687]" descr="Vector. векторный контур">
            <a:extLst>
              <a:ext uri="{FF2B5EF4-FFF2-40B4-BE49-F238E27FC236}">
                <a16:creationId xmlns:a16="http://schemas.microsoft.com/office/drawing/2014/main" id="{134CF360-0F39-4435-BD95-4A629699A07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26249" y="493410"/>
            <a:ext cx="100208" cy="99030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F28CD005-6DC3-4013-90DE-A46B546D7F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27157" y="368300"/>
            <a:ext cx="823585" cy="349200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9A16CF99-F442-4A44-B3EF-6F103B54E17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1475" y="368300"/>
            <a:ext cx="879464" cy="319213"/>
          </a:xfrm>
          <a:prstGeom prst="rect">
            <a:avLst/>
          </a:prstGeom>
        </p:spPr>
      </p:pic>
      <p:sp>
        <p:nvSpPr>
          <p:cNvPr id="11" name="Rectangle 240662521 [Figma 9887:63708]">
            <a:extLst>
              <a:ext uri="{FF2B5EF4-FFF2-40B4-BE49-F238E27FC236}">
                <a16:creationId xmlns:a16="http://schemas.microsoft.com/office/drawing/2014/main" id="{D17B948A-C879-4014-822C-489FE967D402}"/>
              </a:ext>
            </a:extLst>
          </p:cNvPr>
          <p:cNvSpPr/>
          <p:nvPr userDrawn="1"/>
        </p:nvSpPr>
        <p:spPr>
          <a:xfrm>
            <a:off x="380990" y="5930752"/>
            <a:ext cx="25399" cy="546086"/>
          </a:xfrm>
          <a:prstGeom prst="roundRect">
            <a:avLst>
              <a:gd name="adj" fmla="val 50001"/>
            </a:avLst>
          </a:prstGeom>
          <a:solidFill>
            <a:srgbClr val="1E4B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Текст 3">
            <a:extLst>
              <a:ext uri="{FF2B5EF4-FFF2-40B4-BE49-F238E27FC236}">
                <a16:creationId xmlns:a16="http://schemas.microsoft.com/office/drawing/2014/main" id="{500F2E23-8BF1-4208-8B85-553A5800A1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8673" y="6040283"/>
            <a:ext cx="4017085" cy="1635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3" name="Текст 3">
            <a:extLst>
              <a:ext uri="{FF2B5EF4-FFF2-40B4-BE49-F238E27FC236}">
                <a16:creationId xmlns:a16="http://schemas.microsoft.com/office/drawing/2014/main" id="{6807F705-F8F9-40EB-AF4D-B91B8C60D0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8674" y="6247288"/>
            <a:ext cx="4017085" cy="1635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ACB6C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Месяц 2000</a:t>
            </a:r>
          </a:p>
        </p:txBody>
      </p:sp>
    </p:spTree>
    <p:extLst>
      <p:ext uri="{BB962C8B-B14F-4D97-AF65-F5344CB8AC3E}">
        <p14:creationId xmlns:p14="http://schemas.microsoft.com/office/powerpoint/2010/main" val="272803104"/>
      </p:ext>
    </p:extLst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Облож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ine [Figma 9043:6352]" descr="Line. градиент в обводке">
            <a:extLst>
              <a:ext uri="{FF2B5EF4-FFF2-40B4-BE49-F238E27FC236}">
                <a16:creationId xmlns:a16="http://schemas.microsoft.com/office/drawing/2014/main" id="{2F42EBB4-5A52-45AA-9A2F-7E98BDDDEEB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78325"/>
            <a:ext cx="12192000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Line [Figma 9043:6353]" descr="Line. градиент в обводке">
            <a:extLst>
              <a:ext uri="{FF2B5EF4-FFF2-40B4-BE49-F238E27FC236}">
                <a16:creationId xmlns:a16="http://schemas.microsoft.com/office/drawing/2014/main" id="{9DB53208-2B32-44D6-949D-8A09B2C402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2406650"/>
            <a:ext cx="12188825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66" y="2423641"/>
            <a:ext cx="5437198" cy="2402359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000"/>
              </a:lnSpc>
              <a:defRPr sz="4000" cap="all" spc="-150" baseline="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три строчки</a:t>
            </a:r>
            <a:br>
              <a:rPr lang="ru-RU" dirty="0"/>
            </a:br>
            <a:r>
              <a:rPr lang="ru-RU" dirty="0"/>
              <a:t>для образца</a:t>
            </a:r>
          </a:p>
        </p:txBody>
      </p:sp>
      <p:sp>
        <p:nvSpPr>
          <p:cNvPr id="18" name="Rectangle 240662521 [Figma 9887:63708]">
            <a:extLst>
              <a:ext uri="{FF2B5EF4-FFF2-40B4-BE49-F238E27FC236}">
                <a16:creationId xmlns:a16="http://schemas.microsoft.com/office/drawing/2014/main" id="{2628694C-5803-41AB-B185-87803EC49C98}"/>
              </a:ext>
            </a:extLst>
          </p:cNvPr>
          <p:cNvSpPr/>
          <p:nvPr userDrawn="1"/>
        </p:nvSpPr>
        <p:spPr>
          <a:xfrm>
            <a:off x="380990" y="5930752"/>
            <a:ext cx="25399" cy="546086"/>
          </a:xfrm>
          <a:prstGeom prst="roundRect">
            <a:avLst>
              <a:gd name="adj" fmla="val 50001"/>
            </a:avLst>
          </a:prstGeom>
          <a:solidFill>
            <a:srgbClr val="1E4BD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1" name="Vector [Figma 9887:63687]" descr="Vector. векторный контур">
            <a:extLst>
              <a:ext uri="{FF2B5EF4-FFF2-40B4-BE49-F238E27FC236}">
                <a16:creationId xmlns:a16="http://schemas.microsoft.com/office/drawing/2014/main" id="{134CF360-0F39-4435-BD95-4A629699A07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26249" y="493410"/>
            <a:ext cx="100208" cy="99030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F28CD005-6DC3-4013-90DE-A46B546D7F9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27157" y="368300"/>
            <a:ext cx="823585" cy="349200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9A16CF99-F442-4A44-B3EF-6F103B54E170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1475" y="368300"/>
            <a:ext cx="879464" cy="319213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D7D6D98B-8B33-4F5E-94FD-8CE49E9758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8673" y="6040283"/>
            <a:ext cx="4017085" cy="1635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3" name="Текст 3">
            <a:extLst>
              <a:ext uri="{FF2B5EF4-FFF2-40B4-BE49-F238E27FC236}">
                <a16:creationId xmlns:a16="http://schemas.microsoft.com/office/drawing/2014/main" id="{7DE74441-5EC9-4BC7-B53A-DF50B7A9EA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8674" y="6247288"/>
            <a:ext cx="4017085" cy="1635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ACB6C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Месяц 2000</a:t>
            </a:r>
          </a:p>
        </p:txBody>
      </p:sp>
    </p:spTree>
    <p:extLst>
      <p:ext uri="{BB962C8B-B14F-4D97-AF65-F5344CB8AC3E}">
        <p14:creationId xmlns:p14="http://schemas.microsoft.com/office/powerpoint/2010/main" val="4137365827"/>
      </p:ext>
    </p:extLst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Содержание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9544F697-9F7C-4100-B82E-76597C13058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4519" y="2794152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solidFill>
                  <a:schemeClr val="accent2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en-US" dirty="0"/>
              <a:t>1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4BCD6BF-C470-4F3A-A6A9-72D0CBF5A03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61160" y="2794153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Титульные слайды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C43D4F18-5A57-40C1-AA38-9EEF0B5BB9E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61160" y="3356013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09</a:t>
            </a:r>
          </a:p>
        </p:txBody>
      </p:sp>
      <p:sp>
        <p:nvSpPr>
          <p:cNvPr id="143" name="Текст 9">
            <a:extLst>
              <a:ext uri="{FF2B5EF4-FFF2-40B4-BE49-F238E27FC236}">
                <a16:creationId xmlns:a16="http://schemas.microsoft.com/office/drawing/2014/main" id="{1C1CEE07-3BB3-468D-9ECA-05DB27A574F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55795" y="2794152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solidFill>
                  <a:schemeClr val="accent2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2</a:t>
            </a:r>
          </a:p>
        </p:txBody>
      </p:sp>
      <p:sp>
        <p:nvSpPr>
          <p:cNvPr id="144" name="Текст 4">
            <a:extLst>
              <a:ext uri="{FF2B5EF4-FFF2-40B4-BE49-F238E27FC236}">
                <a16:creationId xmlns:a16="http://schemas.microsoft.com/office/drawing/2014/main" id="{511B0CF8-1C4D-44DF-BDEB-36A7E34C3DC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12436" y="2794153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Раздельные слайды</a:t>
            </a:r>
          </a:p>
        </p:txBody>
      </p:sp>
      <p:sp>
        <p:nvSpPr>
          <p:cNvPr id="145" name="Текст 7">
            <a:extLst>
              <a:ext uri="{FF2B5EF4-FFF2-40B4-BE49-F238E27FC236}">
                <a16:creationId xmlns:a16="http://schemas.microsoft.com/office/drawing/2014/main" id="{6DEB178C-EBBD-44AB-A171-90B021CBF66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512436" y="3356013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13</a:t>
            </a:r>
          </a:p>
        </p:txBody>
      </p:sp>
      <p:sp>
        <p:nvSpPr>
          <p:cNvPr id="147" name="Текст 9">
            <a:extLst>
              <a:ext uri="{FF2B5EF4-FFF2-40B4-BE49-F238E27FC236}">
                <a16:creationId xmlns:a16="http://schemas.microsoft.com/office/drawing/2014/main" id="{879B0177-D0F3-4571-A571-8E6D449FBEA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07071" y="2785762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solidFill>
                  <a:schemeClr val="accent2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3</a:t>
            </a:r>
          </a:p>
        </p:txBody>
      </p:sp>
      <p:sp>
        <p:nvSpPr>
          <p:cNvPr id="148" name="Текст 4">
            <a:extLst>
              <a:ext uri="{FF2B5EF4-FFF2-40B4-BE49-F238E27FC236}">
                <a16:creationId xmlns:a16="http://schemas.microsoft.com/office/drawing/2014/main" id="{381B60CC-166A-48D9-9F0E-31A7EDCCBF0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363712" y="2785763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Навигация</a:t>
            </a:r>
          </a:p>
        </p:txBody>
      </p:sp>
      <p:sp>
        <p:nvSpPr>
          <p:cNvPr id="149" name="Текст 7">
            <a:extLst>
              <a:ext uri="{FF2B5EF4-FFF2-40B4-BE49-F238E27FC236}">
                <a16:creationId xmlns:a16="http://schemas.microsoft.com/office/drawing/2014/main" id="{B91BC7B4-31F5-4319-948D-22D0382AE18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363712" y="3347623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15</a:t>
            </a:r>
          </a:p>
        </p:txBody>
      </p:sp>
      <p:sp>
        <p:nvSpPr>
          <p:cNvPr id="151" name="Текст 9">
            <a:extLst>
              <a:ext uri="{FF2B5EF4-FFF2-40B4-BE49-F238E27FC236}">
                <a16:creationId xmlns:a16="http://schemas.microsoft.com/office/drawing/2014/main" id="{ADB4BCD0-0D97-4C88-83D5-27A10DF574F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98836" y="4104416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solidFill>
                  <a:schemeClr val="accent2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4</a:t>
            </a:r>
          </a:p>
        </p:txBody>
      </p:sp>
      <p:sp>
        <p:nvSpPr>
          <p:cNvPr id="152" name="Текст 4">
            <a:extLst>
              <a:ext uri="{FF2B5EF4-FFF2-40B4-BE49-F238E27FC236}">
                <a16:creationId xmlns:a16="http://schemas.microsoft.com/office/drawing/2014/main" id="{460A92A5-4C17-497A-97C8-53421EA28BC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677227" y="4104417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Контентные слайды</a:t>
            </a:r>
          </a:p>
        </p:txBody>
      </p:sp>
      <p:sp>
        <p:nvSpPr>
          <p:cNvPr id="153" name="Текст 7">
            <a:extLst>
              <a:ext uri="{FF2B5EF4-FFF2-40B4-BE49-F238E27FC236}">
                <a16:creationId xmlns:a16="http://schemas.microsoft.com/office/drawing/2014/main" id="{FAB8F0F1-780B-46F7-8C5E-7DC3C10E5BC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655477" y="4666277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16</a:t>
            </a:r>
          </a:p>
        </p:txBody>
      </p:sp>
      <p:sp>
        <p:nvSpPr>
          <p:cNvPr id="155" name="Текст 9">
            <a:extLst>
              <a:ext uri="{FF2B5EF4-FFF2-40B4-BE49-F238E27FC236}">
                <a16:creationId xmlns:a16="http://schemas.microsoft.com/office/drawing/2014/main" id="{07AFE387-0F4F-4E87-87BB-5B2C9D7631A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450112" y="4104416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solidFill>
                  <a:schemeClr val="accent2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5</a:t>
            </a:r>
          </a:p>
        </p:txBody>
      </p:sp>
      <p:sp>
        <p:nvSpPr>
          <p:cNvPr id="156" name="Текст 4">
            <a:extLst>
              <a:ext uri="{FF2B5EF4-FFF2-40B4-BE49-F238E27FC236}">
                <a16:creationId xmlns:a16="http://schemas.microsoft.com/office/drawing/2014/main" id="{E53A190A-4919-414B-B6E1-B1608C7CCE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528503" y="4104417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Таблицы</a:t>
            </a:r>
          </a:p>
        </p:txBody>
      </p:sp>
      <p:sp>
        <p:nvSpPr>
          <p:cNvPr id="157" name="Текст 7">
            <a:extLst>
              <a:ext uri="{FF2B5EF4-FFF2-40B4-BE49-F238E27FC236}">
                <a16:creationId xmlns:a16="http://schemas.microsoft.com/office/drawing/2014/main" id="{F58AF3C2-4320-444B-9D46-7FABE832E60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506753" y="4666277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36</a:t>
            </a:r>
          </a:p>
        </p:txBody>
      </p:sp>
      <p:sp>
        <p:nvSpPr>
          <p:cNvPr id="159" name="Текст 9">
            <a:extLst>
              <a:ext uri="{FF2B5EF4-FFF2-40B4-BE49-F238E27FC236}">
                <a16:creationId xmlns:a16="http://schemas.microsoft.com/office/drawing/2014/main" id="{B1798F73-1F2A-4DE6-8862-F8CA4FFD860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01388" y="4096026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solidFill>
                  <a:schemeClr val="accent2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6</a:t>
            </a:r>
          </a:p>
        </p:txBody>
      </p:sp>
      <p:sp>
        <p:nvSpPr>
          <p:cNvPr id="160" name="Текст 4">
            <a:extLst>
              <a:ext uri="{FF2B5EF4-FFF2-40B4-BE49-F238E27FC236}">
                <a16:creationId xmlns:a16="http://schemas.microsoft.com/office/drawing/2014/main" id="{57D222AD-8D23-4711-8885-8D8A06CC797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358029" y="4096027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Схемы и диаграммы</a:t>
            </a:r>
          </a:p>
        </p:txBody>
      </p:sp>
      <p:sp>
        <p:nvSpPr>
          <p:cNvPr id="161" name="Текст 7">
            <a:extLst>
              <a:ext uri="{FF2B5EF4-FFF2-40B4-BE49-F238E27FC236}">
                <a16:creationId xmlns:a16="http://schemas.microsoft.com/office/drawing/2014/main" id="{682FB1BA-8725-4891-8167-07B7E169A3E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358029" y="4657887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39</a:t>
            </a:r>
          </a:p>
        </p:txBody>
      </p:sp>
      <p:sp>
        <p:nvSpPr>
          <p:cNvPr id="163" name="Текст 9">
            <a:extLst>
              <a:ext uri="{FF2B5EF4-FFF2-40B4-BE49-F238E27FC236}">
                <a16:creationId xmlns:a16="http://schemas.microsoft.com/office/drawing/2014/main" id="{13EDD3DC-C617-44C7-9365-1CA061923D5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90277" y="5374885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solidFill>
                  <a:schemeClr val="accent2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7</a:t>
            </a:r>
          </a:p>
        </p:txBody>
      </p:sp>
      <p:sp>
        <p:nvSpPr>
          <p:cNvPr id="164" name="Текст 4">
            <a:extLst>
              <a:ext uri="{FF2B5EF4-FFF2-40B4-BE49-F238E27FC236}">
                <a16:creationId xmlns:a16="http://schemas.microsoft.com/office/drawing/2014/main" id="{7A1E98E3-C2C1-4010-AB25-4AB104FC397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668668" y="5374886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sp>
        <p:nvSpPr>
          <p:cNvPr id="165" name="Текст 7">
            <a:extLst>
              <a:ext uri="{FF2B5EF4-FFF2-40B4-BE49-F238E27FC236}">
                <a16:creationId xmlns:a16="http://schemas.microsoft.com/office/drawing/2014/main" id="{1A4B8D07-FA18-4BA0-A707-9F88B634E34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646918" y="5936746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49</a:t>
            </a:r>
          </a:p>
        </p:txBody>
      </p:sp>
      <p:sp>
        <p:nvSpPr>
          <p:cNvPr id="167" name="Текст 9">
            <a:extLst>
              <a:ext uri="{FF2B5EF4-FFF2-40B4-BE49-F238E27FC236}">
                <a16:creationId xmlns:a16="http://schemas.microsoft.com/office/drawing/2014/main" id="{BCF1674D-2B2B-4E77-8D13-EAC3081B65F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441553" y="5374885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solidFill>
                  <a:schemeClr val="accent2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8</a:t>
            </a:r>
          </a:p>
        </p:txBody>
      </p:sp>
      <p:sp>
        <p:nvSpPr>
          <p:cNvPr id="168" name="Текст 4">
            <a:extLst>
              <a:ext uri="{FF2B5EF4-FFF2-40B4-BE49-F238E27FC236}">
                <a16:creationId xmlns:a16="http://schemas.microsoft.com/office/drawing/2014/main" id="{C239EB68-AAD1-4014-BDA3-507D5AABB63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519944" y="5374886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Направления и паттерны</a:t>
            </a:r>
          </a:p>
        </p:txBody>
      </p:sp>
      <p:sp>
        <p:nvSpPr>
          <p:cNvPr id="169" name="Текст 7">
            <a:extLst>
              <a:ext uri="{FF2B5EF4-FFF2-40B4-BE49-F238E27FC236}">
                <a16:creationId xmlns:a16="http://schemas.microsoft.com/office/drawing/2014/main" id="{33A42EF0-A894-4C04-BA3D-82C3361A287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498194" y="5936746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50</a:t>
            </a:r>
          </a:p>
        </p:txBody>
      </p:sp>
      <p:sp>
        <p:nvSpPr>
          <p:cNvPr id="171" name="Текст 9">
            <a:extLst>
              <a:ext uri="{FF2B5EF4-FFF2-40B4-BE49-F238E27FC236}">
                <a16:creationId xmlns:a16="http://schemas.microsoft.com/office/drawing/2014/main" id="{6D583F18-AA6D-4DB7-A0D2-DE3A8D0A17C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292829" y="5366495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solidFill>
                  <a:schemeClr val="accent2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9</a:t>
            </a:r>
          </a:p>
        </p:txBody>
      </p:sp>
      <p:sp>
        <p:nvSpPr>
          <p:cNvPr id="172" name="Текст 4">
            <a:extLst>
              <a:ext uri="{FF2B5EF4-FFF2-40B4-BE49-F238E27FC236}">
                <a16:creationId xmlns:a16="http://schemas.microsoft.com/office/drawing/2014/main" id="{E73E9EAE-6367-4B05-86DB-815BF0D0DE7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371220" y="5366496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Дополнительные элементы</a:t>
            </a:r>
          </a:p>
        </p:txBody>
      </p:sp>
      <p:sp>
        <p:nvSpPr>
          <p:cNvPr id="173" name="Текст 7">
            <a:extLst>
              <a:ext uri="{FF2B5EF4-FFF2-40B4-BE49-F238E27FC236}">
                <a16:creationId xmlns:a16="http://schemas.microsoft.com/office/drawing/2014/main" id="{67EEDA7B-59F1-4C6D-8986-CB8A474AFAED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349470" y="5928356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60</a:t>
            </a:r>
          </a:p>
        </p:txBody>
      </p:sp>
      <p:pic>
        <p:nvPicPr>
          <p:cNvPr id="174" name="Рисунок 173">
            <a:extLst>
              <a:ext uri="{FF2B5EF4-FFF2-40B4-BE49-F238E27FC236}">
                <a16:creationId xmlns:a16="http://schemas.microsoft.com/office/drawing/2014/main" id="{B006C905-A940-44A0-B9A7-78DA4F62DF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946460"/>
      </p:ext>
    </p:extLst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уллиты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буллиты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4" name="Рисунок 173">
            <a:extLst>
              <a:ext uri="{FF2B5EF4-FFF2-40B4-BE49-F238E27FC236}">
                <a16:creationId xmlns:a16="http://schemas.microsoft.com/office/drawing/2014/main" id="{B006C905-A940-44A0-B9A7-78DA4F62DF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E37772B0-CB9E-497D-AFF0-3DEE16D0138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320767" y="1584325"/>
            <a:ext cx="922023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73ED74C-5170-49D2-8C4A-37748C9F7AE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0667" y="1584325"/>
            <a:ext cx="800100" cy="76517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kern="200" spc="-200" baseline="0">
                <a:solidFill>
                  <a:schemeClr val="accent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76" name="Текст 2">
            <a:extLst>
              <a:ext uri="{FF2B5EF4-FFF2-40B4-BE49-F238E27FC236}">
                <a16:creationId xmlns:a16="http://schemas.microsoft.com/office/drawing/2014/main" id="{761ACA31-4C74-48A5-92D9-AAA100218A7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320767" y="2830085"/>
            <a:ext cx="922023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77" name="Текст 5">
            <a:extLst>
              <a:ext uri="{FF2B5EF4-FFF2-40B4-BE49-F238E27FC236}">
                <a16:creationId xmlns:a16="http://schemas.microsoft.com/office/drawing/2014/main" id="{F3FDE278-6D2D-41D7-8953-68AF70AA58A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0667" y="2830085"/>
            <a:ext cx="800100" cy="76517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kern="200" spc="-200" baseline="0">
                <a:solidFill>
                  <a:schemeClr val="accent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78" name="Текст 2">
            <a:extLst>
              <a:ext uri="{FF2B5EF4-FFF2-40B4-BE49-F238E27FC236}">
                <a16:creationId xmlns:a16="http://schemas.microsoft.com/office/drawing/2014/main" id="{552DD092-6782-4BDF-8F89-D748FE53F22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320767" y="4087385"/>
            <a:ext cx="922023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79" name="Текст 5">
            <a:extLst>
              <a:ext uri="{FF2B5EF4-FFF2-40B4-BE49-F238E27FC236}">
                <a16:creationId xmlns:a16="http://schemas.microsoft.com/office/drawing/2014/main" id="{216DB16B-9693-4283-A2B2-4EDC02F2AC3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0667" y="4087385"/>
            <a:ext cx="800100" cy="76517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kern="200" spc="-200" baseline="0">
                <a:solidFill>
                  <a:schemeClr val="accent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82" name="Текст 2">
            <a:extLst>
              <a:ext uri="{FF2B5EF4-FFF2-40B4-BE49-F238E27FC236}">
                <a16:creationId xmlns:a16="http://schemas.microsoft.com/office/drawing/2014/main" id="{AF352D55-F57E-4F38-AF4B-A4D559FD56A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320767" y="5382785"/>
            <a:ext cx="922023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83" name="Текст 5">
            <a:extLst>
              <a:ext uri="{FF2B5EF4-FFF2-40B4-BE49-F238E27FC236}">
                <a16:creationId xmlns:a16="http://schemas.microsoft.com/office/drawing/2014/main" id="{F2C85A90-B8A1-4749-BAE5-2205C6E0E07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0667" y="5382785"/>
            <a:ext cx="800100" cy="76517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kern="200" spc="-200" baseline="0">
                <a:solidFill>
                  <a:schemeClr val="accent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110949616"/>
      </p:ext>
    </p:extLst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уллиты с ико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Буллиты с иконками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4" name="Рисунок 173">
            <a:extLst>
              <a:ext uri="{FF2B5EF4-FFF2-40B4-BE49-F238E27FC236}">
                <a16:creationId xmlns:a16="http://schemas.microsoft.com/office/drawing/2014/main" id="{B006C905-A940-44A0-B9A7-78DA4F62DF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E37772B0-CB9E-497D-AFF0-3DEE16D0138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517807" y="1584325"/>
            <a:ext cx="902319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76" name="Текст 2">
            <a:extLst>
              <a:ext uri="{FF2B5EF4-FFF2-40B4-BE49-F238E27FC236}">
                <a16:creationId xmlns:a16="http://schemas.microsoft.com/office/drawing/2014/main" id="{761ACA31-4C74-48A5-92D9-AAA100218A7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517807" y="2830085"/>
            <a:ext cx="902319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78" name="Текст 2">
            <a:extLst>
              <a:ext uri="{FF2B5EF4-FFF2-40B4-BE49-F238E27FC236}">
                <a16:creationId xmlns:a16="http://schemas.microsoft.com/office/drawing/2014/main" id="{552DD092-6782-4BDF-8F89-D748FE53F22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7807" y="4087385"/>
            <a:ext cx="902319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82" name="Текст 2">
            <a:extLst>
              <a:ext uri="{FF2B5EF4-FFF2-40B4-BE49-F238E27FC236}">
                <a16:creationId xmlns:a16="http://schemas.microsoft.com/office/drawing/2014/main" id="{AF352D55-F57E-4F38-AF4B-A4D559FD56A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517807" y="5382785"/>
            <a:ext cx="902319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92649133"/>
      </p:ext>
    </p:extLst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уллиты с вывод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Буллиты с выводом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4" name="Рисунок 173">
            <a:extLst>
              <a:ext uri="{FF2B5EF4-FFF2-40B4-BE49-F238E27FC236}">
                <a16:creationId xmlns:a16="http://schemas.microsoft.com/office/drawing/2014/main" id="{B006C905-A940-44A0-B9A7-78DA4F62DF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E37772B0-CB9E-497D-AFF0-3DEE16D0138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517807" y="1584325"/>
            <a:ext cx="902319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76" name="Текст 2">
            <a:extLst>
              <a:ext uri="{FF2B5EF4-FFF2-40B4-BE49-F238E27FC236}">
                <a16:creationId xmlns:a16="http://schemas.microsoft.com/office/drawing/2014/main" id="{761ACA31-4C74-48A5-92D9-AAA100218A7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517807" y="2830085"/>
            <a:ext cx="902319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78" name="Текст 2">
            <a:extLst>
              <a:ext uri="{FF2B5EF4-FFF2-40B4-BE49-F238E27FC236}">
                <a16:creationId xmlns:a16="http://schemas.microsoft.com/office/drawing/2014/main" id="{552DD092-6782-4BDF-8F89-D748FE53F22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7807" y="4087385"/>
            <a:ext cx="902319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82" name="Текст 2">
            <a:extLst>
              <a:ext uri="{FF2B5EF4-FFF2-40B4-BE49-F238E27FC236}">
                <a16:creationId xmlns:a16="http://schemas.microsoft.com/office/drawing/2014/main" id="{AF352D55-F57E-4F38-AF4B-A4D559FD56A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47701" y="5382785"/>
            <a:ext cx="9893300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08798162"/>
      </p:ext>
    </p:extLst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ертикальные карточ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kern="200" cap="all" spc="-100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Вертикальные карточки</a:t>
            </a:r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26"/>
          </p:nvPr>
        </p:nvSpPr>
        <p:spPr>
          <a:xfrm>
            <a:off x="587375" y="2365946"/>
            <a:ext cx="5168771" cy="293613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lang="ru-RU" sz="1400" kern="0" spc="-10" dirty="0">
                <a:solidFill>
                  <a:srgbClr val="6B7683"/>
                </a:solidFill>
                <a:latin typeface="VTB Group Light" pitchFamily="34" charset="0"/>
                <a:ea typeface="VTB Group Light" pitchFamily="34" charset="-122"/>
                <a:cs typeface="VTB Group Light" pitchFamily="34" charset="-120"/>
              </a:rPr>
              <a:t>Образец текста</a:t>
            </a:r>
            <a:endParaRPr lang="en-US" sz="1400" dirty="0"/>
          </a:p>
        </p:txBody>
      </p:sp>
      <p:sp>
        <p:nvSpPr>
          <p:cNvPr id="28" name="Номер слайда 61">
            <a:extLst>
              <a:ext uri="{FF2B5EF4-FFF2-40B4-BE49-F238E27FC236}">
                <a16:creationId xmlns:a16="http://schemas.microsoft.com/office/drawing/2014/main" id="{4B3CCE28-E7E0-403A-B034-114643900A0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F891E-63B0-45CA-9A92-96A490F157E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E25524F-03A3-4C05-8759-4E2C8A2DD4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07D207F9-024E-43D3-88C4-A978615F851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913296" y="1535874"/>
            <a:ext cx="4707003" cy="50985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раздела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5B28C48-F733-4EE0-9BF2-6F141D80FFB1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407149" y="2365375"/>
            <a:ext cx="5213150" cy="2936703"/>
          </a:xfrm>
          <a:prstGeom prst="rect">
            <a:avLst/>
          </a:prstGeom>
        </p:spPr>
        <p:txBody>
          <a:bodyPr lIns="0" tIns="0" rIns="0" bIns="0"/>
          <a:lstStyle>
            <a:lvl1pPr marL="180975" indent="-180975">
              <a:buClr>
                <a:schemeClr val="accent1"/>
              </a:buClr>
              <a:buSzPct val="120000"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marL="180975" marR="0" lvl="0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Образец текста</a:t>
            </a:r>
          </a:p>
          <a:p>
            <a:pPr lvl="0"/>
            <a:endParaRPr lang="ru-RU" dirty="0"/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A88CC75A-F951-488C-B4F5-D3561E0A340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131749" y="1514601"/>
            <a:ext cx="4624397" cy="50985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раздела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56256105"/>
      </p:ext>
    </p:extLst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ертикальные карточки с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kern="200" cap="all" spc="-100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Вертикальные карточки с фото</a:t>
            </a:r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26"/>
          </p:nvPr>
        </p:nvSpPr>
        <p:spPr>
          <a:xfrm>
            <a:off x="587375" y="2365946"/>
            <a:ext cx="5168771" cy="17361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lang="ru-RU" sz="1400" kern="0" spc="-10" dirty="0">
                <a:solidFill>
                  <a:srgbClr val="6B7683"/>
                </a:solidFill>
                <a:latin typeface="VTB Group Light" pitchFamily="34" charset="0"/>
                <a:ea typeface="VTB Group Light" pitchFamily="34" charset="-122"/>
                <a:cs typeface="VTB Group Light" pitchFamily="34" charset="-120"/>
              </a:rPr>
              <a:t>Образец текста</a:t>
            </a:r>
            <a:endParaRPr lang="en-US" sz="1400" dirty="0"/>
          </a:p>
        </p:txBody>
      </p:sp>
      <p:sp>
        <p:nvSpPr>
          <p:cNvPr id="28" name="Номер слайда 61">
            <a:extLst>
              <a:ext uri="{FF2B5EF4-FFF2-40B4-BE49-F238E27FC236}">
                <a16:creationId xmlns:a16="http://schemas.microsoft.com/office/drawing/2014/main" id="{4B3CCE28-E7E0-403A-B034-114643900A0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F891E-63B0-45CA-9A92-96A490F157E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E25524F-03A3-4C05-8759-4E2C8A2DD4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07D207F9-024E-43D3-88C4-A978615F851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913296" y="1535874"/>
            <a:ext cx="4707003" cy="50985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раздела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CFD4DAE-EC25-475D-978A-9222B19796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350000" y="2365375"/>
            <a:ext cx="5254625" cy="1736725"/>
          </a:xfrm>
          <a:prstGeom prst="rect">
            <a:avLst/>
          </a:prstGeom>
        </p:spPr>
        <p:txBody>
          <a:bodyPr lIns="0" tIns="0" rIns="0" bIns="0"/>
          <a:lstStyle>
            <a:lvl1pPr marL="177800" indent="-177800">
              <a:buClr>
                <a:schemeClr val="accent1"/>
              </a:buClr>
              <a:buSzPct val="120000"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4C99A5C8-4F60-4412-AA31-B9831CCADDD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130227" y="1514601"/>
            <a:ext cx="4625919" cy="50985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раздела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14250644"/>
      </p:ext>
    </p:extLst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Вертикальные карточ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kern="200" cap="all" spc="-100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3 Вертикальные карточки</a:t>
            </a:r>
          </a:p>
        </p:txBody>
      </p:sp>
      <p:sp>
        <p:nvSpPr>
          <p:cNvPr id="28" name="Номер слайда 61">
            <a:extLst>
              <a:ext uri="{FF2B5EF4-FFF2-40B4-BE49-F238E27FC236}">
                <a16:creationId xmlns:a16="http://schemas.microsoft.com/office/drawing/2014/main" id="{4B3CCE28-E7E0-403A-B034-114643900A0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F891E-63B0-45CA-9A92-96A490F157E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E25524F-03A3-4C05-8759-4E2C8A2DD4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38" name="Текст 7">
            <a:extLst>
              <a:ext uri="{FF2B5EF4-FFF2-40B4-BE49-F238E27FC236}">
                <a16:creationId xmlns:a16="http://schemas.microsoft.com/office/drawing/2014/main" id="{F40AA270-8957-4F14-8503-2A0D8057F2E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87376" y="2365945"/>
            <a:ext cx="3274620" cy="360896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lang="ru-RU" sz="1400" kern="0" spc="-10" dirty="0">
                <a:solidFill>
                  <a:srgbClr val="6B7683"/>
                </a:solidFill>
                <a:latin typeface="VTB Group Light" pitchFamily="34" charset="0"/>
                <a:ea typeface="VTB Group Light" pitchFamily="34" charset="-122"/>
                <a:cs typeface="VTB Group Light" pitchFamily="34" charset="-120"/>
              </a:rPr>
              <a:t>Образец текста</a:t>
            </a:r>
            <a:endParaRPr lang="en-US" sz="14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C6EF8C7-3D96-4813-A2DC-D70244D4252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902559" y="1524185"/>
            <a:ext cx="2721684" cy="48755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раздела</a:t>
            </a:r>
            <a:endParaRPr lang="ru-RU" dirty="0"/>
          </a:p>
        </p:txBody>
      </p:sp>
      <p:sp>
        <p:nvSpPr>
          <p:cNvPr id="54" name="Текст 3">
            <a:extLst>
              <a:ext uri="{FF2B5EF4-FFF2-40B4-BE49-F238E27FC236}">
                <a16:creationId xmlns:a16="http://schemas.microsoft.com/office/drawing/2014/main" id="{CF08A062-F4E6-4849-95CC-ED36DE3BAD2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180191" y="1524185"/>
            <a:ext cx="2721684" cy="48755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раздела</a:t>
            </a:r>
            <a:endParaRPr lang="ru-RU" dirty="0"/>
          </a:p>
        </p:txBody>
      </p:sp>
      <p:sp>
        <p:nvSpPr>
          <p:cNvPr id="74" name="Текст 3">
            <a:extLst>
              <a:ext uri="{FF2B5EF4-FFF2-40B4-BE49-F238E27FC236}">
                <a16:creationId xmlns:a16="http://schemas.microsoft.com/office/drawing/2014/main" id="{B3D4F3EF-1458-437C-BE5F-A141CBE5FDB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051472" y="1525753"/>
            <a:ext cx="2721684" cy="48755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раздела</a:t>
            </a:r>
            <a:endParaRPr lang="ru-RU" dirty="0"/>
          </a:p>
        </p:txBody>
      </p:sp>
      <p:sp>
        <p:nvSpPr>
          <p:cNvPr id="26" name="Текст 4">
            <a:extLst>
              <a:ext uri="{FF2B5EF4-FFF2-40B4-BE49-F238E27FC236}">
                <a16:creationId xmlns:a16="http://schemas.microsoft.com/office/drawing/2014/main" id="{AF0923DF-DC38-4E85-A2A6-EA18DF245BF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293100" y="2365375"/>
            <a:ext cx="3311525" cy="3599880"/>
          </a:xfrm>
          <a:prstGeom prst="rect">
            <a:avLst/>
          </a:prstGeom>
        </p:spPr>
        <p:txBody>
          <a:bodyPr lIns="0" tIns="0" rIns="0" bIns="0"/>
          <a:lstStyle>
            <a:lvl1pPr marL="177800" indent="-177800">
              <a:buClr>
                <a:schemeClr val="accent1"/>
              </a:buClr>
              <a:buSzPct val="120000"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7" name="Текст 4">
            <a:extLst>
              <a:ext uri="{FF2B5EF4-FFF2-40B4-BE49-F238E27FC236}">
                <a16:creationId xmlns:a16="http://schemas.microsoft.com/office/drawing/2014/main" id="{222EDED0-AAF1-43EC-AA3D-AAFF6016A9B9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4445321" y="2375470"/>
            <a:ext cx="3311525" cy="3599880"/>
          </a:xfrm>
          <a:prstGeom prst="rect">
            <a:avLst/>
          </a:prstGeom>
        </p:spPr>
        <p:txBody>
          <a:bodyPr lIns="0" tIns="0" rIns="0" bIns="0"/>
          <a:lstStyle>
            <a:lvl1pPr marL="177800" indent="-177800">
              <a:buClr>
                <a:schemeClr val="accent2"/>
              </a:buClr>
              <a:buSzPct val="120000"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169223436"/>
      </p:ext>
    </p:extLst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Вертикальные карточки с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8300"/>
            <a:ext cx="9155664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kern="200" cap="all" spc="-100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3 вертикальные карточки с фото</a:t>
            </a:r>
          </a:p>
        </p:txBody>
      </p:sp>
      <p:sp>
        <p:nvSpPr>
          <p:cNvPr id="28" name="Номер слайда 61">
            <a:extLst>
              <a:ext uri="{FF2B5EF4-FFF2-40B4-BE49-F238E27FC236}">
                <a16:creationId xmlns:a16="http://schemas.microsoft.com/office/drawing/2014/main" id="{4B3CCE28-E7E0-403A-B034-114643900A0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F891E-63B0-45CA-9A92-96A490F157E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E25524F-03A3-4C05-8759-4E2C8A2DD4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38" name="Текст 7">
            <a:extLst>
              <a:ext uri="{FF2B5EF4-FFF2-40B4-BE49-F238E27FC236}">
                <a16:creationId xmlns:a16="http://schemas.microsoft.com/office/drawing/2014/main" id="{F40AA270-8957-4F14-8503-2A0D8057F2E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87376" y="2365945"/>
            <a:ext cx="3274620" cy="182505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>
                <a:effectLst/>
              </a:rPr>
              <a:t>Образец текста</a:t>
            </a:r>
          </a:p>
          <a:p>
            <a:pPr marL="0" marR="0" lvl="0" indent="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>
                <a:effectLst/>
              </a:rPr>
              <a:t>Образец текста</a:t>
            </a:r>
          </a:p>
          <a:p>
            <a:pPr marL="0" marR="0" lvl="0" indent="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ru-RU" dirty="0">
              <a:effectLst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C6EF8C7-3D96-4813-A2DC-D70244D4252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902559" y="1524185"/>
            <a:ext cx="2721684" cy="48755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54" name="Текст 3">
            <a:extLst>
              <a:ext uri="{FF2B5EF4-FFF2-40B4-BE49-F238E27FC236}">
                <a16:creationId xmlns:a16="http://schemas.microsoft.com/office/drawing/2014/main" id="{CF08A062-F4E6-4849-95CC-ED36DE3BAD2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180191" y="1524185"/>
            <a:ext cx="2721684" cy="48755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74" name="Текст 3">
            <a:extLst>
              <a:ext uri="{FF2B5EF4-FFF2-40B4-BE49-F238E27FC236}">
                <a16:creationId xmlns:a16="http://schemas.microsoft.com/office/drawing/2014/main" id="{B3D4F3EF-1458-437C-BE5F-A141CBE5FDB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051472" y="1525753"/>
            <a:ext cx="2721684" cy="48755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30" name="Текст 4">
            <a:extLst>
              <a:ext uri="{FF2B5EF4-FFF2-40B4-BE49-F238E27FC236}">
                <a16:creationId xmlns:a16="http://schemas.microsoft.com/office/drawing/2014/main" id="{BC770120-677C-4DE8-B92C-D9781776F8D9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293100" y="2365375"/>
            <a:ext cx="3311525" cy="1815530"/>
          </a:xfrm>
          <a:prstGeom prst="rect">
            <a:avLst/>
          </a:prstGeom>
        </p:spPr>
        <p:txBody>
          <a:bodyPr lIns="0" tIns="0" rIns="0" bIns="0"/>
          <a:lstStyle>
            <a:lvl1pPr marL="177800" indent="-177800">
              <a:buClr>
                <a:schemeClr val="accent1"/>
              </a:buClr>
              <a:buSzPct val="120000"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2" name="Текст 4">
            <a:extLst>
              <a:ext uri="{FF2B5EF4-FFF2-40B4-BE49-F238E27FC236}">
                <a16:creationId xmlns:a16="http://schemas.microsoft.com/office/drawing/2014/main" id="{F7C8BF14-11C2-48D9-96D2-BDE05A40C967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4445321" y="2375470"/>
            <a:ext cx="3311525" cy="1815530"/>
          </a:xfrm>
          <a:prstGeom prst="rect">
            <a:avLst/>
          </a:prstGeom>
        </p:spPr>
        <p:txBody>
          <a:bodyPr lIns="0" tIns="0" rIns="0" bIns="0"/>
          <a:lstStyle>
            <a:lvl1pPr marL="177800" indent="-177800">
              <a:buClr>
                <a:schemeClr val="accent2"/>
              </a:buClr>
              <a:buSzPct val="120000"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842023437"/>
      </p:ext>
    </p:extLst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Вертикальные карточ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sult Title [Figma 9043:6384]">
            <a:extLst>
              <a:ext uri="{FF2B5EF4-FFF2-40B4-BE49-F238E27FC236}">
                <a16:creationId xmlns:a16="http://schemas.microsoft.com/office/drawing/2014/main" id="{40C96AB4-6FCA-4126-A57C-E8E73E021FF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239250" y="1485900"/>
            <a:ext cx="1060450" cy="327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VTB Group"/>
              </a:defRPr>
            </a:lvl1pPr>
            <a:lvl2pPr marL="742950" indent="-285750">
              <a:defRPr>
                <a:solidFill>
                  <a:schemeClr val="tx1"/>
                </a:solidFill>
                <a:latin typeface="VTB Group"/>
              </a:defRPr>
            </a:lvl2pPr>
            <a:lvl3pPr marL="1143000" indent="-228600">
              <a:defRPr>
                <a:solidFill>
                  <a:schemeClr val="tx1"/>
                </a:solidFill>
                <a:latin typeface="VTB Group"/>
              </a:defRPr>
            </a:lvl3pPr>
            <a:lvl4pPr marL="1600200" indent="-228600">
              <a:defRPr>
                <a:solidFill>
                  <a:schemeClr val="tx1"/>
                </a:solidFill>
                <a:latin typeface="VTB Group"/>
              </a:defRPr>
            </a:lvl4pPr>
            <a:lvl5pPr marL="2057400" indent="-228600">
              <a:defRPr>
                <a:solidFill>
                  <a:schemeClr val="tx1"/>
                </a:solidFill>
                <a:latin typeface="VTB Group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9pPr>
          </a:lstStyle>
          <a:p>
            <a:pPr eaLnBrk="1" hangingPunct="1">
              <a:defRPr/>
            </a:pPr>
            <a:endParaRPr lang="en-US" altLang="ru-RU" sz="2000" dirty="0">
              <a:latin typeface="VTB Group Book" panose="020B0503040504020204" pitchFamily="34" charset="-52"/>
            </a:endParaRPr>
          </a:p>
        </p:txBody>
      </p:sp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4 вертикальные карточки</a:t>
            </a:r>
          </a:p>
        </p:txBody>
      </p:sp>
      <p:sp>
        <p:nvSpPr>
          <p:cNvPr id="39" name="Текст 2"/>
          <p:cNvSpPr>
            <a:spLocks noGrp="1"/>
          </p:cNvSpPr>
          <p:nvPr>
            <p:ph type="body" sz="quarter" idx="27"/>
          </p:nvPr>
        </p:nvSpPr>
        <p:spPr>
          <a:xfrm>
            <a:off x="571486" y="2322768"/>
            <a:ext cx="2368204" cy="38684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40"/>
              </a:lnSpc>
              <a:buNone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</a:p>
          <a:p>
            <a:pPr marL="0" marR="0" lvl="0" indent="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>
                <a:effectLst/>
              </a:rPr>
              <a:t>Образец текста</a:t>
            </a:r>
          </a:p>
          <a:p>
            <a:pPr lvl="0"/>
            <a:endParaRPr lang="ru-RU" dirty="0">
              <a:effectLst/>
            </a:endParaRPr>
          </a:p>
        </p:txBody>
      </p:sp>
      <p:sp>
        <p:nvSpPr>
          <p:cNvPr id="28" name="Номер слайда 61">
            <a:extLst>
              <a:ext uri="{FF2B5EF4-FFF2-40B4-BE49-F238E27FC236}">
                <a16:creationId xmlns:a16="http://schemas.microsoft.com/office/drawing/2014/main" id="{4B3CCE28-E7E0-403A-B034-114643900A0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F891E-63B0-45CA-9A92-96A490F157E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E25524F-03A3-4C05-8759-4E2C8A2DD4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4F340843-AA78-474D-8F7E-EE14AADD7A6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30273" y="1517115"/>
            <a:ext cx="1822494" cy="504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78" name="Текст 3">
            <a:extLst>
              <a:ext uri="{FF2B5EF4-FFF2-40B4-BE49-F238E27FC236}">
                <a16:creationId xmlns:a16="http://schemas.microsoft.com/office/drawing/2014/main" id="{14B370E1-7C12-492A-BD26-28FAB4C6D12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038217" y="1517116"/>
            <a:ext cx="1822494" cy="504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85" name="Текст 3">
            <a:extLst>
              <a:ext uri="{FF2B5EF4-FFF2-40B4-BE49-F238E27FC236}">
                <a16:creationId xmlns:a16="http://schemas.microsoft.com/office/drawing/2014/main" id="{29F2796F-7C20-46E7-893B-1A52B259BCB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07905" y="1526161"/>
            <a:ext cx="1822494" cy="504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92" name="Текст 3">
            <a:extLst>
              <a:ext uri="{FF2B5EF4-FFF2-40B4-BE49-F238E27FC236}">
                <a16:creationId xmlns:a16="http://schemas.microsoft.com/office/drawing/2014/main" id="{98BAC7AF-B6B5-4C80-9A10-C4C45F5075B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816893" y="1517117"/>
            <a:ext cx="1822494" cy="504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97" name="Текст 2">
            <a:extLst>
              <a:ext uri="{FF2B5EF4-FFF2-40B4-BE49-F238E27FC236}">
                <a16:creationId xmlns:a16="http://schemas.microsoft.com/office/drawing/2014/main" id="{D63239EA-5842-4CE2-A36B-F34246318033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3467415" y="2316467"/>
            <a:ext cx="2368204" cy="3874783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440"/>
              </a:lnSpc>
              <a:buClr>
                <a:schemeClr val="accent2"/>
              </a:buClr>
              <a:buSzPct val="120000"/>
              <a:buFont typeface="VTB Group Light" panose="020B0403040504020204" pitchFamily="34" charset="-52"/>
              <a:buChar char="•"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</a:p>
          <a:p>
            <a:pPr marL="171450" marR="0" lvl="0" indent="-17145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20000"/>
              <a:buFont typeface="VTB Group Light" panose="020B0403040504020204" pitchFamily="34" charset="-52"/>
              <a:buChar char="•"/>
              <a:tabLst/>
              <a:defRPr/>
            </a:pPr>
            <a:r>
              <a:rPr lang="ru-RU" dirty="0">
                <a:effectLst/>
              </a:rPr>
              <a:t>Образец текста</a:t>
            </a:r>
          </a:p>
          <a:p>
            <a:pPr marL="171450" marR="0" lvl="0" indent="-17145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20000"/>
              <a:buFont typeface="VTB Group Light" panose="020B0403040504020204" pitchFamily="34" charset="-52"/>
              <a:buChar char="•"/>
              <a:tabLst/>
              <a:defRPr/>
            </a:pPr>
            <a:endParaRPr lang="ru-RU" dirty="0">
              <a:effectLst/>
            </a:endParaRPr>
          </a:p>
          <a:p>
            <a:pPr lvl="0"/>
            <a:endParaRPr lang="ru-RU" dirty="0">
              <a:effectLst/>
            </a:endParaRPr>
          </a:p>
        </p:txBody>
      </p:sp>
      <p:sp>
        <p:nvSpPr>
          <p:cNvPr id="99" name="Текст 2">
            <a:extLst>
              <a:ext uri="{FF2B5EF4-FFF2-40B4-BE49-F238E27FC236}">
                <a16:creationId xmlns:a16="http://schemas.microsoft.com/office/drawing/2014/main" id="{69C42475-5A44-4C6D-A727-1ECA57C33406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346220" y="2314561"/>
            <a:ext cx="2368204" cy="3874783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440"/>
              </a:lnSpc>
              <a:buClr>
                <a:schemeClr val="accent1"/>
              </a:buClr>
              <a:buSzPct val="120000"/>
              <a:buFont typeface="VTB Group Light" panose="020B0403040504020204" pitchFamily="34" charset="-52"/>
              <a:buChar char="•"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</a:p>
          <a:p>
            <a:pPr marL="171450" marR="0" lvl="0" indent="-17145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20000"/>
              <a:buFont typeface="VTB Group Light" panose="020B0403040504020204" pitchFamily="34" charset="-52"/>
              <a:buChar char="•"/>
              <a:tabLst/>
              <a:defRPr/>
            </a:pPr>
            <a:r>
              <a:rPr lang="ru-RU" dirty="0">
                <a:effectLst/>
              </a:rPr>
              <a:t>Образец текста</a:t>
            </a:r>
          </a:p>
          <a:p>
            <a:pPr marL="171450" marR="0" lvl="0" indent="-17145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20000"/>
              <a:buFont typeface="VTB Group Light" panose="020B0403040504020204" pitchFamily="34" charset="-52"/>
              <a:buChar char="•"/>
              <a:tabLst/>
              <a:defRPr/>
            </a:pPr>
            <a:endParaRPr lang="ru-RU" dirty="0">
              <a:effectLst/>
            </a:endParaRPr>
          </a:p>
          <a:p>
            <a:pPr lvl="0"/>
            <a:endParaRPr lang="ru-RU" dirty="0">
              <a:effectLst/>
            </a:endParaRPr>
          </a:p>
        </p:txBody>
      </p:sp>
      <p:sp>
        <p:nvSpPr>
          <p:cNvPr id="100" name="Текст 2">
            <a:extLst>
              <a:ext uri="{FF2B5EF4-FFF2-40B4-BE49-F238E27FC236}">
                <a16:creationId xmlns:a16="http://schemas.microsoft.com/office/drawing/2014/main" id="{3DF87732-73DF-4509-A166-5CF822C5F476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9236857" y="2332373"/>
            <a:ext cx="2368204" cy="3856971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1440"/>
              </a:lnSpc>
              <a:buClr>
                <a:schemeClr val="accent1"/>
              </a:buClr>
              <a:buFont typeface="+mj-lt"/>
              <a:buAutoNum type="arabicPeriod"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</a:p>
          <a:p>
            <a:pPr lvl="0"/>
            <a:r>
              <a:rPr lang="ru-RU" dirty="0">
                <a:effectLst/>
              </a:rPr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28488902"/>
      </p:ext>
    </p:extLst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Вертикальные карточки с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sult Title [Figma 9043:6384]">
            <a:extLst>
              <a:ext uri="{FF2B5EF4-FFF2-40B4-BE49-F238E27FC236}">
                <a16:creationId xmlns:a16="http://schemas.microsoft.com/office/drawing/2014/main" id="{40C96AB4-6FCA-4126-A57C-E8E73E021FF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239250" y="1485900"/>
            <a:ext cx="1060450" cy="327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VTB Group"/>
              </a:defRPr>
            </a:lvl1pPr>
            <a:lvl2pPr marL="742950" indent="-285750">
              <a:defRPr>
                <a:solidFill>
                  <a:schemeClr val="tx1"/>
                </a:solidFill>
                <a:latin typeface="VTB Group"/>
              </a:defRPr>
            </a:lvl2pPr>
            <a:lvl3pPr marL="1143000" indent="-228600">
              <a:defRPr>
                <a:solidFill>
                  <a:schemeClr val="tx1"/>
                </a:solidFill>
                <a:latin typeface="VTB Group"/>
              </a:defRPr>
            </a:lvl3pPr>
            <a:lvl4pPr marL="1600200" indent="-228600">
              <a:defRPr>
                <a:solidFill>
                  <a:schemeClr val="tx1"/>
                </a:solidFill>
                <a:latin typeface="VTB Group"/>
              </a:defRPr>
            </a:lvl4pPr>
            <a:lvl5pPr marL="2057400" indent="-228600">
              <a:defRPr>
                <a:solidFill>
                  <a:schemeClr val="tx1"/>
                </a:solidFill>
                <a:latin typeface="VTB Group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9pPr>
          </a:lstStyle>
          <a:p>
            <a:pPr eaLnBrk="1" hangingPunct="1">
              <a:defRPr/>
            </a:pPr>
            <a:endParaRPr lang="en-US" altLang="ru-RU" sz="2000" dirty="0">
              <a:latin typeface="VTB Group Book" panose="020B0503040504020204" pitchFamily="34" charset="-52"/>
            </a:endParaRPr>
          </a:p>
        </p:txBody>
      </p:sp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4 вертикальные карточки с фото</a:t>
            </a:r>
          </a:p>
        </p:txBody>
      </p:sp>
      <p:sp>
        <p:nvSpPr>
          <p:cNvPr id="39" name="Текст 2"/>
          <p:cNvSpPr>
            <a:spLocks noGrp="1"/>
          </p:cNvSpPr>
          <p:nvPr>
            <p:ph type="body" sz="quarter" idx="27"/>
          </p:nvPr>
        </p:nvSpPr>
        <p:spPr>
          <a:xfrm>
            <a:off x="571486" y="2322768"/>
            <a:ext cx="2368204" cy="19349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40"/>
              </a:lnSpc>
              <a:buNone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</a:p>
          <a:p>
            <a:pPr marL="0" marR="0" lvl="0" indent="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>
                <a:effectLst/>
              </a:rPr>
              <a:t>Образец текста</a:t>
            </a:r>
          </a:p>
          <a:p>
            <a:pPr lvl="0"/>
            <a:endParaRPr lang="ru-RU" dirty="0">
              <a:effectLst/>
            </a:endParaRPr>
          </a:p>
        </p:txBody>
      </p:sp>
      <p:sp>
        <p:nvSpPr>
          <p:cNvPr id="28" name="Номер слайда 61">
            <a:extLst>
              <a:ext uri="{FF2B5EF4-FFF2-40B4-BE49-F238E27FC236}">
                <a16:creationId xmlns:a16="http://schemas.microsoft.com/office/drawing/2014/main" id="{4B3CCE28-E7E0-403A-B034-114643900A0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F891E-63B0-45CA-9A92-96A490F157E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E25524F-03A3-4C05-8759-4E2C8A2DD4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4F340843-AA78-474D-8F7E-EE14AADD7A6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30273" y="1517115"/>
            <a:ext cx="1822494" cy="504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78" name="Текст 3">
            <a:extLst>
              <a:ext uri="{FF2B5EF4-FFF2-40B4-BE49-F238E27FC236}">
                <a16:creationId xmlns:a16="http://schemas.microsoft.com/office/drawing/2014/main" id="{14B370E1-7C12-492A-BD26-28FAB4C6D12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038217" y="1517116"/>
            <a:ext cx="1822494" cy="504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85" name="Текст 3">
            <a:extLst>
              <a:ext uri="{FF2B5EF4-FFF2-40B4-BE49-F238E27FC236}">
                <a16:creationId xmlns:a16="http://schemas.microsoft.com/office/drawing/2014/main" id="{29F2796F-7C20-46E7-893B-1A52B259BCB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07905" y="1526161"/>
            <a:ext cx="1822494" cy="504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92" name="Текст 3">
            <a:extLst>
              <a:ext uri="{FF2B5EF4-FFF2-40B4-BE49-F238E27FC236}">
                <a16:creationId xmlns:a16="http://schemas.microsoft.com/office/drawing/2014/main" id="{98BAC7AF-B6B5-4C80-9A10-C4C45F5075B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816893" y="1517117"/>
            <a:ext cx="1822494" cy="504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97" name="Текст 2">
            <a:extLst>
              <a:ext uri="{FF2B5EF4-FFF2-40B4-BE49-F238E27FC236}">
                <a16:creationId xmlns:a16="http://schemas.microsoft.com/office/drawing/2014/main" id="{D63239EA-5842-4CE2-A36B-F34246318033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3467415" y="2316468"/>
            <a:ext cx="2368204" cy="19412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440"/>
              </a:lnSpc>
              <a:buClr>
                <a:schemeClr val="accent2"/>
              </a:buClr>
              <a:buSzPct val="120000"/>
              <a:buFont typeface="VTB Group Light" panose="020B0403040504020204" pitchFamily="34" charset="-52"/>
              <a:buChar char="•"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</a:p>
          <a:p>
            <a:pPr marL="171450" marR="0" lvl="0" indent="-17145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20000"/>
              <a:buFont typeface="VTB Group Light" panose="020B0403040504020204" pitchFamily="34" charset="-52"/>
              <a:buChar char="•"/>
              <a:tabLst/>
              <a:defRPr/>
            </a:pPr>
            <a:r>
              <a:rPr lang="ru-RU" dirty="0">
                <a:effectLst/>
              </a:rPr>
              <a:t>Образец текста</a:t>
            </a:r>
          </a:p>
          <a:p>
            <a:pPr marL="171450" marR="0" lvl="0" indent="-17145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20000"/>
              <a:buFont typeface="VTB Group Light" panose="020B0403040504020204" pitchFamily="34" charset="-52"/>
              <a:buChar char="•"/>
              <a:tabLst/>
              <a:defRPr/>
            </a:pPr>
            <a:endParaRPr lang="ru-RU" dirty="0">
              <a:effectLst/>
            </a:endParaRPr>
          </a:p>
          <a:p>
            <a:pPr lvl="0"/>
            <a:endParaRPr lang="ru-RU" dirty="0">
              <a:effectLst/>
            </a:endParaRPr>
          </a:p>
        </p:txBody>
      </p:sp>
      <p:sp>
        <p:nvSpPr>
          <p:cNvPr id="99" name="Текст 2">
            <a:extLst>
              <a:ext uri="{FF2B5EF4-FFF2-40B4-BE49-F238E27FC236}">
                <a16:creationId xmlns:a16="http://schemas.microsoft.com/office/drawing/2014/main" id="{69C42475-5A44-4C6D-A727-1ECA57C33406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346220" y="2314561"/>
            <a:ext cx="2368204" cy="194311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440"/>
              </a:lnSpc>
              <a:buClr>
                <a:schemeClr val="accent1"/>
              </a:buClr>
              <a:buSzPct val="120000"/>
              <a:buFont typeface="VTB Group Light" panose="020B0403040504020204" pitchFamily="34" charset="-52"/>
              <a:buChar char="•"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</a:p>
          <a:p>
            <a:pPr marL="171450" marR="0" lvl="0" indent="-17145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20000"/>
              <a:buFont typeface="VTB Group Light" panose="020B0403040504020204" pitchFamily="34" charset="-52"/>
              <a:buChar char="•"/>
              <a:tabLst/>
              <a:defRPr/>
            </a:pPr>
            <a:r>
              <a:rPr lang="ru-RU" dirty="0">
                <a:effectLst/>
              </a:rPr>
              <a:t>Образец текста</a:t>
            </a:r>
          </a:p>
          <a:p>
            <a:pPr marL="171450" marR="0" lvl="0" indent="-17145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20000"/>
              <a:buFont typeface="VTB Group Light" panose="020B0403040504020204" pitchFamily="34" charset="-52"/>
              <a:buChar char="•"/>
              <a:tabLst/>
              <a:defRPr/>
            </a:pPr>
            <a:endParaRPr lang="ru-RU" dirty="0">
              <a:effectLst/>
            </a:endParaRPr>
          </a:p>
          <a:p>
            <a:pPr lvl="0"/>
            <a:endParaRPr lang="ru-RU" dirty="0">
              <a:effectLst/>
            </a:endParaRPr>
          </a:p>
        </p:txBody>
      </p:sp>
      <p:sp>
        <p:nvSpPr>
          <p:cNvPr id="100" name="Текст 2">
            <a:extLst>
              <a:ext uri="{FF2B5EF4-FFF2-40B4-BE49-F238E27FC236}">
                <a16:creationId xmlns:a16="http://schemas.microsoft.com/office/drawing/2014/main" id="{3DF87732-73DF-4509-A166-5CF822C5F476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9236857" y="2332373"/>
            <a:ext cx="2368204" cy="1925303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1440"/>
              </a:lnSpc>
              <a:buClr>
                <a:schemeClr val="accent1"/>
              </a:buClr>
              <a:buFont typeface="+mj-lt"/>
              <a:buAutoNum type="arabicPeriod"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</a:p>
          <a:p>
            <a:pPr lvl="0"/>
            <a:r>
              <a:rPr lang="ru-RU" dirty="0">
                <a:effectLst/>
              </a:rPr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612313425"/>
      </p:ext>
    </p:extLst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арточки с процес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sult Title [Figma 9043:6384]">
            <a:extLst>
              <a:ext uri="{FF2B5EF4-FFF2-40B4-BE49-F238E27FC236}">
                <a16:creationId xmlns:a16="http://schemas.microsoft.com/office/drawing/2014/main" id="{40C96AB4-6FCA-4126-A57C-E8E73E021FF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239250" y="1485900"/>
            <a:ext cx="1060450" cy="327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VTB Group"/>
              </a:defRPr>
            </a:lvl1pPr>
            <a:lvl2pPr marL="742950" indent="-285750">
              <a:defRPr>
                <a:solidFill>
                  <a:schemeClr val="tx1"/>
                </a:solidFill>
                <a:latin typeface="VTB Group"/>
              </a:defRPr>
            </a:lvl2pPr>
            <a:lvl3pPr marL="1143000" indent="-228600">
              <a:defRPr>
                <a:solidFill>
                  <a:schemeClr val="tx1"/>
                </a:solidFill>
                <a:latin typeface="VTB Group"/>
              </a:defRPr>
            </a:lvl3pPr>
            <a:lvl4pPr marL="1600200" indent="-228600">
              <a:defRPr>
                <a:solidFill>
                  <a:schemeClr val="tx1"/>
                </a:solidFill>
                <a:latin typeface="VTB Group"/>
              </a:defRPr>
            </a:lvl4pPr>
            <a:lvl5pPr marL="2057400" indent="-228600">
              <a:defRPr>
                <a:solidFill>
                  <a:schemeClr val="tx1"/>
                </a:solidFill>
                <a:latin typeface="VTB Group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9pPr>
          </a:lstStyle>
          <a:p>
            <a:pPr eaLnBrk="1" hangingPunct="1">
              <a:defRPr/>
            </a:pPr>
            <a:endParaRPr lang="en-US" altLang="ru-RU" sz="2000" dirty="0">
              <a:latin typeface="VTB Group Book" panose="020B0503040504020204" pitchFamily="34" charset="-52"/>
            </a:endParaRPr>
          </a:p>
        </p:txBody>
      </p:sp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Карточка с процессом</a:t>
            </a:r>
          </a:p>
        </p:txBody>
      </p:sp>
      <p:sp>
        <p:nvSpPr>
          <p:cNvPr id="34" name="Текст 3"/>
          <p:cNvSpPr>
            <a:spLocks noGrp="1"/>
          </p:cNvSpPr>
          <p:nvPr>
            <p:ph type="body" sz="quarter" idx="10" hasCustomPrompt="1"/>
          </p:nvPr>
        </p:nvSpPr>
        <p:spPr>
          <a:xfrm>
            <a:off x="586928" y="1485259"/>
            <a:ext cx="2368222" cy="2444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Шаг 1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25"/>
          </p:nvPr>
        </p:nvSpPr>
        <p:spPr>
          <a:xfrm>
            <a:off x="586928" y="2462557"/>
            <a:ext cx="2368204" cy="30552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40"/>
              </a:lnSpc>
              <a:buNone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26"/>
          </p:nvPr>
        </p:nvSpPr>
        <p:spPr>
          <a:xfrm>
            <a:off x="587375" y="2114173"/>
            <a:ext cx="2367775" cy="2428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2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9" name="Текст 2"/>
          <p:cNvSpPr>
            <a:spLocks noGrp="1"/>
          </p:cNvSpPr>
          <p:nvPr>
            <p:ph type="body" sz="quarter" idx="27"/>
          </p:nvPr>
        </p:nvSpPr>
        <p:spPr>
          <a:xfrm>
            <a:off x="3466653" y="2461228"/>
            <a:ext cx="2368204" cy="30552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40"/>
              </a:lnSpc>
              <a:buNone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4" name="Текст 7"/>
          <p:cNvSpPr>
            <a:spLocks noGrp="1"/>
          </p:cNvSpPr>
          <p:nvPr>
            <p:ph type="body" sz="quarter" idx="28"/>
          </p:nvPr>
        </p:nvSpPr>
        <p:spPr>
          <a:xfrm>
            <a:off x="3467100" y="2112844"/>
            <a:ext cx="2367775" cy="2428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2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3" name="Текст 2"/>
          <p:cNvSpPr>
            <a:spLocks noGrp="1"/>
          </p:cNvSpPr>
          <p:nvPr>
            <p:ph type="body" sz="quarter" idx="29"/>
          </p:nvPr>
        </p:nvSpPr>
        <p:spPr>
          <a:xfrm>
            <a:off x="6347966" y="2462557"/>
            <a:ext cx="2368204" cy="30552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40"/>
              </a:lnSpc>
              <a:buNone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5" name="Текст 7"/>
          <p:cNvSpPr>
            <a:spLocks noGrp="1"/>
          </p:cNvSpPr>
          <p:nvPr>
            <p:ph type="body" sz="quarter" idx="30"/>
          </p:nvPr>
        </p:nvSpPr>
        <p:spPr>
          <a:xfrm>
            <a:off x="6348413" y="2114173"/>
            <a:ext cx="2367775" cy="2428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2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6" name="Текст 2"/>
          <p:cNvSpPr>
            <a:spLocks noGrp="1"/>
          </p:cNvSpPr>
          <p:nvPr>
            <p:ph type="body" sz="quarter" idx="31"/>
          </p:nvPr>
        </p:nvSpPr>
        <p:spPr>
          <a:xfrm>
            <a:off x="9227691" y="2465980"/>
            <a:ext cx="2368204" cy="30552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40"/>
              </a:lnSpc>
              <a:buNone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7" name="Текст 7"/>
          <p:cNvSpPr>
            <a:spLocks noGrp="1"/>
          </p:cNvSpPr>
          <p:nvPr>
            <p:ph type="body" sz="quarter" idx="32"/>
          </p:nvPr>
        </p:nvSpPr>
        <p:spPr>
          <a:xfrm>
            <a:off x="9228138" y="2117596"/>
            <a:ext cx="2367775" cy="2428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2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6" name="Текст 3"/>
          <p:cNvSpPr>
            <a:spLocks noGrp="1"/>
          </p:cNvSpPr>
          <p:nvPr>
            <p:ph type="body" sz="quarter" idx="33" hasCustomPrompt="1"/>
          </p:nvPr>
        </p:nvSpPr>
        <p:spPr>
          <a:xfrm>
            <a:off x="3467100" y="1485259"/>
            <a:ext cx="2368222" cy="2444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Шаг 2</a:t>
            </a:r>
          </a:p>
        </p:txBody>
      </p:sp>
      <p:sp>
        <p:nvSpPr>
          <p:cNvPr id="67" name="Текст 3"/>
          <p:cNvSpPr>
            <a:spLocks noGrp="1"/>
          </p:cNvSpPr>
          <p:nvPr>
            <p:ph type="body" sz="quarter" idx="34" hasCustomPrompt="1"/>
          </p:nvPr>
        </p:nvSpPr>
        <p:spPr>
          <a:xfrm>
            <a:off x="6356325" y="1485259"/>
            <a:ext cx="2368222" cy="2444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Шаг 3</a:t>
            </a:r>
          </a:p>
        </p:txBody>
      </p:sp>
      <p:sp>
        <p:nvSpPr>
          <p:cNvPr id="68" name="Текст 3"/>
          <p:cNvSpPr>
            <a:spLocks noGrp="1"/>
          </p:cNvSpPr>
          <p:nvPr>
            <p:ph type="body" sz="quarter" idx="35" hasCustomPrompt="1"/>
          </p:nvPr>
        </p:nvSpPr>
        <p:spPr>
          <a:xfrm>
            <a:off x="9239019" y="1485259"/>
            <a:ext cx="2368222" cy="2444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Шаг 4</a:t>
            </a:r>
          </a:p>
        </p:txBody>
      </p:sp>
      <p:sp>
        <p:nvSpPr>
          <p:cNvPr id="28" name="Номер слайда 61">
            <a:extLst>
              <a:ext uri="{FF2B5EF4-FFF2-40B4-BE49-F238E27FC236}">
                <a16:creationId xmlns:a16="http://schemas.microsoft.com/office/drawing/2014/main" id="{4B3CCE28-E7E0-403A-B034-114643900A0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F891E-63B0-45CA-9A92-96A490F157E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E25524F-03A3-4C05-8759-4E2C8A2DD4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639330"/>
      </p:ext>
    </p:extLst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арточка + фото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54A704A-F1FF-4B1F-AFA1-DD244AA826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8" name="Номер слайда 61">
            <a:extLst>
              <a:ext uri="{FF2B5EF4-FFF2-40B4-BE49-F238E27FC236}">
                <a16:creationId xmlns:a16="http://schemas.microsoft.com/office/drawing/2014/main" id="{4B3CCE28-E7E0-403A-B034-114643900A0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F891E-63B0-45CA-9A92-96A490F157E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E25524F-03A3-4C05-8759-4E2C8A2DD4B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30" name="Paragraph [Figma 9914:16679]">
            <a:extLst>
              <a:ext uri="{FF2B5EF4-FFF2-40B4-BE49-F238E27FC236}">
                <a16:creationId xmlns:a16="http://schemas.microsoft.com/office/drawing/2014/main" id="{F9885F08-9AB6-4BF4-8F80-48174250E92C}"/>
              </a:ext>
            </a:extLst>
          </p:cNvPr>
          <p:cNvSpPr txBox="1"/>
          <p:nvPr userDrawn="1"/>
        </p:nvSpPr>
        <p:spPr>
          <a:xfrm>
            <a:off x="11759903" y="6440006"/>
            <a:ext cx="114297" cy="140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kern="0" spc="-15" dirty="0">
                <a:solidFill>
                  <a:srgbClr val="A3ABB4"/>
                </a:solidFill>
                <a:latin typeface="VTB Group Book" panose="020B0503040504020204" pitchFamily="34" charset="-52"/>
                <a:ea typeface="VTB Group" pitchFamily="34" charset="-122"/>
                <a:cs typeface="VTB Group" pitchFamily="34" charset="-120"/>
              </a:rPr>
              <a:t>01</a:t>
            </a:r>
            <a:endParaRPr lang="en-US" sz="800" dirty="0">
              <a:latin typeface="VTB Group Book" panose="020B0503040504020204" pitchFamily="34" charset="-52"/>
            </a:endParaRPr>
          </a:p>
        </p:txBody>
      </p:sp>
      <p:pic>
        <p:nvPicPr>
          <p:cNvPr id="82" name="Line [Figma 9914:16764]" descr="Line. градиент в обводке">
            <a:extLst>
              <a:ext uri="{FF2B5EF4-FFF2-40B4-BE49-F238E27FC236}">
                <a16:creationId xmlns:a16="http://schemas.microsoft.com/office/drawing/2014/main" id="{C4FE02D0-EE44-4F28-B2E7-EBD1042B30D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6865" y="0"/>
            <a:ext cx="6350" cy="6857829"/>
          </a:xfrm>
          <a:prstGeom prst="rect">
            <a:avLst/>
          </a:prstGeom>
        </p:spPr>
      </p:pic>
      <p:pic>
        <p:nvPicPr>
          <p:cNvPr id="83" name="Vector [Figma 9914:16765]" descr="Vector. градиент в обводке">
            <a:extLst>
              <a:ext uri="{FF2B5EF4-FFF2-40B4-BE49-F238E27FC236}">
                <a16:creationId xmlns:a16="http://schemas.microsoft.com/office/drawing/2014/main" id="{0516C773-3744-4EA5-8E96-16FC2FE68CCC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82233" y="1684943"/>
            <a:ext cx="11893246" cy="4432189"/>
          </a:xfrm>
          <a:prstGeom prst="rect">
            <a:avLst/>
          </a:prstGeom>
        </p:spPr>
      </p:pic>
      <p:pic>
        <p:nvPicPr>
          <p:cNvPr id="88" name="Vector 33 [Figma 9914:16773]" descr="Vector 33. градиент в обводке">
            <a:extLst>
              <a:ext uri="{FF2B5EF4-FFF2-40B4-BE49-F238E27FC236}">
                <a16:creationId xmlns:a16="http://schemas.microsoft.com/office/drawing/2014/main" id="{4B23F869-159B-46E1-AA4D-093619C24638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12740" y="3930552"/>
            <a:ext cx="4076598" cy="6350"/>
          </a:xfrm>
          <a:prstGeom prst="rect">
            <a:avLst/>
          </a:prstGeom>
        </p:spPr>
      </p:pic>
      <p:pic>
        <p:nvPicPr>
          <p:cNvPr id="94" name="Vector 34 [Figma 9914:16777]" descr="Vector 34. градиент в обводке">
            <a:extLst>
              <a:ext uri="{FF2B5EF4-FFF2-40B4-BE49-F238E27FC236}">
                <a16:creationId xmlns:a16="http://schemas.microsoft.com/office/drawing/2014/main" id="{B93B64BA-F822-43DD-AEED-5ACCCC039406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12740" y="4660783"/>
            <a:ext cx="4076598" cy="6350"/>
          </a:xfrm>
          <a:prstGeom prst="rect">
            <a:avLst/>
          </a:prstGeom>
        </p:spPr>
      </p:pic>
      <p:pic>
        <p:nvPicPr>
          <p:cNvPr id="98" name="Vector 35 [Figma 9914:16781]" descr="Vector 35. градиент в обводке">
            <a:extLst>
              <a:ext uri="{FF2B5EF4-FFF2-40B4-BE49-F238E27FC236}">
                <a16:creationId xmlns:a16="http://schemas.microsoft.com/office/drawing/2014/main" id="{0CEE9480-05A3-4121-908E-221F44541922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12740" y="5391015"/>
            <a:ext cx="4076598" cy="6350"/>
          </a:xfrm>
          <a:prstGeom prst="rect">
            <a:avLst/>
          </a:prstGeom>
        </p:spPr>
      </p:pic>
      <p:pic>
        <p:nvPicPr>
          <p:cNvPr id="102" name="Vector 183 [Figma 9914:16791]" descr="Vector 183. отражение или наклон">
            <a:extLst>
              <a:ext uri="{FF2B5EF4-FFF2-40B4-BE49-F238E27FC236}">
                <a16:creationId xmlns:a16="http://schemas.microsoft.com/office/drawing/2014/main" id="{B1E52D53-4702-47EC-B7F4-0D8375FDBEE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0987" y="1698583"/>
            <a:ext cx="38099" cy="4429014"/>
          </a:xfrm>
          <a:prstGeom prst="rect">
            <a:avLst/>
          </a:prstGeom>
        </p:spPr>
      </p:pic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8300"/>
            <a:ext cx="7797810" cy="102870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solidFill>
                  <a:schemeClr val="accent1"/>
                </a:solidFill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Карточка + фото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CF15E343-C6BA-4E22-8A61-391DF55096A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060424" y="3330063"/>
            <a:ext cx="4359305" cy="468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accent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3" name="Текст 12">
            <a:extLst>
              <a:ext uri="{FF2B5EF4-FFF2-40B4-BE49-F238E27FC236}">
                <a16:creationId xmlns:a16="http://schemas.microsoft.com/office/drawing/2014/main" id="{AE93EA79-A89E-4703-AF26-01AFA548548E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060424" y="4072923"/>
            <a:ext cx="4359305" cy="468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accent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4" name="Текст 12">
            <a:extLst>
              <a:ext uri="{FF2B5EF4-FFF2-40B4-BE49-F238E27FC236}">
                <a16:creationId xmlns:a16="http://schemas.microsoft.com/office/drawing/2014/main" id="{8FBFF8D3-43B4-4A6B-AE46-37069EAD23B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060424" y="4796804"/>
            <a:ext cx="4359305" cy="468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accent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5" name="Текст 12">
            <a:extLst>
              <a:ext uri="{FF2B5EF4-FFF2-40B4-BE49-F238E27FC236}">
                <a16:creationId xmlns:a16="http://schemas.microsoft.com/office/drawing/2014/main" id="{A6F161CB-7A9F-4972-A85E-CC4405831874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064438" y="5519269"/>
            <a:ext cx="4359305" cy="468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accent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2" name="Текст 21">
            <a:extLst>
              <a:ext uri="{FF2B5EF4-FFF2-40B4-BE49-F238E27FC236}">
                <a16:creationId xmlns:a16="http://schemas.microsoft.com/office/drawing/2014/main" id="{0A348889-2100-4835-88BB-9885FBCC4EEE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523549" y="1815270"/>
            <a:ext cx="4900194" cy="12089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000"/>
              </a:lnSpc>
              <a:buNone/>
              <a:defRPr sz="18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92929339"/>
      </p:ext>
    </p:extLst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арточка + фото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74" y="370687"/>
            <a:ext cx="9154800" cy="49594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Карточка + фото</a:t>
            </a:r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4233B6F-F0ED-4FDE-B00E-BB76299C06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94C1B-C881-42F5-9B4F-0D613082994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F3D2157-8889-45C3-9EEB-E6CE7315C1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10" name="Текст 9">
            <a:extLst>
              <a:ext uri="{FF2B5EF4-FFF2-40B4-BE49-F238E27FC236}">
                <a16:creationId xmlns:a16="http://schemas.microsoft.com/office/drawing/2014/main" id="{E6694DAF-00CB-464F-9EBC-EC1E1AB02AF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1487" y="1520825"/>
            <a:ext cx="4159144" cy="7225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0" name="Текст 9">
            <a:extLst>
              <a:ext uri="{FF2B5EF4-FFF2-40B4-BE49-F238E27FC236}">
                <a16:creationId xmlns:a16="http://schemas.microsoft.com/office/drawing/2014/main" id="{8A1F07A6-16AD-4835-BEB6-BDA0505C89A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35495" y="2677928"/>
            <a:ext cx="3695136" cy="67054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1" name="Текст 9">
            <a:extLst>
              <a:ext uri="{FF2B5EF4-FFF2-40B4-BE49-F238E27FC236}">
                <a16:creationId xmlns:a16="http://schemas.microsoft.com/office/drawing/2014/main" id="{EC3027CD-D9D6-4DA2-B769-B4B3F01E221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35495" y="4621344"/>
            <a:ext cx="3695136" cy="67054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2" name="Текст 9">
            <a:extLst>
              <a:ext uri="{FF2B5EF4-FFF2-40B4-BE49-F238E27FC236}">
                <a16:creationId xmlns:a16="http://schemas.microsoft.com/office/drawing/2014/main" id="{5CD51459-1C3D-4520-AEB4-AEFB3FA003B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035495" y="3637928"/>
            <a:ext cx="3695136" cy="67054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3" name="Текст 9">
            <a:extLst>
              <a:ext uri="{FF2B5EF4-FFF2-40B4-BE49-F238E27FC236}">
                <a16:creationId xmlns:a16="http://schemas.microsoft.com/office/drawing/2014/main" id="{FCD68D12-BEF4-4CCE-8C01-222CCD85A23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034056" y="5553224"/>
            <a:ext cx="3695136" cy="67054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51356616"/>
      </p:ext>
    </p:extLst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Карточки с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74" y="370687"/>
            <a:ext cx="9154800" cy="49594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4 карточки с фотографией</a:t>
            </a:r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4233B6F-F0ED-4FDE-B00E-BB76299C06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94C1B-C881-42F5-9B4F-0D613082994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6"/>
          </p:nvPr>
        </p:nvSpPr>
        <p:spPr>
          <a:xfrm>
            <a:off x="1266539" y="5808840"/>
            <a:ext cx="3294031" cy="28619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80"/>
              </a:lnSpc>
              <a:buNone/>
              <a:defRPr sz="16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CA3DCF73-AF25-41C4-A36C-2F358E67AEC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66539" y="5469095"/>
            <a:ext cx="3294031" cy="33974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600"/>
              </a:lnSpc>
              <a:buNone/>
              <a:defRPr sz="22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9" name="Текст 2">
            <a:extLst>
              <a:ext uri="{FF2B5EF4-FFF2-40B4-BE49-F238E27FC236}">
                <a16:creationId xmlns:a16="http://schemas.microsoft.com/office/drawing/2014/main" id="{6E23A549-E498-499C-8C7F-E5A487D9DAF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02749" y="4566596"/>
            <a:ext cx="3294031" cy="28619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80"/>
              </a:lnSpc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0" name="Текст 9">
            <a:extLst>
              <a:ext uri="{FF2B5EF4-FFF2-40B4-BE49-F238E27FC236}">
                <a16:creationId xmlns:a16="http://schemas.microsoft.com/office/drawing/2014/main" id="{25561C5F-BF2C-4A56-B886-09CC1F7FD93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302749" y="4226851"/>
            <a:ext cx="3294031" cy="33974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600"/>
              </a:lnSpc>
              <a:buNone/>
              <a:defRPr sz="22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1" name="Текст 2">
            <a:extLst>
              <a:ext uri="{FF2B5EF4-FFF2-40B4-BE49-F238E27FC236}">
                <a16:creationId xmlns:a16="http://schemas.microsoft.com/office/drawing/2014/main" id="{19014ABF-9A06-4C13-9D8D-DCD5FD6D680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302749" y="3250665"/>
            <a:ext cx="3294031" cy="28619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80"/>
              </a:lnSpc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2" name="Текст 9">
            <a:extLst>
              <a:ext uri="{FF2B5EF4-FFF2-40B4-BE49-F238E27FC236}">
                <a16:creationId xmlns:a16="http://schemas.microsoft.com/office/drawing/2014/main" id="{9F3084B5-5E9F-48FF-9D39-3D5FA8E4DF3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302749" y="2910920"/>
            <a:ext cx="3294031" cy="33974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600"/>
              </a:lnSpc>
              <a:buNone/>
              <a:defRPr sz="22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3" name="Текст 2">
            <a:extLst>
              <a:ext uri="{FF2B5EF4-FFF2-40B4-BE49-F238E27FC236}">
                <a16:creationId xmlns:a16="http://schemas.microsoft.com/office/drawing/2014/main" id="{590EECC2-0E1E-43F6-9AA0-652156753E9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302749" y="2000830"/>
            <a:ext cx="3294031" cy="28619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80"/>
              </a:lnSpc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4" name="Текст 9">
            <a:extLst>
              <a:ext uri="{FF2B5EF4-FFF2-40B4-BE49-F238E27FC236}">
                <a16:creationId xmlns:a16="http://schemas.microsoft.com/office/drawing/2014/main" id="{1BAEB2DD-C1D4-4FDA-BA92-10B8FEAC9DD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302749" y="1661085"/>
            <a:ext cx="3294031" cy="33974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600"/>
              </a:lnSpc>
              <a:buNone/>
              <a:defRPr sz="22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95" name="Рисунок 94">
            <a:extLst>
              <a:ext uri="{FF2B5EF4-FFF2-40B4-BE49-F238E27FC236}">
                <a16:creationId xmlns:a16="http://schemas.microsoft.com/office/drawing/2014/main" id="{A9656323-3AFF-4509-9FDF-EBCB968AF1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662378"/>
      </p:ext>
    </p:extLst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Хайлайто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74" y="370687"/>
            <a:ext cx="9154800" cy="49594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6 </a:t>
            </a:r>
            <a:r>
              <a:rPr lang="ru-RU" dirty="0" err="1"/>
              <a:t>хайлайтов</a:t>
            </a:r>
            <a:endParaRPr lang="ru-RU" dirty="0"/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4233B6F-F0ED-4FDE-B00E-BB76299C06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94C1B-C881-42F5-9B4F-0D613082994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95" name="Рисунок 94">
            <a:extLst>
              <a:ext uri="{FF2B5EF4-FFF2-40B4-BE49-F238E27FC236}">
                <a16:creationId xmlns:a16="http://schemas.microsoft.com/office/drawing/2014/main" id="{A9656323-3AFF-4509-9FDF-EBCB968AF1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CD807739-A64F-4424-AD49-FD1013C8B51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4984" y="2852738"/>
            <a:ext cx="3217253" cy="75460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B7A6274A-585B-4415-AE09-65E0A87E658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4984" y="1594431"/>
            <a:ext cx="3217253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2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9" name="Текст 7">
            <a:extLst>
              <a:ext uri="{FF2B5EF4-FFF2-40B4-BE49-F238E27FC236}">
                <a16:creationId xmlns:a16="http://schemas.microsoft.com/office/drawing/2014/main" id="{4EB7F2D8-4C7D-4BD0-B78F-58D33746B7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339456" y="2870923"/>
            <a:ext cx="3217253" cy="75460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0" name="Текст 10">
            <a:extLst>
              <a:ext uri="{FF2B5EF4-FFF2-40B4-BE49-F238E27FC236}">
                <a16:creationId xmlns:a16="http://schemas.microsoft.com/office/drawing/2014/main" id="{A82AD2AC-6E49-4A16-B707-9459544DFCA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39456" y="1612616"/>
            <a:ext cx="3217253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2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31" name="Текст 7">
            <a:extLst>
              <a:ext uri="{FF2B5EF4-FFF2-40B4-BE49-F238E27FC236}">
                <a16:creationId xmlns:a16="http://schemas.microsoft.com/office/drawing/2014/main" id="{8FC0E4F3-942C-4FAD-BC61-021FE6A89E9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487219" y="2878017"/>
            <a:ext cx="3217253" cy="75460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5" name="Текст 7">
            <a:extLst>
              <a:ext uri="{FF2B5EF4-FFF2-40B4-BE49-F238E27FC236}">
                <a16:creationId xmlns:a16="http://schemas.microsoft.com/office/drawing/2014/main" id="{EA92D4CF-D500-4DA3-AD3E-3E9F123B093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34984" y="5389021"/>
            <a:ext cx="3217253" cy="75460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6" name="Текст 10">
            <a:extLst>
              <a:ext uri="{FF2B5EF4-FFF2-40B4-BE49-F238E27FC236}">
                <a16:creationId xmlns:a16="http://schemas.microsoft.com/office/drawing/2014/main" id="{550C9514-4E99-4CB3-A382-8A370A3A54F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4984" y="4168818"/>
            <a:ext cx="3217253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2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7" name="Текст 7">
            <a:extLst>
              <a:ext uri="{FF2B5EF4-FFF2-40B4-BE49-F238E27FC236}">
                <a16:creationId xmlns:a16="http://schemas.microsoft.com/office/drawing/2014/main" id="{E8198F06-D331-426C-9AB4-3D10685682F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487219" y="5414300"/>
            <a:ext cx="3217253" cy="75460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3" name="Текст 10">
            <a:extLst>
              <a:ext uri="{FF2B5EF4-FFF2-40B4-BE49-F238E27FC236}">
                <a16:creationId xmlns:a16="http://schemas.microsoft.com/office/drawing/2014/main" id="{71AA2D4D-11C8-4161-B64E-CC53FF921FF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39455" y="4166944"/>
            <a:ext cx="3217253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2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34" name="Текст 7">
            <a:extLst>
              <a:ext uri="{FF2B5EF4-FFF2-40B4-BE49-F238E27FC236}">
                <a16:creationId xmlns:a16="http://schemas.microsoft.com/office/drawing/2014/main" id="{49F209A8-C1B9-4E9D-9CB8-174DD984FAE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339454" y="5414300"/>
            <a:ext cx="3217253" cy="75460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812469984"/>
      </p:ext>
    </p:extLst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Хайлайто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74" y="370687"/>
            <a:ext cx="9154800" cy="49594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8 </a:t>
            </a:r>
            <a:r>
              <a:rPr lang="ru-RU" dirty="0" err="1"/>
              <a:t>хайлайтов</a:t>
            </a:r>
            <a:endParaRPr lang="ru-RU" dirty="0"/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4233B6F-F0ED-4FDE-B00E-BB76299C06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94C1B-C881-42F5-9B4F-0D613082994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95" name="Рисунок 94">
            <a:extLst>
              <a:ext uri="{FF2B5EF4-FFF2-40B4-BE49-F238E27FC236}">
                <a16:creationId xmlns:a16="http://schemas.microsoft.com/office/drawing/2014/main" id="{A9656323-3AFF-4509-9FDF-EBCB968AF1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CD807739-A64F-4424-AD49-FD1013C8B51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0913" y="2883694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B7A6274A-585B-4415-AE09-65E0A87E658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0914" y="1594431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2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0" name="Текст 7">
            <a:extLst>
              <a:ext uri="{FF2B5EF4-FFF2-40B4-BE49-F238E27FC236}">
                <a16:creationId xmlns:a16="http://schemas.microsoft.com/office/drawing/2014/main" id="{F0DC95EC-5517-467C-AE67-7E83BE90717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70321" y="2876894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1" name="Текст 10">
            <a:extLst>
              <a:ext uri="{FF2B5EF4-FFF2-40B4-BE49-F238E27FC236}">
                <a16:creationId xmlns:a16="http://schemas.microsoft.com/office/drawing/2014/main" id="{37A466F8-71C9-4A91-BA3D-B9E3BD286B9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70322" y="1587631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2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4" name="Текст 7">
            <a:extLst>
              <a:ext uri="{FF2B5EF4-FFF2-40B4-BE49-F238E27FC236}">
                <a16:creationId xmlns:a16="http://schemas.microsoft.com/office/drawing/2014/main" id="{A2DA16A6-FDEA-4429-ACAF-53E78C18C19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253537" y="2879332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5" name="Текст 10">
            <a:extLst>
              <a:ext uri="{FF2B5EF4-FFF2-40B4-BE49-F238E27FC236}">
                <a16:creationId xmlns:a16="http://schemas.microsoft.com/office/drawing/2014/main" id="{D327448E-F295-4028-8E1F-2C44634BA90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53538" y="1590069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2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6" name="Текст 7">
            <a:extLst>
              <a:ext uri="{FF2B5EF4-FFF2-40B4-BE49-F238E27FC236}">
                <a16:creationId xmlns:a16="http://schemas.microsoft.com/office/drawing/2014/main" id="{423885F1-3974-46C9-A2CA-FCD1C92FCAB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72483" y="2890089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8" name="Текст 7">
            <a:extLst>
              <a:ext uri="{FF2B5EF4-FFF2-40B4-BE49-F238E27FC236}">
                <a16:creationId xmlns:a16="http://schemas.microsoft.com/office/drawing/2014/main" id="{47EBB76D-A6DF-47A2-8DCA-E6098A1A170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80912" y="5448259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9" name="Текст 10">
            <a:extLst>
              <a:ext uri="{FF2B5EF4-FFF2-40B4-BE49-F238E27FC236}">
                <a16:creationId xmlns:a16="http://schemas.microsoft.com/office/drawing/2014/main" id="{A44B0261-AE2F-4624-AC82-A11684FA57F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80913" y="4158996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2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70" name="Текст 7">
            <a:extLst>
              <a:ext uri="{FF2B5EF4-FFF2-40B4-BE49-F238E27FC236}">
                <a16:creationId xmlns:a16="http://schemas.microsoft.com/office/drawing/2014/main" id="{2ABAC517-C841-4A72-B9AA-3842E5B01E2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370320" y="5441459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1" name="Текст 10">
            <a:extLst>
              <a:ext uri="{FF2B5EF4-FFF2-40B4-BE49-F238E27FC236}">
                <a16:creationId xmlns:a16="http://schemas.microsoft.com/office/drawing/2014/main" id="{7415B901-7FE0-4392-905F-6B54291427C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370321" y="4152196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2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73" name="Текст 7">
            <a:extLst>
              <a:ext uri="{FF2B5EF4-FFF2-40B4-BE49-F238E27FC236}">
                <a16:creationId xmlns:a16="http://schemas.microsoft.com/office/drawing/2014/main" id="{3F636F65-6BF2-4C06-8E5F-CF38242B3E5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253536" y="5443897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10">
            <a:extLst>
              <a:ext uri="{FF2B5EF4-FFF2-40B4-BE49-F238E27FC236}">
                <a16:creationId xmlns:a16="http://schemas.microsoft.com/office/drawing/2014/main" id="{CF1D5F14-A3C2-4697-8551-E571D4B0944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253537" y="4154634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2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76" name="Текст 7">
            <a:extLst>
              <a:ext uri="{FF2B5EF4-FFF2-40B4-BE49-F238E27FC236}">
                <a16:creationId xmlns:a16="http://schemas.microsoft.com/office/drawing/2014/main" id="{A70DF76E-5D5B-4ADF-8B4E-1B1C51D92B4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472482" y="5454654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071443720"/>
      </p:ext>
    </p:extLst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арточка и 6 Хайлайто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74" y="370687"/>
            <a:ext cx="9154800" cy="49594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Карточка и 6 </a:t>
            </a:r>
            <a:r>
              <a:rPr lang="ru-RU" dirty="0" err="1"/>
              <a:t>хайлайтов</a:t>
            </a:r>
            <a:endParaRPr lang="ru-RU" dirty="0"/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4233B6F-F0ED-4FDE-B00E-BB76299C06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94C1B-C881-42F5-9B4F-0D613082994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95" name="Рисунок 94">
            <a:extLst>
              <a:ext uri="{FF2B5EF4-FFF2-40B4-BE49-F238E27FC236}">
                <a16:creationId xmlns:a16="http://schemas.microsoft.com/office/drawing/2014/main" id="{A9656323-3AFF-4509-9FDF-EBCB968AF1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CD807739-A64F-4424-AD49-FD1013C8B51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0913" y="2384072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accent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B7A6274A-585B-4415-AE09-65E0A87E658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0914" y="1594431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2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0" name="Текст 7">
            <a:extLst>
              <a:ext uri="{FF2B5EF4-FFF2-40B4-BE49-F238E27FC236}">
                <a16:creationId xmlns:a16="http://schemas.microsoft.com/office/drawing/2014/main" id="{F0DC95EC-5517-467C-AE67-7E83BE90717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70321" y="2876894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1" name="Текст 10">
            <a:extLst>
              <a:ext uri="{FF2B5EF4-FFF2-40B4-BE49-F238E27FC236}">
                <a16:creationId xmlns:a16="http://schemas.microsoft.com/office/drawing/2014/main" id="{37A466F8-71C9-4A91-BA3D-B9E3BD286B9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70322" y="1587631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2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4" name="Текст 7">
            <a:extLst>
              <a:ext uri="{FF2B5EF4-FFF2-40B4-BE49-F238E27FC236}">
                <a16:creationId xmlns:a16="http://schemas.microsoft.com/office/drawing/2014/main" id="{A2DA16A6-FDEA-4429-ACAF-53E78C18C19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253537" y="2879332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5" name="Текст 10">
            <a:extLst>
              <a:ext uri="{FF2B5EF4-FFF2-40B4-BE49-F238E27FC236}">
                <a16:creationId xmlns:a16="http://schemas.microsoft.com/office/drawing/2014/main" id="{D327448E-F295-4028-8E1F-2C44634BA90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53538" y="1590069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2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6" name="Текст 7">
            <a:extLst>
              <a:ext uri="{FF2B5EF4-FFF2-40B4-BE49-F238E27FC236}">
                <a16:creationId xmlns:a16="http://schemas.microsoft.com/office/drawing/2014/main" id="{423885F1-3974-46C9-A2CA-FCD1C92FCAB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72483" y="2890089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0" name="Текст 7">
            <a:extLst>
              <a:ext uri="{FF2B5EF4-FFF2-40B4-BE49-F238E27FC236}">
                <a16:creationId xmlns:a16="http://schemas.microsoft.com/office/drawing/2014/main" id="{2ABAC517-C841-4A72-B9AA-3842E5B01E2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370320" y="5441459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1" name="Текст 10">
            <a:extLst>
              <a:ext uri="{FF2B5EF4-FFF2-40B4-BE49-F238E27FC236}">
                <a16:creationId xmlns:a16="http://schemas.microsoft.com/office/drawing/2014/main" id="{7415B901-7FE0-4392-905F-6B54291427C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370321" y="4152196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2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73" name="Текст 7">
            <a:extLst>
              <a:ext uri="{FF2B5EF4-FFF2-40B4-BE49-F238E27FC236}">
                <a16:creationId xmlns:a16="http://schemas.microsoft.com/office/drawing/2014/main" id="{3F636F65-6BF2-4C06-8E5F-CF38242B3E5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253536" y="5443897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10">
            <a:extLst>
              <a:ext uri="{FF2B5EF4-FFF2-40B4-BE49-F238E27FC236}">
                <a16:creationId xmlns:a16="http://schemas.microsoft.com/office/drawing/2014/main" id="{CF1D5F14-A3C2-4697-8551-E571D4B0944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253537" y="4154634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accent2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76" name="Текст 7">
            <a:extLst>
              <a:ext uri="{FF2B5EF4-FFF2-40B4-BE49-F238E27FC236}">
                <a16:creationId xmlns:a16="http://schemas.microsoft.com/office/drawing/2014/main" id="{A70DF76E-5D5B-4ADF-8B4E-1B1C51D92B4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472482" y="5454654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89618730"/>
      </p:ext>
    </p:extLst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Мокап ноутбу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3">
            <a:extLst>
              <a:ext uri="{FF2B5EF4-FFF2-40B4-BE49-F238E27FC236}">
                <a16:creationId xmlns:a16="http://schemas.microsoft.com/office/drawing/2014/main" id="{8A045B24-92F6-4E9D-B850-65F1620CB28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77501"/>
            <a:ext cx="9154800" cy="495624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2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 err="1"/>
              <a:t>Мокап</a:t>
            </a:r>
            <a:r>
              <a:rPr lang="ru-RU" dirty="0"/>
              <a:t> ноутбука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6"/>
          </p:nvPr>
        </p:nvSpPr>
        <p:spPr>
          <a:xfrm>
            <a:off x="571485" y="2472606"/>
            <a:ext cx="4076597" cy="53816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440"/>
              </a:lnSpc>
              <a:buClr>
                <a:srgbClr val="1E4BD2"/>
              </a:buClr>
              <a:buSzPct val="120000"/>
              <a:buFont typeface="Arial" panose="020B0604020202020204" pitchFamily="34" charset="0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5" name="Текст 2"/>
          <p:cNvSpPr>
            <a:spLocks noGrp="1"/>
          </p:cNvSpPr>
          <p:nvPr>
            <p:ph type="body" sz="quarter" idx="17"/>
          </p:nvPr>
        </p:nvSpPr>
        <p:spPr>
          <a:xfrm>
            <a:off x="571487" y="3115532"/>
            <a:ext cx="4076598" cy="53816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440"/>
              </a:lnSpc>
              <a:buClr>
                <a:srgbClr val="1E4BD2"/>
              </a:buClr>
              <a:buSzPct val="120000"/>
              <a:buFont typeface="Arial" panose="020B0604020202020204" pitchFamily="34" charset="0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20"/>
          </p:nvPr>
        </p:nvSpPr>
        <p:spPr>
          <a:xfrm>
            <a:off x="1073123" y="1547576"/>
            <a:ext cx="3574959" cy="46791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Номер слайда 4">
            <a:extLst>
              <a:ext uri="{FF2B5EF4-FFF2-40B4-BE49-F238E27FC236}">
                <a16:creationId xmlns:a16="http://schemas.microsoft.com/office/drawing/2014/main" id="{15898042-DD2A-4A1C-8E4F-A38FFDF3D34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4FA5F9-3777-43AA-8E5A-9BAC1BCBECEA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5FB2A88-F839-4508-B107-B1B544FE62C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FFFEFD52-8584-445E-A0FE-19D83C464DF9}"/>
              </a:ext>
            </a:extLst>
          </p:cNvPr>
          <p:cNvGrpSpPr/>
          <p:nvPr userDrawn="1"/>
        </p:nvGrpSpPr>
        <p:grpSpPr>
          <a:xfrm>
            <a:off x="572441" y="1569375"/>
            <a:ext cx="402080" cy="402083"/>
            <a:chOff x="572441" y="1569375"/>
            <a:chExt cx="402080" cy="402083"/>
          </a:xfrm>
          <a:solidFill>
            <a:schemeClr val="bg1"/>
          </a:solidFill>
        </p:grpSpPr>
        <p:pic>
          <p:nvPicPr>
            <p:cNvPr id="15" name="Star 3 (Stroke) [Figma I9043:6482;7965:11807]" descr="Star 3 (Stroke). векторный контур">
              <a:extLst>
                <a:ext uri="{FF2B5EF4-FFF2-40B4-BE49-F238E27FC236}">
                  <a16:creationId xmlns:a16="http://schemas.microsoft.com/office/drawing/2014/main" id="{44964070-59F1-4A77-A25E-0A5B18AAEF8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2441" y="1569375"/>
              <a:ext cx="402080" cy="402083"/>
            </a:xfrm>
            <a:prstGeom prst="rect">
              <a:avLst/>
            </a:prstGeom>
          </p:spPr>
        </p:pic>
        <p:pic>
          <p:nvPicPr>
            <p:cNvPr id="18" name="Vector 32 (Stroke) [Figma I9043:6482;7965:11808]" descr="Vector 32 (Stroke). векторный контур">
              <a:extLst>
                <a:ext uri="{FF2B5EF4-FFF2-40B4-BE49-F238E27FC236}">
                  <a16:creationId xmlns:a16="http://schemas.microsoft.com/office/drawing/2014/main" id="{DEB95949-E452-43BE-82EC-A71AF497B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96027" y="1714389"/>
              <a:ext cx="153252" cy="1128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32585095"/>
      </p:ext>
    </p:extLst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телефон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77501"/>
            <a:ext cx="9154800" cy="495624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 err="1"/>
              <a:t>Мокап</a:t>
            </a:r>
            <a:r>
              <a:rPr lang="ru-RU" dirty="0"/>
              <a:t> телефона</a:t>
            </a:r>
          </a:p>
        </p:txBody>
      </p:sp>
      <p:sp>
        <p:nvSpPr>
          <p:cNvPr id="16" name="Номер слайда 4">
            <a:extLst>
              <a:ext uri="{FF2B5EF4-FFF2-40B4-BE49-F238E27FC236}">
                <a16:creationId xmlns:a16="http://schemas.microsoft.com/office/drawing/2014/main" id="{15898042-DD2A-4A1C-8E4F-A38FFDF3D34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4FA5F9-3777-43AA-8E5A-9BAC1BCBECEA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5FB2A88-F839-4508-B107-B1B544FE62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pic>
        <p:nvPicPr>
          <p:cNvPr id="25" name="Image [Figma 9931:17643]" descr="Image. картинка в заливке">
            <a:extLst>
              <a:ext uri="{FF2B5EF4-FFF2-40B4-BE49-F238E27FC236}">
                <a16:creationId xmlns:a16="http://schemas.microsoft.com/office/drawing/2014/main" id="{93629BEF-A849-4854-9633-9ECC0798B3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911902" y="1060423"/>
            <a:ext cx="3743554" cy="5797405"/>
          </a:xfrm>
          <a:prstGeom prst="rect">
            <a:avLst/>
          </a:prstGeom>
        </p:spPr>
      </p:pic>
      <p:pic>
        <p:nvPicPr>
          <p:cNvPr id="27" name="Vector [Figma I9887:52703;7965:11868]" descr="Vector. векторный контур">
            <a:extLst>
              <a:ext uri="{FF2B5EF4-FFF2-40B4-BE49-F238E27FC236}">
                <a16:creationId xmlns:a16="http://schemas.microsoft.com/office/drawing/2014/main" id="{2CD2F846-2E3E-4392-8528-F0AA49F1A76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2641" y="1569378"/>
            <a:ext cx="281787" cy="402074"/>
          </a:xfrm>
          <a:prstGeom prst="rect">
            <a:avLst/>
          </a:prstGeom>
        </p:spPr>
      </p:pic>
      <p:pic>
        <p:nvPicPr>
          <p:cNvPr id="28" name="Vector [Figma I9887:52703;7965:11869]" descr="Vector. векторный контур">
            <a:extLst>
              <a:ext uri="{FF2B5EF4-FFF2-40B4-BE49-F238E27FC236}">
                <a16:creationId xmlns:a16="http://schemas.microsoft.com/office/drawing/2014/main" id="{AE304174-9AD5-42E9-8644-B14BCE74A99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3500" y="1640219"/>
            <a:ext cx="140069" cy="141706"/>
          </a:xfrm>
          <a:prstGeom prst="rect">
            <a:avLst/>
          </a:prstGeom>
        </p:spPr>
      </p:pic>
      <p:sp>
        <p:nvSpPr>
          <p:cNvPr id="3" name="Текст 2"/>
          <p:cNvSpPr>
            <a:spLocks noGrp="1"/>
          </p:cNvSpPr>
          <p:nvPr>
            <p:ph type="body" sz="quarter" idx="16"/>
          </p:nvPr>
        </p:nvSpPr>
        <p:spPr>
          <a:xfrm>
            <a:off x="3354659" y="3362324"/>
            <a:ext cx="3757163" cy="115517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440"/>
              </a:lnSpc>
              <a:buClr>
                <a:srgbClr val="1E4BD2"/>
              </a:buClr>
              <a:buSzPct val="120000"/>
              <a:buFont typeface="Arial" panose="020B0604020202020204" pitchFamily="34" charset="0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6" name="Текст 2">
            <a:extLst>
              <a:ext uri="{FF2B5EF4-FFF2-40B4-BE49-F238E27FC236}">
                <a16:creationId xmlns:a16="http://schemas.microsoft.com/office/drawing/2014/main" id="{6B013C60-93D8-44DC-858E-8387466D836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54659" y="1618313"/>
            <a:ext cx="3757163" cy="115517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440"/>
              </a:lnSpc>
              <a:buClr>
                <a:srgbClr val="1E4BD2"/>
              </a:buClr>
              <a:buSzPct val="120000"/>
              <a:buFont typeface="Arial" panose="020B0604020202020204" pitchFamily="34" charset="0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8" name="Текст 57">
            <a:extLst>
              <a:ext uri="{FF2B5EF4-FFF2-40B4-BE49-F238E27FC236}">
                <a16:creationId xmlns:a16="http://schemas.microsoft.com/office/drawing/2014/main" id="{1F5ED31E-860B-4826-B915-E653D2F138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892453" y="5046827"/>
            <a:ext cx="3219369" cy="3280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1" name="Текст 60">
            <a:extLst>
              <a:ext uri="{FF2B5EF4-FFF2-40B4-BE49-F238E27FC236}">
                <a16:creationId xmlns:a16="http://schemas.microsoft.com/office/drawing/2014/main" id="{422F794A-FCF2-455B-B8FC-530D901EF6F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54659" y="5034894"/>
            <a:ext cx="537794" cy="340024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ts val="3200"/>
              </a:lnSpc>
              <a:buNone/>
              <a:defRPr kern="200" spc="-200" baseline="0">
                <a:solidFill>
                  <a:schemeClr val="accent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3" name="Текст 57">
            <a:extLst>
              <a:ext uri="{FF2B5EF4-FFF2-40B4-BE49-F238E27FC236}">
                <a16:creationId xmlns:a16="http://schemas.microsoft.com/office/drawing/2014/main" id="{7B65048F-4EB2-4548-9A06-112B5DD7A60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892453" y="5511138"/>
            <a:ext cx="3219369" cy="3280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4" name="Текст 60">
            <a:extLst>
              <a:ext uri="{FF2B5EF4-FFF2-40B4-BE49-F238E27FC236}">
                <a16:creationId xmlns:a16="http://schemas.microsoft.com/office/drawing/2014/main" id="{59697712-5A49-4B1A-AAB3-6A9C71C480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354659" y="5499205"/>
            <a:ext cx="537794" cy="340024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ts val="3200"/>
              </a:lnSpc>
              <a:buNone/>
              <a:defRPr kern="200" spc="-200" baseline="0">
                <a:solidFill>
                  <a:schemeClr val="accent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8" name="Текст 57">
            <a:extLst>
              <a:ext uri="{FF2B5EF4-FFF2-40B4-BE49-F238E27FC236}">
                <a16:creationId xmlns:a16="http://schemas.microsoft.com/office/drawing/2014/main" id="{4F3B7DC6-9CBE-45BB-AD41-70260203EC0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64805" y="2518961"/>
            <a:ext cx="2419621" cy="3280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57">
            <a:extLst>
              <a:ext uri="{FF2B5EF4-FFF2-40B4-BE49-F238E27FC236}">
                <a16:creationId xmlns:a16="http://schemas.microsoft.com/office/drawing/2014/main" id="{5EE92B83-90FE-4A4F-9A6F-76DCECCEE4C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110832" y="1704177"/>
            <a:ext cx="1879206" cy="4546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2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57">
            <a:extLst>
              <a:ext uri="{FF2B5EF4-FFF2-40B4-BE49-F238E27FC236}">
                <a16:creationId xmlns:a16="http://schemas.microsoft.com/office/drawing/2014/main" id="{0A2E724E-D062-4523-B125-8C6DFE0027A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64804" y="3273240"/>
            <a:ext cx="2425233" cy="4546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2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57">
            <a:extLst>
              <a:ext uri="{FF2B5EF4-FFF2-40B4-BE49-F238E27FC236}">
                <a16:creationId xmlns:a16="http://schemas.microsoft.com/office/drawing/2014/main" id="{5D7377E8-D22E-433B-82E2-FFE0FF2FBB1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4804" y="4259057"/>
            <a:ext cx="2419621" cy="3280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57">
            <a:extLst>
              <a:ext uri="{FF2B5EF4-FFF2-40B4-BE49-F238E27FC236}">
                <a16:creationId xmlns:a16="http://schemas.microsoft.com/office/drawing/2014/main" id="{7861D39B-BE95-41D3-B447-CAD71A76EB8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64804" y="4975410"/>
            <a:ext cx="2425233" cy="4546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2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57">
            <a:extLst>
              <a:ext uri="{FF2B5EF4-FFF2-40B4-BE49-F238E27FC236}">
                <a16:creationId xmlns:a16="http://schemas.microsoft.com/office/drawing/2014/main" id="{C401CE22-C242-4778-94AF-36C9A7E7EC0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64804" y="5961227"/>
            <a:ext cx="2419621" cy="3280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244513025"/>
      </p:ext>
    </p:extLst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фото и текстом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Текст 3"/>
          <p:cNvSpPr>
            <a:spLocks noGrp="1"/>
          </p:cNvSpPr>
          <p:nvPr>
            <p:ph type="body" sz="quarter" idx="14"/>
          </p:nvPr>
        </p:nvSpPr>
        <p:spPr>
          <a:xfrm>
            <a:off x="545928" y="1537086"/>
            <a:ext cx="5295897" cy="198809"/>
          </a:xfrm>
          <a:prstGeom prst="rect">
            <a:avLst/>
          </a:prstGeom>
        </p:spPr>
        <p:txBody>
          <a:bodyPr lIns="0" tIns="0" rIns="0" bIns="0"/>
          <a:lstStyle>
            <a:lvl1pPr marL="0" indent="0" defTabSz="900000">
              <a:lnSpc>
                <a:spcPts val="1680"/>
              </a:lnSpc>
              <a:buNone/>
              <a:defRPr sz="1400" cap="all" baseline="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74" y="370687"/>
            <a:ext cx="9154800" cy="49594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Слайд с фото и текстом (1)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6"/>
          </p:nvPr>
        </p:nvSpPr>
        <p:spPr>
          <a:xfrm>
            <a:off x="1104900" y="2243341"/>
            <a:ext cx="4736954" cy="604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Текст 2"/>
          <p:cNvSpPr>
            <a:spLocks noGrp="1"/>
          </p:cNvSpPr>
          <p:nvPr>
            <p:ph type="body" sz="quarter" idx="17"/>
          </p:nvPr>
        </p:nvSpPr>
        <p:spPr>
          <a:xfrm>
            <a:off x="1104900" y="3057947"/>
            <a:ext cx="4736954" cy="604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5" name="Текст 2"/>
          <p:cNvSpPr>
            <a:spLocks noGrp="1"/>
          </p:cNvSpPr>
          <p:nvPr>
            <p:ph type="body" sz="quarter" idx="18"/>
          </p:nvPr>
        </p:nvSpPr>
        <p:spPr>
          <a:xfrm>
            <a:off x="1104872" y="3887209"/>
            <a:ext cx="4736954" cy="604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6" name="Текст 2"/>
          <p:cNvSpPr>
            <a:spLocks noGrp="1"/>
          </p:cNvSpPr>
          <p:nvPr>
            <p:ph type="body" sz="quarter" idx="19"/>
          </p:nvPr>
        </p:nvSpPr>
        <p:spPr>
          <a:xfrm>
            <a:off x="1104872" y="4723900"/>
            <a:ext cx="4736954" cy="604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4233B6F-F0ED-4FDE-B00E-BB76299C06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94C1B-C881-42F5-9B4F-0D613082994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F3D2157-8889-45C3-9EEB-E6CE7315C1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078152"/>
      </p:ext>
    </p:extLst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фото и текстом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Текст 3"/>
          <p:cNvSpPr>
            <a:spLocks noGrp="1"/>
          </p:cNvSpPr>
          <p:nvPr>
            <p:ph type="body" sz="quarter" idx="14"/>
          </p:nvPr>
        </p:nvSpPr>
        <p:spPr>
          <a:xfrm>
            <a:off x="6341891" y="1537086"/>
            <a:ext cx="5295897" cy="198809"/>
          </a:xfrm>
          <a:prstGeom prst="rect">
            <a:avLst/>
          </a:prstGeom>
        </p:spPr>
        <p:txBody>
          <a:bodyPr lIns="0" tIns="0" rIns="0" bIns="0"/>
          <a:lstStyle>
            <a:lvl1pPr marL="0" indent="0" defTabSz="900000">
              <a:lnSpc>
                <a:spcPts val="1680"/>
              </a:lnSpc>
              <a:buNone/>
              <a:defRPr sz="1400" cap="all" baseline="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74" y="370687"/>
            <a:ext cx="9154800" cy="49594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Слайд с фото и текстом (2)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6"/>
          </p:nvPr>
        </p:nvSpPr>
        <p:spPr>
          <a:xfrm>
            <a:off x="6900863" y="2243341"/>
            <a:ext cx="4736954" cy="604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Текст 2"/>
          <p:cNvSpPr>
            <a:spLocks noGrp="1"/>
          </p:cNvSpPr>
          <p:nvPr>
            <p:ph type="body" sz="quarter" idx="17"/>
          </p:nvPr>
        </p:nvSpPr>
        <p:spPr>
          <a:xfrm>
            <a:off x="6900863" y="3057947"/>
            <a:ext cx="4736954" cy="604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5" name="Текст 2"/>
          <p:cNvSpPr>
            <a:spLocks noGrp="1"/>
          </p:cNvSpPr>
          <p:nvPr>
            <p:ph type="body" sz="quarter" idx="18"/>
          </p:nvPr>
        </p:nvSpPr>
        <p:spPr>
          <a:xfrm>
            <a:off x="6900835" y="3887209"/>
            <a:ext cx="4736954" cy="604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6" name="Текст 2"/>
          <p:cNvSpPr>
            <a:spLocks noGrp="1"/>
          </p:cNvSpPr>
          <p:nvPr>
            <p:ph type="body" sz="quarter" idx="19"/>
          </p:nvPr>
        </p:nvSpPr>
        <p:spPr>
          <a:xfrm>
            <a:off x="6900835" y="4723900"/>
            <a:ext cx="4736954" cy="604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4233B6F-F0ED-4FDE-B00E-BB76299C06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94C1B-C881-42F5-9B4F-0D613082994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F3D2157-8889-45C3-9EEB-E6CE7315C1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152786"/>
      </p:ext>
    </p:extLst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74" y="370687"/>
            <a:ext cx="9154800" cy="49594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таблица</a:t>
            </a:r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4233B6F-F0ED-4FDE-B00E-BB76299C06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94C1B-C881-42F5-9B4F-0D613082994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F3D2157-8889-45C3-9EEB-E6CE7315C1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264607"/>
      </p:ext>
    </p:extLst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 с текстом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3970"/>
            <a:ext cx="9154800" cy="501974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Таблица с текстом (1)</a:t>
            </a:r>
          </a:p>
        </p:txBody>
      </p:sp>
      <p:sp>
        <p:nvSpPr>
          <p:cNvPr id="78" name="Текст 2"/>
          <p:cNvSpPr>
            <a:spLocks noGrp="1"/>
          </p:cNvSpPr>
          <p:nvPr>
            <p:ph type="body" sz="quarter" idx="11"/>
          </p:nvPr>
        </p:nvSpPr>
        <p:spPr>
          <a:xfrm>
            <a:off x="888978" y="5508219"/>
            <a:ext cx="5902347" cy="2079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5"/>
          <p:cNvSpPr>
            <a:spLocks noGrp="1"/>
          </p:cNvSpPr>
          <p:nvPr>
            <p:ph type="body" sz="quarter" idx="12"/>
          </p:nvPr>
        </p:nvSpPr>
        <p:spPr>
          <a:xfrm>
            <a:off x="574465" y="5824874"/>
            <a:ext cx="6216860" cy="3619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endParaRPr lang="ru-RU" dirty="0"/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0579E37A-7661-4F26-BB2D-B8CBF9E12B0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8BFF49-1386-448F-814C-A895F3F8CA69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9A0124F-DA40-4B94-AAAA-E47280653E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189934"/>
      </p:ext>
    </p:extLst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 с текстом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3970"/>
            <a:ext cx="9154800" cy="501974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Таблица с текстом (2)</a:t>
            </a:r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0579E37A-7661-4F26-BB2D-B8CBF9E12B0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8BFF49-1386-448F-814C-A895F3F8CA69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9A0124F-DA40-4B94-AAAA-E47280653E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09A0BC01-4933-4B1F-9948-F60ED78AF7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271000" y="2449830"/>
            <a:ext cx="2285711" cy="366522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00"/>
              </a:lnSpc>
              <a:buNone/>
              <a:defRPr sz="12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1E07E58-B2CE-44C2-BAE3-E988EDAE1AD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271000" y="1536925"/>
            <a:ext cx="2285711" cy="71325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200" spc="-200" baseline="0">
                <a:solidFill>
                  <a:schemeClr val="accent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12971799"/>
      </p:ext>
    </p:extLst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руктурная схема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Структурная схема (1)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1829FBE-BA79-4C38-8507-4F3D32298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82" name="Текст 2"/>
          <p:cNvSpPr>
            <a:spLocks noGrp="1"/>
          </p:cNvSpPr>
          <p:nvPr>
            <p:ph type="body" sz="quarter" idx="16"/>
          </p:nvPr>
        </p:nvSpPr>
        <p:spPr>
          <a:xfrm>
            <a:off x="933427" y="3783684"/>
            <a:ext cx="1831473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3" name="Текст 5"/>
          <p:cNvSpPr>
            <a:spLocks noGrp="1"/>
          </p:cNvSpPr>
          <p:nvPr>
            <p:ph type="body" sz="quarter" idx="17"/>
          </p:nvPr>
        </p:nvSpPr>
        <p:spPr>
          <a:xfrm>
            <a:off x="560292" y="4174448"/>
            <a:ext cx="2260543" cy="7441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1"/>
          </p:nvPr>
        </p:nvSpPr>
        <p:spPr>
          <a:xfrm>
            <a:off x="571486" y="2392615"/>
            <a:ext cx="5200520" cy="5410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endParaRPr lang="ru-RU" dirty="0"/>
          </a:p>
        </p:txBody>
      </p:sp>
      <p:sp>
        <p:nvSpPr>
          <p:cNvPr id="34" name="Текст 2"/>
          <p:cNvSpPr>
            <a:spLocks noGrp="1"/>
          </p:cNvSpPr>
          <p:nvPr>
            <p:ph type="body" sz="quarter" idx="24"/>
          </p:nvPr>
        </p:nvSpPr>
        <p:spPr>
          <a:xfrm>
            <a:off x="571486" y="2041741"/>
            <a:ext cx="5200520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1" name="Текст 5">
            <a:extLst>
              <a:ext uri="{FF2B5EF4-FFF2-40B4-BE49-F238E27FC236}">
                <a16:creationId xmlns:a16="http://schemas.microsoft.com/office/drawing/2014/main" id="{4DF0A25E-588C-4635-BC04-9183459F797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419994" y="2392615"/>
            <a:ext cx="5200520" cy="5410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tx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endParaRPr lang="ru-RU" dirty="0"/>
          </a:p>
        </p:txBody>
      </p:sp>
      <p:sp>
        <p:nvSpPr>
          <p:cNvPr id="42" name="Текст 2">
            <a:extLst>
              <a:ext uri="{FF2B5EF4-FFF2-40B4-BE49-F238E27FC236}">
                <a16:creationId xmlns:a16="http://schemas.microsoft.com/office/drawing/2014/main" id="{43EEE1BC-4EA4-43F5-BEA9-3F9BE8263A1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19994" y="2041741"/>
            <a:ext cx="5200520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grpSp>
        <p:nvGrpSpPr>
          <p:cNvPr id="43" name="Группа 42">
            <a:extLst>
              <a:ext uri="{FF2B5EF4-FFF2-40B4-BE49-F238E27FC236}">
                <a16:creationId xmlns:a16="http://schemas.microsoft.com/office/drawing/2014/main" id="{A43565A9-9132-4DAC-B0E7-4F2965E3E8AB}"/>
              </a:ext>
            </a:extLst>
          </p:cNvPr>
          <p:cNvGrpSpPr/>
          <p:nvPr userDrawn="1"/>
        </p:nvGrpSpPr>
        <p:grpSpPr>
          <a:xfrm>
            <a:off x="585240" y="3791922"/>
            <a:ext cx="237651" cy="237648"/>
            <a:chOff x="585240" y="3791922"/>
            <a:chExt cx="237651" cy="237648"/>
          </a:xfrm>
        </p:grpSpPr>
        <p:pic>
          <p:nvPicPr>
            <p:cNvPr id="44" name="Star 3 (Stroke) [Figma I9887:64069;7965:11807]" descr="Star 3 (Stroke). векторный контур">
              <a:extLst>
                <a:ext uri="{FF2B5EF4-FFF2-40B4-BE49-F238E27FC236}">
                  <a16:creationId xmlns:a16="http://schemas.microsoft.com/office/drawing/2014/main" id="{21CEF5B3-E283-45A8-9D60-3BD291BD5F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5240" y="3791922"/>
              <a:ext cx="237651" cy="237648"/>
            </a:xfrm>
            <a:prstGeom prst="rect">
              <a:avLst/>
            </a:prstGeom>
          </p:spPr>
        </p:pic>
        <p:pic>
          <p:nvPicPr>
            <p:cNvPr id="45" name="Vector 32 (Stroke) [Figma I9887:64069;7965:11808]" descr="Vector 32 (Stroke). векторный контур">
              <a:extLst>
                <a:ext uri="{FF2B5EF4-FFF2-40B4-BE49-F238E27FC236}">
                  <a16:creationId xmlns:a16="http://schemas.microsoft.com/office/drawing/2014/main" id="{BE655AF3-0A1F-4266-AA5B-E905DBCBDD5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58288" y="3877620"/>
              <a:ext cx="90581" cy="66723"/>
            </a:xfrm>
            <a:prstGeom prst="rect">
              <a:avLst/>
            </a:prstGeom>
          </p:spPr>
        </p:pic>
      </p:grpSp>
      <p:sp>
        <p:nvSpPr>
          <p:cNvPr id="48" name="Текст 2">
            <a:extLst>
              <a:ext uri="{FF2B5EF4-FFF2-40B4-BE49-F238E27FC236}">
                <a16:creationId xmlns:a16="http://schemas.microsoft.com/office/drawing/2014/main" id="{811D7049-6400-48E1-87D8-698C59FB6FD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036219" y="3783684"/>
            <a:ext cx="1679852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9" name="Текст 5">
            <a:extLst>
              <a:ext uri="{FF2B5EF4-FFF2-40B4-BE49-F238E27FC236}">
                <a16:creationId xmlns:a16="http://schemas.microsoft.com/office/drawing/2014/main" id="{C2CBE8E8-07BC-4D3B-9451-3727631EBF5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511463" y="4174448"/>
            <a:ext cx="2260543" cy="7441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0" name="Текст 2">
            <a:extLst>
              <a:ext uri="{FF2B5EF4-FFF2-40B4-BE49-F238E27FC236}">
                <a16:creationId xmlns:a16="http://schemas.microsoft.com/office/drawing/2014/main" id="{21168D1B-800F-42CB-8367-9272DBB9881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511463" y="3666291"/>
            <a:ext cx="490954" cy="477084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1920"/>
              </a:lnSpc>
              <a:buNone/>
              <a:defRPr sz="3200" kern="200" spc="-200" baseline="0">
                <a:solidFill>
                  <a:srgbClr val="0A2896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51" name="Текст 2">
            <a:extLst>
              <a:ext uri="{FF2B5EF4-FFF2-40B4-BE49-F238E27FC236}">
                <a16:creationId xmlns:a16="http://schemas.microsoft.com/office/drawing/2014/main" id="{1B245B9A-2E3F-4BBC-B1BF-A70BABC0563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957151" y="3783684"/>
            <a:ext cx="1679852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2" name="Текст 5">
            <a:extLst>
              <a:ext uri="{FF2B5EF4-FFF2-40B4-BE49-F238E27FC236}">
                <a16:creationId xmlns:a16="http://schemas.microsoft.com/office/drawing/2014/main" id="{704EE517-5866-47B2-82F9-3674A704416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432395" y="4174448"/>
            <a:ext cx="2260543" cy="7441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00"/>
              </a:lnSpc>
              <a:buNone/>
              <a:defRPr sz="14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3" name="Текст 2">
            <a:extLst>
              <a:ext uri="{FF2B5EF4-FFF2-40B4-BE49-F238E27FC236}">
                <a16:creationId xmlns:a16="http://schemas.microsoft.com/office/drawing/2014/main" id="{67CBC79F-9224-48B5-90FF-F82006DF822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32395" y="3666291"/>
            <a:ext cx="490954" cy="477084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1920"/>
              </a:lnSpc>
              <a:buNone/>
              <a:defRPr sz="3200" kern="200" spc="-2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54" name="Текст 5">
            <a:extLst>
              <a:ext uri="{FF2B5EF4-FFF2-40B4-BE49-F238E27FC236}">
                <a16:creationId xmlns:a16="http://schemas.microsoft.com/office/drawing/2014/main" id="{BB159815-731B-46C6-ABB8-2EB1BE26BE2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9366106" y="3771304"/>
            <a:ext cx="2260543" cy="10991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5" name="Текст 5">
            <a:extLst>
              <a:ext uri="{FF2B5EF4-FFF2-40B4-BE49-F238E27FC236}">
                <a16:creationId xmlns:a16="http://schemas.microsoft.com/office/drawing/2014/main" id="{7420B96A-A18A-41BC-A348-AD471D4CFE6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85240" y="5681917"/>
            <a:ext cx="11039741" cy="5873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400"/>
              </a:lnSpc>
              <a:buNone/>
              <a:defRPr sz="12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572762998"/>
      </p:ext>
    </p:extLst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руктурная схема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Структурная схема (2)</a:t>
            </a:r>
          </a:p>
        </p:txBody>
      </p:sp>
      <p:sp>
        <p:nvSpPr>
          <p:cNvPr id="79" name="Текст 5"/>
          <p:cNvSpPr>
            <a:spLocks noGrp="1"/>
          </p:cNvSpPr>
          <p:nvPr>
            <p:ph type="body" sz="quarter" idx="13"/>
          </p:nvPr>
        </p:nvSpPr>
        <p:spPr>
          <a:xfrm>
            <a:off x="8146817" y="2163279"/>
            <a:ext cx="3498819" cy="126572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Clr>
                <a:srgbClr val="1E4BD2"/>
              </a:buClr>
              <a:buSzPct val="120000"/>
              <a:buFont typeface="Arial" panose="020B0604020202020204" pitchFamily="34" charset="0"/>
              <a:buChar char="•"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  <a:endParaRPr lang="en-US" dirty="0"/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>
          <a:xfrm>
            <a:off x="577836" y="3342081"/>
            <a:ext cx="3009852" cy="27733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1"/>
          </p:nvPr>
        </p:nvSpPr>
        <p:spPr>
          <a:xfrm>
            <a:off x="571486" y="3720206"/>
            <a:ext cx="3016202" cy="7422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endParaRPr lang="ru-RU" dirty="0"/>
          </a:p>
        </p:txBody>
      </p:sp>
      <p:sp>
        <p:nvSpPr>
          <p:cNvPr id="82" name="Текст 2"/>
          <p:cNvSpPr>
            <a:spLocks noGrp="1"/>
          </p:cNvSpPr>
          <p:nvPr>
            <p:ph type="body" sz="quarter" idx="16"/>
          </p:nvPr>
        </p:nvSpPr>
        <p:spPr>
          <a:xfrm>
            <a:off x="5426395" y="4462484"/>
            <a:ext cx="1831473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3" name="Текст 5"/>
          <p:cNvSpPr>
            <a:spLocks noGrp="1"/>
          </p:cNvSpPr>
          <p:nvPr>
            <p:ph type="body" sz="quarter" idx="17"/>
          </p:nvPr>
        </p:nvSpPr>
        <p:spPr>
          <a:xfrm>
            <a:off x="4997325" y="4865380"/>
            <a:ext cx="2260543" cy="86866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4" name="Текст 2"/>
          <p:cNvSpPr>
            <a:spLocks noGrp="1"/>
          </p:cNvSpPr>
          <p:nvPr>
            <p:ph type="body" sz="quarter" idx="24"/>
          </p:nvPr>
        </p:nvSpPr>
        <p:spPr>
          <a:xfrm>
            <a:off x="5426395" y="2157435"/>
            <a:ext cx="1831473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5" name="Текст 5"/>
          <p:cNvSpPr>
            <a:spLocks noGrp="1"/>
          </p:cNvSpPr>
          <p:nvPr>
            <p:ph type="body" sz="quarter" idx="25"/>
          </p:nvPr>
        </p:nvSpPr>
        <p:spPr>
          <a:xfrm>
            <a:off x="4997325" y="2560331"/>
            <a:ext cx="2260543" cy="86866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0" name="Текст 5"/>
          <p:cNvSpPr>
            <a:spLocks noGrp="1"/>
          </p:cNvSpPr>
          <p:nvPr>
            <p:ph type="body" sz="quarter" idx="26"/>
          </p:nvPr>
        </p:nvSpPr>
        <p:spPr>
          <a:xfrm>
            <a:off x="8172247" y="4462484"/>
            <a:ext cx="3498819" cy="126572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Clr>
                <a:srgbClr val="1E4BD2"/>
              </a:buClr>
              <a:buSzPct val="120000"/>
              <a:buFont typeface="Arial" panose="020B0604020202020204" pitchFamily="34" charset="0"/>
              <a:buChar char="•"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  <a:endParaRPr lang="en-US" dirty="0"/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1829FBE-BA79-4C38-8507-4F3D32298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025965"/>
      </p:ext>
    </p:extLst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руктурная схема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Диаграмма </a:t>
            </a:r>
            <a:r>
              <a:rPr lang="ru-RU" dirty="0" err="1"/>
              <a:t>венна</a:t>
            </a:r>
            <a:endParaRPr lang="ru-RU" dirty="0"/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1829FBE-BA79-4C38-8507-4F3D32298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85" name="Frame 2147204059 — фон [Figma 9887:64130:background]">
            <a:extLst>
              <a:ext uri="{FF2B5EF4-FFF2-40B4-BE49-F238E27FC236}">
                <a16:creationId xmlns:a16="http://schemas.microsoft.com/office/drawing/2014/main" id="{143DCE75-69D1-49C0-9655-3C3E96531109}"/>
              </a:ext>
            </a:extLst>
          </p:cNvPr>
          <p:cNvSpPr/>
          <p:nvPr userDrawn="1"/>
        </p:nvSpPr>
        <p:spPr>
          <a:xfrm>
            <a:off x="380990" y="1377916"/>
            <a:ext cx="11429714" cy="4971926"/>
          </a:xfrm>
          <a:prstGeom prst="roundRect">
            <a:avLst>
              <a:gd name="adj" fmla="val 1916"/>
            </a:avLst>
          </a:prstGeom>
          <a:solidFill>
            <a:srgbClr val="EAEDF5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Ellipse [Figma 9887:64163]">
            <a:extLst>
              <a:ext uri="{FF2B5EF4-FFF2-40B4-BE49-F238E27FC236}">
                <a16:creationId xmlns:a16="http://schemas.microsoft.com/office/drawing/2014/main" id="{8BAFF639-14A8-4182-B81B-B969761EFE6A}"/>
              </a:ext>
            </a:extLst>
          </p:cNvPr>
          <p:cNvSpPr/>
          <p:nvPr userDrawn="1"/>
        </p:nvSpPr>
        <p:spPr>
          <a:xfrm>
            <a:off x="5435464" y="3765456"/>
            <a:ext cx="88898" cy="8889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Полилиния: фигура 95">
            <a:extLst>
              <a:ext uri="{FF2B5EF4-FFF2-40B4-BE49-F238E27FC236}">
                <a16:creationId xmlns:a16="http://schemas.microsoft.com/office/drawing/2014/main" id="{93D0BD2F-3D4A-4F81-BD25-D54D50B8384D}"/>
              </a:ext>
            </a:extLst>
          </p:cNvPr>
          <p:cNvSpPr/>
          <p:nvPr/>
        </p:nvSpPr>
        <p:spPr>
          <a:xfrm rot="1" flipV="1">
            <a:off x="6057749" y="5092573"/>
            <a:ext cx="88897" cy="88766"/>
          </a:xfrm>
          <a:custGeom>
            <a:avLst/>
            <a:gdLst>
              <a:gd name="connsiteX0" fmla="*/ 89762 w 88897"/>
              <a:gd name="connsiteY0" fmla="*/ 44383 h 88766"/>
              <a:gd name="connsiteX1" fmla="*/ 45313 w 88897"/>
              <a:gd name="connsiteY1" fmla="*/ 88766 h 88766"/>
              <a:gd name="connsiteX2" fmla="*/ 864 w 88897"/>
              <a:gd name="connsiteY2" fmla="*/ 44383 h 88766"/>
              <a:gd name="connsiteX3" fmla="*/ 45313 w 88897"/>
              <a:gd name="connsiteY3" fmla="*/ 0 h 88766"/>
              <a:gd name="connsiteX4" fmla="*/ 89762 w 88897"/>
              <a:gd name="connsiteY4" fmla="*/ 44383 h 88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897" h="88766">
                <a:moveTo>
                  <a:pt x="89762" y="44383"/>
                </a:moveTo>
                <a:cubicBezTo>
                  <a:pt x="89762" y="68895"/>
                  <a:pt x="69861" y="88766"/>
                  <a:pt x="45313" y="88766"/>
                </a:cubicBezTo>
                <a:cubicBezTo>
                  <a:pt x="20764" y="88766"/>
                  <a:pt x="864" y="68895"/>
                  <a:pt x="864" y="44383"/>
                </a:cubicBezTo>
                <a:cubicBezTo>
                  <a:pt x="864" y="19871"/>
                  <a:pt x="20764" y="0"/>
                  <a:pt x="45313" y="0"/>
                </a:cubicBezTo>
                <a:cubicBezTo>
                  <a:pt x="69861" y="0"/>
                  <a:pt x="89762" y="19871"/>
                  <a:pt x="89762" y="44383"/>
                </a:cubicBezTo>
                <a:close/>
              </a:path>
            </a:pathLst>
          </a:custGeom>
          <a:solidFill>
            <a:srgbClr val="FFFFFF"/>
          </a:solidFill>
          <a:ln w="634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97" name="Ellipse [Figma 9887:64170]">
            <a:extLst>
              <a:ext uri="{FF2B5EF4-FFF2-40B4-BE49-F238E27FC236}">
                <a16:creationId xmlns:a16="http://schemas.microsoft.com/office/drawing/2014/main" id="{146E4B24-0F4D-43DA-A95F-0B7988E70471}"/>
              </a:ext>
            </a:extLst>
          </p:cNvPr>
          <p:cNvSpPr/>
          <p:nvPr userDrawn="1"/>
        </p:nvSpPr>
        <p:spPr>
          <a:xfrm>
            <a:off x="2597085" y="3867053"/>
            <a:ext cx="50799" cy="5079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Текст 2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761982" y="1719897"/>
            <a:ext cx="2630668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</a:t>
            </a:r>
          </a:p>
        </p:txBody>
      </p:sp>
      <p:sp>
        <p:nvSpPr>
          <p:cNvPr id="83" name="Текст 5"/>
          <p:cNvSpPr>
            <a:spLocks noGrp="1"/>
          </p:cNvSpPr>
          <p:nvPr userDrawn="1">
            <p:ph type="body" sz="quarter" idx="17"/>
          </p:nvPr>
        </p:nvSpPr>
        <p:spPr>
          <a:xfrm>
            <a:off x="747448" y="2047876"/>
            <a:ext cx="2630668" cy="54525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4" name="Текст 2">
            <a:extLst>
              <a:ext uri="{FF2B5EF4-FFF2-40B4-BE49-F238E27FC236}">
                <a16:creationId xmlns:a16="http://schemas.microsoft.com/office/drawing/2014/main" id="{03B73AE0-BB68-4609-A6C7-CB4B4660A45E}"/>
              </a:ext>
            </a:extLst>
          </p:cNvPr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5159962" y="2403281"/>
            <a:ext cx="1877396" cy="24618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ts val="192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</a:t>
            </a:r>
          </a:p>
        </p:txBody>
      </p:sp>
      <p:sp>
        <p:nvSpPr>
          <p:cNvPr id="105" name="Текст 5">
            <a:extLst>
              <a:ext uri="{FF2B5EF4-FFF2-40B4-BE49-F238E27FC236}">
                <a16:creationId xmlns:a16="http://schemas.microsoft.com/office/drawing/2014/main" id="{8DDEC0A7-16B8-481A-B5E5-924BB89A5DB7}"/>
              </a:ext>
            </a:extLst>
          </p:cNvPr>
          <p:cNvSpPr>
            <a:spLocks noGrp="1"/>
          </p:cNvSpPr>
          <p:nvPr userDrawn="1">
            <p:ph type="body" sz="quarter" idx="29"/>
          </p:nvPr>
        </p:nvSpPr>
        <p:spPr>
          <a:xfrm>
            <a:off x="5145428" y="2731260"/>
            <a:ext cx="1877396" cy="545252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6" name="Текст 2">
            <a:extLst>
              <a:ext uri="{FF2B5EF4-FFF2-40B4-BE49-F238E27FC236}">
                <a16:creationId xmlns:a16="http://schemas.microsoft.com/office/drawing/2014/main" id="{D78EA89E-087E-4492-B2BF-A350C015A0DE}"/>
              </a:ext>
            </a:extLst>
          </p:cNvPr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4029605" y="4409771"/>
            <a:ext cx="1877396" cy="24618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ts val="192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</a:t>
            </a:r>
          </a:p>
        </p:txBody>
      </p:sp>
      <p:sp>
        <p:nvSpPr>
          <p:cNvPr id="107" name="Текст 5">
            <a:extLst>
              <a:ext uri="{FF2B5EF4-FFF2-40B4-BE49-F238E27FC236}">
                <a16:creationId xmlns:a16="http://schemas.microsoft.com/office/drawing/2014/main" id="{E1666147-F70F-41A7-B7BE-97BABCBBC3EA}"/>
              </a:ext>
            </a:extLst>
          </p:cNvPr>
          <p:cNvSpPr>
            <a:spLocks noGrp="1"/>
          </p:cNvSpPr>
          <p:nvPr userDrawn="1">
            <p:ph type="body" sz="quarter" idx="31"/>
          </p:nvPr>
        </p:nvSpPr>
        <p:spPr>
          <a:xfrm>
            <a:off x="4015071" y="4737750"/>
            <a:ext cx="1877396" cy="545252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8" name="Текст 2">
            <a:extLst>
              <a:ext uri="{FF2B5EF4-FFF2-40B4-BE49-F238E27FC236}">
                <a16:creationId xmlns:a16="http://schemas.microsoft.com/office/drawing/2014/main" id="{CB7AC794-6B16-4835-98FC-2BB3388274C1}"/>
              </a:ext>
            </a:extLst>
          </p:cNvPr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6397204" y="4387618"/>
            <a:ext cx="1877396" cy="24618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ts val="192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</a:t>
            </a:r>
          </a:p>
        </p:txBody>
      </p:sp>
      <p:sp>
        <p:nvSpPr>
          <p:cNvPr id="109" name="Текст 5">
            <a:extLst>
              <a:ext uri="{FF2B5EF4-FFF2-40B4-BE49-F238E27FC236}">
                <a16:creationId xmlns:a16="http://schemas.microsoft.com/office/drawing/2014/main" id="{4F655215-8C2B-45EC-8E34-B7B22609727B}"/>
              </a:ext>
            </a:extLst>
          </p:cNvPr>
          <p:cNvSpPr>
            <a:spLocks noGrp="1"/>
          </p:cNvSpPr>
          <p:nvPr userDrawn="1">
            <p:ph type="body" sz="quarter" idx="33"/>
          </p:nvPr>
        </p:nvSpPr>
        <p:spPr>
          <a:xfrm>
            <a:off x="6382670" y="4715597"/>
            <a:ext cx="1877396" cy="545252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0" name="Текст 2">
            <a:extLst>
              <a:ext uri="{FF2B5EF4-FFF2-40B4-BE49-F238E27FC236}">
                <a16:creationId xmlns:a16="http://schemas.microsoft.com/office/drawing/2014/main" id="{8FEB028D-EA92-4653-8D7A-C0F8FD68507E}"/>
              </a:ext>
            </a:extLst>
          </p:cNvPr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748470" y="5086059"/>
            <a:ext cx="2644179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</a:t>
            </a:r>
          </a:p>
        </p:txBody>
      </p:sp>
      <p:sp>
        <p:nvSpPr>
          <p:cNvPr id="111" name="Текст 5">
            <a:extLst>
              <a:ext uri="{FF2B5EF4-FFF2-40B4-BE49-F238E27FC236}">
                <a16:creationId xmlns:a16="http://schemas.microsoft.com/office/drawing/2014/main" id="{BE1D1178-0E40-47F7-B374-13D7CCAE0495}"/>
              </a:ext>
            </a:extLst>
          </p:cNvPr>
          <p:cNvSpPr>
            <a:spLocks noGrp="1"/>
          </p:cNvSpPr>
          <p:nvPr userDrawn="1">
            <p:ph type="body" sz="quarter" idx="35"/>
          </p:nvPr>
        </p:nvSpPr>
        <p:spPr>
          <a:xfrm>
            <a:off x="733936" y="5414038"/>
            <a:ext cx="2644179" cy="54525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2" name="Текст 2">
            <a:extLst>
              <a:ext uri="{FF2B5EF4-FFF2-40B4-BE49-F238E27FC236}">
                <a16:creationId xmlns:a16="http://schemas.microsoft.com/office/drawing/2014/main" id="{5D31FD95-6142-4B01-A620-A1787AA00490}"/>
              </a:ext>
            </a:extLst>
          </p:cNvPr>
          <p:cNvSpPr>
            <a:spLocks noGrp="1"/>
          </p:cNvSpPr>
          <p:nvPr userDrawn="1">
            <p:ph type="body" sz="quarter" idx="36" hasCustomPrompt="1"/>
          </p:nvPr>
        </p:nvSpPr>
        <p:spPr>
          <a:xfrm>
            <a:off x="8894582" y="1728516"/>
            <a:ext cx="2630668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</a:t>
            </a:r>
          </a:p>
        </p:txBody>
      </p:sp>
      <p:sp>
        <p:nvSpPr>
          <p:cNvPr id="113" name="Текст 5">
            <a:extLst>
              <a:ext uri="{FF2B5EF4-FFF2-40B4-BE49-F238E27FC236}">
                <a16:creationId xmlns:a16="http://schemas.microsoft.com/office/drawing/2014/main" id="{9BE718C1-ECA5-4944-99B1-9FC9A53AB16C}"/>
              </a:ext>
            </a:extLst>
          </p:cNvPr>
          <p:cNvSpPr>
            <a:spLocks noGrp="1"/>
          </p:cNvSpPr>
          <p:nvPr userDrawn="1">
            <p:ph type="body" sz="quarter" idx="37"/>
          </p:nvPr>
        </p:nvSpPr>
        <p:spPr>
          <a:xfrm>
            <a:off x="8880048" y="2056495"/>
            <a:ext cx="2630668" cy="54525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4" name="Текст 2">
            <a:extLst>
              <a:ext uri="{FF2B5EF4-FFF2-40B4-BE49-F238E27FC236}">
                <a16:creationId xmlns:a16="http://schemas.microsoft.com/office/drawing/2014/main" id="{2D8FAA86-E294-4726-A8A0-71DB7A4E1A27}"/>
              </a:ext>
            </a:extLst>
          </p:cNvPr>
          <p:cNvSpPr>
            <a:spLocks noGrp="1"/>
          </p:cNvSpPr>
          <p:nvPr userDrawn="1">
            <p:ph type="body" sz="quarter" idx="38" hasCustomPrompt="1"/>
          </p:nvPr>
        </p:nvSpPr>
        <p:spPr>
          <a:xfrm>
            <a:off x="8905276" y="3268654"/>
            <a:ext cx="851751" cy="8556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200" spc="-6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115" name="Текст 5">
            <a:extLst>
              <a:ext uri="{FF2B5EF4-FFF2-40B4-BE49-F238E27FC236}">
                <a16:creationId xmlns:a16="http://schemas.microsoft.com/office/drawing/2014/main" id="{A66286F5-5C88-4E32-A361-9E3EB4961E2F}"/>
              </a:ext>
            </a:extLst>
          </p:cNvPr>
          <p:cNvSpPr>
            <a:spLocks noGrp="1"/>
          </p:cNvSpPr>
          <p:nvPr userDrawn="1">
            <p:ph type="body" sz="quarter" idx="39"/>
          </p:nvPr>
        </p:nvSpPr>
        <p:spPr>
          <a:xfrm>
            <a:off x="8901127" y="4208791"/>
            <a:ext cx="2554273" cy="7791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210384781"/>
      </p:ext>
    </p:extLst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зырьковая 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Пузырьковая диаграмма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1829FBE-BA79-4C38-8507-4F3D32298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pic>
        <p:nvPicPr>
          <p:cNvPr id="59" name="Frame 2147204091 [Figma 9887:63783]" descr="Frame 2147204091. прозрачность группы">
            <a:extLst>
              <a:ext uri="{FF2B5EF4-FFF2-40B4-BE49-F238E27FC236}">
                <a16:creationId xmlns:a16="http://schemas.microsoft.com/office/drawing/2014/main" id="{0ADA4248-ACD7-4CD6-92F0-5C35EDA8A79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18106" y="2849987"/>
            <a:ext cx="3174921" cy="3174921"/>
          </a:xfrm>
          <a:prstGeom prst="rect">
            <a:avLst/>
          </a:prstGeom>
        </p:spPr>
      </p:pic>
      <p:sp>
        <p:nvSpPr>
          <p:cNvPr id="82" name="Текст 5">
            <a:extLst>
              <a:ext uri="{FF2B5EF4-FFF2-40B4-BE49-F238E27FC236}">
                <a16:creationId xmlns:a16="http://schemas.microsoft.com/office/drawing/2014/main" id="{6ACF8E65-60E6-4072-AC11-96224D1DF4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50055" y="2373566"/>
            <a:ext cx="5270154" cy="383502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Clr>
                <a:srgbClr val="1E4BD2"/>
              </a:buClr>
              <a:buSzPct val="120000"/>
              <a:buFont typeface="Arial" panose="020B0604020202020204" pitchFamily="34" charset="0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3" name="Текст 2">
            <a:extLst>
              <a:ext uri="{FF2B5EF4-FFF2-40B4-BE49-F238E27FC236}">
                <a16:creationId xmlns:a16="http://schemas.microsoft.com/office/drawing/2014/main" id="{B889F4C0-0613-4921-A3EE-6BAE39976B6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908627" y="1541657"/>
            <a:ext cx="4759498" cy="44673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</a:t>
            </a:r>
          </a:p>
        </p:txBody>
      </p:sp>
      <p:sp>
        <p:nvSpPr>
          <p:cNvPr id="84" name="Текст 2">
            <a:extLst>
              <a:ext uri="{FF2B5EF4-FFF2-40B4-BE49-F238E27FC236}">
                <a16:creationId xmlns:a16="http://schemas.microsoft.com/office/drawing/2014/main" id="{2B1640A0-36E4-4A57-8BA5-C3F775C9B4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97502" y="1528995"/>
            <a:ext cx="5115364" cy="44673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 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0C95A4DB-9C1C-4735-8353-D20AAD7EAE8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83864" y="2209251"/>
            <a:ext cx="631031" cy="1409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D9D2DBBC-C9C8-4C44-A052-7A4EAF2DB95B}"/>
              </a:ext>
            </a:extLst>
          </p:cNvPr>
          <p:cNvSpPr/>
          <p:nvPr userDrawn="1"/>
        </p:nvSpPr>
        <p:spPr>
          <a:xfrm>
            <a:off x="571486" y="2209251"/>
            <a:ext cx="144000" cy="144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85" name="Текст 8">
            <a:extLst>
              <a:ext uri="{FF2B5EF4-FFF2-40B4-BE49-F238E27FC236}">
                <a16:creationId xmlns:a16="http://schemas.microsoft.com/office/drawing/2014/main" id="{E6AB38F0-EF0B-401F-ABC9-F2F9C7E50A9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702294" y="2209251"/>
            <a:ext cx="631031" cy="1409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86" name="Овал 85">
            <a:extLst>
              <a:ext uri="{FF2B5EF4-FFF2-40B4-BE49-F238E27FC236}">
                <a16:creationId xmlns:a16="http://schemas.microsoft.com/office/drawing/2014/main" id="{51D16754-5BD9-4C0C-9F4A-62536C81273E}"/>
              </a:ext>
            </a:extLst>
          </p:cNvPr>
          <p:cNvSpPr/>
          <p:nvPr userDrawn="1"/>
        </p:nvSpPr>
        <p:spPr>
          <a:xfrm>
            <a:off x="1489916" y="2209251"/>
            <a:ext cx="144000" cy="14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89" name="Текст 8">
            <a:extLst>
              <a:ext uri="{FF2B5EF4-FFF2-40B4-BE49-F238E27FC236}">
                <a16:creationId xmlns:a16="http://schemas.microsoft.com/office/drawing/2014/main" id="{442564AD-16C4-452D-823E-6B93D7EE972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621401" y="2209251"/>
            <a:ext cx="631031" cy="1409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90" name="Овал 89">
            <a:extLst>
              <a:ext uri="{FF2B5EF4-FFF2-40B4-BE49-F238E27FC236}">
                <a16:creationId xmlns:a16="http://schemas.microsoft.com/office/drawing/2014/main" id="{CEC48FC3-74EA-4389-BDF3-45E492411916}"/>
              </a:ext>
            </a:extLst>
          </p:cNvPr>
          <p:cNvSpPr/>
          <p:nvPr userDrawn="1"/>
        </p:nvSpPr>
        <p:spPr>
          <a:xfrm>
            <a:off x="2409023" y="2209251"/>
            <a:ext cx="144000" cy="14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91" name="Текст 8">
            <a:extLst>
              <a:ext uri="{FF2B5EF4-FFF2-40B4-BE49-F238E27FC236}">
                <a16:creationId xmlns:a16="http://schemas.microsoft.com/office/drawing/2014/main" id="{72B0736C-1442-4FCD-AC17-463B3C0B703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543218" y="2209251"/>
            <a:ext cx="631031" cy="1409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92" name="Овал 91">
            <a:extLst>
              <a:ext uri="{FF2B5EF4-FFF2-40B4-BE49-F238E27FC236}">
                <a16:creationId xmlns:a16="http://schemas.microsoft.com/office/drawing/2014/main" id="{BCF6C106-3D9C-4508-8A11-5D2ED900ED1A}"/>
              </a:ext>
            </a:extLst>
          </p:cNvPr>
          <p:cNvSpPr/>
          <p:nvPr userDrawn="1"/>
        </p:nvSpPr>
        <p:spPr>
          <a:xfrm>
            <a:off x="3330840" y="2209251"/>
            <a:ext cx="144000" cy="144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93" name="Текст 8">
            <a:extLst>
              <a:ext uri="{FF2B5EF4-FFF2-40B4-BE49-F238E27FC236}">
                <a16:creationId xmlns:a16="http://schemas.microsoft.com/office/drawing/2014/main" id="{FC3E76E5-8845-485D-94D7-02094D49405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83864" y="2438728"/>
            <a:ext cx="631031" cy="1409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94" name="Овал 93">
            <a:extLst>
              <a:ext uri="{FF2B5EF4-FFF2-40B4-BE49-F238E27FC236}">
                <a16:creationId xmlns:a16="http://schemas.microsoft.com/office/drawing/2014/main" id="{F0F6FB23-943B-4232-A8E4-24A27654B752}"/>
              </a:ext>
            </a:extLst>
          </p:cNvPr>
          <p:cNvSpPr/>
          <p:nvPr userDrawn="1"/>
        </p:nvSpPr>
        <p:spPr>
          <a:xfrm>
            <a:off x="571486" y="2438728"/>
            <a:ext cx="144000" cy="144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95" name="Текст 8">
            <a:extLst>
              <a:ext uri="{FF2B5EF4-FFF2-40B4-BE49-F238E27FC236}">
                <a16:creationId xmlns:a16="http://schemas.microsoft.com/office/drawing/2014/main" id="{2AE5C641-8419-4610-8E55-9B193413F35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702294" y="2438728"/>
            <a:ext cx="631031" cy="1409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96" name="Овал 95">
            <a:extLst>
              <a:ext uri="{FF2B5EF4-FFF2-40B4-BE49-F238E27FC236}">
                <a16:creationId xmlns:a16="http://schemas.microsoft.com/office/drawing/2014/main" id="{0797E723-6244-483C-B1A2-06FE503C9B5E}"/>
              </a:ext>
            </a:extLst>
          </p:cNvPr>
          <p:cNvSpPr/>
          <p:nvPr userDrawn="1"/>
        </p:nvSpPr>
        <p:spPr>
          <a:xfrm>
            <a:off x="1489916" y="2438728"/>
            <a:ext cx="144000" cy="14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97" name="Текст 8">
            <a:extLst>
              <a:ext uri="{FF2B5EF4-FFF2-40B4-BE49-F238E27FC236}">
                <a16:creationId xmlns:a16="http://schemas.microsoft.com/office/drawing/2014/main" id="{F5BBB98B-B9A7-4357-A750-960A6C5D755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621401" y="2438728"/>
            <a:ext cx="631031" cy="1409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04" name="Овал 103">
            <a:extLst>
              <a:ext uri="{FF2B5EF4-FFF2-40B4-BE49-F238E27FC236}">
                <a16:creationId xmlns:a16="http://schemas.microsoft.com/office/drawing/2014/main" id="{77FC2925-B01A-4587-9F22-79BE6468D157}"/>
              </a:ext>
            </a:extLst>
          </p:cNvPr>
          <p:cNvSpPr/>
          <p:nvPr userDrawn="1"/>
        </p:nvSpPr>
        <p:spPr>
          <a:xfrm>
            <a:off x="2409023" y="2438728"/>
            <a:ext cx="144000" cy="14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105" name="Текст 8">
            <a:extLst>
              <a:ext uri="{FF2B5EF4-FFF2-40B4-BE49-F238E27FC236}">
                <a16:creationId xmlns:a16="http://schemas.microsoft.com/office/drawing/2014/main" id="{1B9FFA4A-F4A3-4C2F-9D13-6A85776473A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543218" y="2438728"/>
            <a:ext cx="631031" cy="1409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06" name="Овал 105">
            <a:extLst>
              <a:ext uri="{FF2B5EF4-FFF2-40B4-BE49-F238E27FC236}">
                <a16:creationId xmlns:a16="http://schemas.microsoft.com/office/drawing/2014/main" id="{D1269040-F0F2-46E2-9430-296934C558D7}"/>
              </a:ext>
            </a:extLst>
          </p:cNvPr>
          <p:cNvSpPr/>
          <p:nvPr userDrawn="1"/>
        </p:nvSpPr>
        <p:spPr>
          <a:xfrm>
            <a:off x="3330840" y="2438728"/>
            <a:ext cx="144000" cy="144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107" name="Текст 8">
            <a:extLst>
              <a:ext uri="{FF2B5EF4-FFF2-40B4-BE49-F238E27FC236}">
                <a16:creationId xmlns:a16="http://schemas.microsoft.com/office/drawing/2014/main" id="{925EF63B-8D13-45B5-8B1D-F6647CAA5D3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920023" y="2838493"/>
            <a:ext cx="914744" cy="26095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строчки</a:t>
            </a:r>
          </a:p>
        </p:txBody>
      </p:sp>
      <p:sp>
        <p:nvSpPr>
          <p:cNvPr id="109" name="Текст 8">
            <a:extLst>
              <a:ext uri="{FF2B5EF4-FFF2-40B4-BE49-F238E27FC236}">
                <a16:creationId xmlns:a16="http://schemas.microsoft.com/office/drawing/2014/main" id="{0766D8B1-AFF9-4237-98B2-2485AEDF008B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938333" y="3353338"/>
            <a:ext cx="914744" cy="13924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10" name="Текст 8">
            <a:extLst>
              <a:ext uri="{FF2B5EF4-FFF2-40B4-BE49-F238E27FC236}">
                <a16:creationId xmlns:a16="http://schemas.microsoft.com/office/drawing/2014/main" id="{0B11F69F-3029-4579-942A-AAF5B28D8CA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938333" y="4378997"/>
            <a:ext cx="914744" cy="13924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11" name="Текст 8">
            <a:extLst>
              <a:ext uri="{FF2B5EF4-FFF2-40B4-BE49-F238E27FC236}">
                <a16:creationId xmlns:a16="http://schemas.microsoft.com/office/drawing/2014/main" id="{801E9BAE-07B9-4799-B15C-5CEB5C44B2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938333" y="5425012"/>
            <a:ext cx="914744" cy="13924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12" name="Текст 8">
            <a:extLst>
              <a:ext uri="{FF2B5EF4-FFF2-40B4-BE49-F238E27FC236}">
                <a16:creationId xmlns:a16="http://schemas.microsoft.com/office/drawing/2014/main" id="{19D5D318-45BD-4ADA-9F42-EE3891D6293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60180" y="6094234"/>
            <a:ext cx="792843" cy="13924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960"/>
              </a:lnSpc>
              <a:buNone/>
              <a:defRPr sz="8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13" name="Текст 8">
            <a:extLst>
              <a:ext uri="{FF2B5EF4-FFF2-40B4-BE49-F238E27FC236}">
                <a16:creationId xmlns:a16="http://schemas.microsoft.com/office/drawing/2014/main" id="{2C7B6D5E-E98F-4077-9C51-728DC45BE47E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809144" y="6117944"/>
            <a:ext cx="792843" cy="13924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960"/>
              </a:lnSpc>
              <a:buNone/>
              <a:defRPr sz="8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14" name="Текст 8">
            <a:extLst>
              <a:ext uri="{FF2B5EF4-FFF2-40B4-BE49-F238E27FC236}">
                <a16:creationId xmlns:a16="http://schemas.microsoft.com/office/drawing/2014/main" id="{58AF2E7C-6B83-4176-BFFB-2F9836687AD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858108" y="6117944"/>
            <a:ext cx="792843" cy="13924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960"/>
              </a:lnSpc>
              <a:buNone/>
              <a:defRPr sz="8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15" name="Текст 8">
            <a:extLst>
              <a:ext uri="{FF2B5EF4-FFF2-40B4-BE49-F238E27FC236}">
                <a16:creationId xmlns:a16="http://schemas.microsoft.com/office/drawing/2014/main" id="{7A2681FD-8DB0-4854-B312-D1916D616FDE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71485" y="5947633"/>
            <a:ext cx="932574" cy="26095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строчки</a:t>
            </a:r>
          </a:p>
        </p:txBody>
      </p:sp>
      <p:sp>
        <p:nvSpPr>
          <p:cNvPr id="118" name="Текст 8">
            <a:extLst>
              <a:ext uri="{FF2B5EF4-FFF2-40B4-BE49-F238E27FC236}">
                <a16:creationId xmlns:a16="http://schemas.microsoft.com/office/drawing/2014/main" id="{21C6D5A7-A41F-4965-B92F-63E66B2E322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391754" y="3048001"/>
            <a:ext cx="345390" cy="30533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buNone/>
              <a:defRPr sz="1400" kern="400" spc="-1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121" name="Текст 8">
            <a:extLst>
              <a:ext uri="{FF2B5EF4-FFF2-40B4-BE49-F238E27FC236}">
                <a16:creationId xmlns:a16="http://schemas.microsoft.com/office/drawing/2014/main" id="{2157C86C-AE77-4D15-AEA1-5C2652060B31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784796" y="4024398"/>
            <a:ext cx="345390" cy="30533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buNone/>
              <a:defRPr sz="1400" kern="400" spc="-1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122" name="Текст 8">
            <a:extLst>
              <a:ext uri="{FF2B5EF4-FFF2-40B4-BE49-F238E27FC236}">
                <a16:creationId xmlns:a16="http://schemas.microsoft.com/office/drawing/2014/main" id="{2B468D17-1AC4-40BE-9EB1-B326D9385B2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629065" y="3621221"/>
            <a:ext cx="345390" cy="30533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buNone/>
              <a:defRPr sz="1400" kern="400" spc="-1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123" name="Текст 8">
            <a:extLst>
              <a:ext uri="{FF2B5EF4-FFF2-40B4-BE49-F238E27FC236}">
                <a16:creationId xmlns:a16="http://schemas.microsoft.com/office/drawing/2014/main" id="{45E5E3DC-BFFF-4BB0-8AF5-42F7C809745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4274703" y="3806509"/>
            <a:ext cx="345390" cy="30533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buNone/>
              <a:defRPr sz="1400" kern="400" spc="-1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124" name="Текст 8">
            <a:extLst>
              <a:ext uri="{FF2B5EF4-FFF2-40B4-BE49-F238E27FC236}">
                <a16:creationId xmlns:a16="http://schemas.microsoft.com/office/drawing/2014/main" id="{1839F083-B673-4BF4-B8A5-6B6CA933972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205565" y="5411592"/>
            <a:ext cx="345390" cy="30533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buNone/>
              <a:defRPr sz="1400" kern="400" spc="-1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125" name="Текст 8">
            <a:extLst>
              <a:ext uri="{FF2B5EF4-FFF2-40B4-BE49-F238E27FC236}">
                <a16:creationId xmlns:a16="http://schemas.microsoft.com/office/drawing/2014/main" id="{C388E098-50DA-41C3-9D6C-EEBD4B139CA5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566871" y="4995658"/>
            <a:ext cx="248641" cy="2008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buNone/>
              <a:defRPr sz="1400" kern="400" spc="-1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126" name="Текст 8">
            <a:extLst>
              <a:ext uri="{FF2B5EF4-FFF2-40B4-BE49-F238E27FC236}">
                <a16:creationId xmlns:a16="http://schemas.microsoft.com/office/drawing/2014/main" id="{A8D43105-6F24-458D-BA40-4304BC86DFF4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208199" y="4392849"/>
            <a:ext cx="218112" cy="20758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buNone/>
              <a:defRPr sz="1400" kern="400" spc="-1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223029810"/>
      </p:ext>
    </p:extLst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Диаграммы и карточ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2 Диаграммы и карточка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1829FBE-BA79-4C38-8507-4F3D32298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5" name="Текст 4">
            <a:extLst>
              <a:ext uri="{FF2B5EF4-FFF2-40B4-BE49-F238E27FC236}">
                <a16:creationId xmlns:a16="http://schemas.microsoft.com/office/drawing/2014/main" id="{29A9E8E6-08ED-4159-872F-C655C7080CD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86762" y="1578497"/>
            <a:ext cx="4748888" cy="37412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раздела</a:t>
            </a:r>
          </a:p>
        </p:txBody>
      </p:sp>
      <p:sp>
        <p:nvSpPr>
          <p:cNvPr id="63" name="Текст 4">
            <a:extLst>
              <a:ext uri="{FF2B5EF4-FFF2-40B4-BE49-F238E27FC236}">
                <a16:creationId xmlns:a16="http://schemas.microsoft.com/office/drawing/2014/main" id="{6F184D21-8E1D-47E9-8716-D2D68C1C692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861943" y="1578497"/>
            <a:ext cx="4748888" cy="37412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</a:t>
            </a:r>
            <a:r>
              <a:rPr lang="ru-RU" dirty="0" err="1"/>
              <a:t>разздела</a:t>
            </a:r>
            <a:endParaRPr lang="ru-RU" dirty="0"/>
          </a:p>
        </p:txBody>
      </p:sp>
      <p:sp>
        <p:nvSpPr>
          <p:cNvPr id="65" name="Текст 4">
            <a:extLst>
              <a:ext uri="{FF2B5EF4-FFF2-40B4-BE49-F238E27FC236}">
                <a16:creationId xmlns:a16="http://schemas.microsoft.com/office/drawing/2014/main" id="{B4FF79CC-6C81-4E3D-9CBB-B4FD5652107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95328" y="5212012"/>
            <a:ext cx="2484142" cy="37412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800"/>
              </a:lnSpc>
              <a:buNone/>
              <a:defRPr sz="18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раздела</a:t>
            </a:r>
          </a:p>
        </p:txBody>
      </p:sp>
      <p:sp>
        <p:nvSpPr>
          <p:cNvPr id="70" name="Текст 4">
            <a:extLst>
              <a:ext uri="{FF2B5EF4-FFF2-40B4-BE49-F238E27FC236}">
                <a16:creationId xmlns:a16="http://schemas.microsoft.com/office/drawing/2014/main" id="{9AE42752-DC29-479D-A8FD-DB669126503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71485" y="5669292"/>
            <a:ext cx="7591439" cy="49249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ts val="16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038268568"/>
      </p:ext>
    </p:extLst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Кольцевая 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77501"/>
            <a:ext cx="9154800" cy="495624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>
                <a:effectLst/>
              </a:rPr>
              <a:t>пузырьковая диаграмма</a:t>
            </a:r>
            <a:endParaRPr lang="ru-RU" dirty="0"/>
          </a:p>
        </p:txBody>
      </p:sp>
      <p:sp>
        <p:nvSpPr>
          <p:cNvPr id="16" name="Номер слайда 4">
            <a:extLst>
              <a:ext uri="{FF2B5EF4-FFF2-40B4-BE49-F238E27FC236}">
                <a16:creationId xmlns:a16="http://schemas.microsoft.com/office/drawing/2014/main" id="{15898042-DD2A-4A1C-8E4F-A38FFDF3D34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4FA5F9-3777-43AA-8E5A-9BAC1BCBECEA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5FB2A88-F839-4508-B107-B1B544FE62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70" name="Текст 69">
            <a:extLst>
              <a:ext uri="{FF2B5EF4-FFF2-40B4-BE49-F238E27FC236}">
                <a16:creationId xmlns:a16="http://schemas.microsoft.com/office/drawing/2014/main" id="{4D912E6B-7E22-4ECD-9C47-79265761794C}"/>
              </a:ext>
            </a:extLst>
          </p:cNvPr>
          <p:cNvSpPr>
            <a:spLocks noGrp="1"/>
          </p:cNvSpPr>
          <p:nvPr userDrawn="1">
            <p:ph type="body" sz="quarter" idx="22"/>
          </p:nvPr>
        </p:nvSpPr>
        <p:spPr>
          <a:xfrm>
            <a:off x="6908800" y="1532847"/>
            <a:ext cx="4677410" cy="51053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69">
            <a:extLst>
              <a:ext uri="{FF2B5EF4-FFF2-40B4-BE49-F238E27FC236}">
                <a16:creationId xmlns:a16="http://schemas.microsoft.com/office/drawing/2014/main" id="{0FC53DB5-60B5-4385-92AF-A6DC80E3134A}"/>
              </a:ext>
            </a:extLst>
          </p:cNvPr>
          <p:cNvSpPr>
            <a:spLocks noGrp="1"/>
          </p:cNvSpPr>
          <p:nvPr userDrawn="1">
            <p:ph type="body" sz="quarter" idx="23"/>
          </p:nvPr>
        </p:nvSpPr>
        <p:spPr>
          <a:xfrm>
            <a:off x="6908800" y="2416885"/>
            <a:ext cx="4677410" cy="3358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69">
            <a:extLst>
              <a:ext uri="{FF2B5EF4-FFF2-40B4-BE49-F238E27FC236}">
                <a16:creationId xmlns:a16="http://schemas.microsoft.com/office/drawing/2014/main" id="{96436BF2-CDF4-4603-A5EC-AB171A47DB1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7841" y="5586587"/>
            <a:ext cx="3726213" cy="594849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ts val="14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69">
            <a:extLst>
              <a:ext uri="{FF2B5EF4-FFF2-40B4-BE49-F238E27FC236}">
                <a16:creationId xmlns:a16="http://schemas.microsoft.com/office/drawing/2014/main" id="{66CF7010-0B08-467F-954C-FFD2044995F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413340" y="5102097"/>
            <a:ext cx="5172870" cy="1054709"/>
          </a:xfrm>
          <a:prstGeom prst="rect">
            <a:avLst/>
          </a:prstGeom>
        </p:spPr>
        <p:txBody>
          <a:bodyPr lIns="0" tIns="0" rIns="0" bIns="0" anchor="t" anchorCtr="0"/>
          <a:lstStyle>
            <a:lvl1pPr marL="179388" indent="-179388">
              <a:lnSpc>
                <a:spcPts val="1400"/>
              </a:lnSpc>
              <a:buClr>
                <a:srgbClr val="1E4BD2"/>
              </a:buClr>
              <a:buSzPct val="120000"/>
              <a:buFont typeface="VTB Group Light" panose="020B0403040504020204" pitchFamily="34" charset="-52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  <a:endParaRPr lang="en-US" dirty="0"/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69">
            <a:extLst>
              <a:ext uri="{FF2B5EF4-FFF2-40B4-BE49-F238E27FC236}">
                <a16:creationId xmlns:a16="http://schemas.microsoft.com/office/drawing/2014/main" id="{5E4C52A8-B90A-4B1E-A457-C3C6E098170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168372" y="1532847"/>
            <a:ext cx="4677410" cy="51053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69">
            <a:extLst>
              <a:ext uri="{FF2B5EF4-FFF2-40B4-BE49-F238E27FC236}">
                <a16:creationId xmlns:a16="http://schemas.microsoft.com/office/drawing/2014/main" id="{294D9EAF-D4F1-418B-A9CF-6858DB3CB6D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908800" y="3409396"/>
            <a:ext cx="4677410" cy="3358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75889023"/>
      </p:ext>
    </p:extLst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Лепестковая 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Текст 69">
            <a:extLst>
              <a:ext uri="{FF2B5EF4-FFF2-40B4-BE49-F238E27FC236}">
                <a16:creationId xmlns:a16="http://schemas.microsoft.com/office/drawing/2014/main" id="{D49FA5EF-39E6-42FD-A94A-CADD778324B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71486" y="5014253"/>
            <a:ext cx="4082948" cy="38607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0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7" name="Текст 69">
            <a:extLst>
              <a:ext uri="{FF2B5EF4-FFF2-40B4-BE49-F238E27FC236}">
                <a16:creationId xmlns:a16="http://schemas.microsoft.com/office/drawing/2014/main" id="{1AF8A0D3-09D2-4F66-954C-A53CBF804B4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71486" y="5527315"/>
            <a:ext cx="4082948" cy="813175"/>
          </a:xfrm>
          <a:prstGeom prst="rect">
            <a:avLst/>
          </a:prstGeom>
        </p:spPr>
        <p:txBody>
          <a:bodyPr lIns="0" tIns="0" rIns="0" bIns="0" anchor="t" anchorCtr="0"/>
          <a:lstStyle>
            <a:lvl1pPr marL="179388" indent="-179388">
              <a:lnSpc>
                <a:spcPts val="1400"/>
              </a:lnSpc>
              <a:buClr>
                <a:srgbClr val="1E4BD2"/>
              </a:buClr>
              <a:buSzPct val="120000"/>
              <a:buFont typeface="VTB Group Light" panose="020B0403040504020204" pitchFamily="34" charset="-52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  <a:endParaRPr lang="en-US" dirty="0"/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77501"/>
            <a:ext cx="9154800" cy="495624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>
                <a:effectLst/>
              </a:rPr>
              <a:t>лепестковая диаграмма</a:t>
            </a:r>
            <a:endParaRPr lang="ru-RU" dirty="0"/>
          </a:p>
        </p:txBody>
      </p:sp>
      <p:sp>
        <p:nvSpPr>
          <p:cNvPr id="16" name="Номер слайда 4">
            <a:extLst>
              <a:ext uri="{FF2B5EF4-FFF2-40B4-BE49-F238E27FC236}">
                <a16:creationId xmlns:a16="http://schemas.microsoft.com/office/drawing/2014/main" id="{15898042-DD2A-4A1C-8E4F-A38FFDF3D34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4FA5F9-3777-43AA-8E5A-9BAC1BCBECEA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5FB2A88-F839-4508-B107-B1B544FE62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103" name="Текст 69">
            <a:extLst>
              <a:ext uri="{FF2B5EF4-FFF2-40B4-BE49-F238E27FC236}">
                <a16:creationId xmlns:a16="http://schemas.microsoft.com/office/drawing/2014/main" id="{22D29AAC-E8B1-4814-83C4-1D1AC4DBCA8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486" y="1530299"/>
            <a:ext cx="4082948" cy="38607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0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4" name="Текст 69">
            <a:extLst>
              <a:ext uri="{FF2B5EF4-FFF2-40B4-BE49-F238E27FC236}">
                <a16:creationId xmlns:a16="http://schemas.microsoft.com/office/drawing/2014/main" id="{73FA3067-9B19-442C-9CBC-F436E39E73A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1486" y="2043361"/>
            <a:ext cx="4082948" cy="813175"/>
          </a:xfrm>
          <a:prstGeom prst="rect">
            <a:avLst/>
          </a:prstGeom>
        </p:spPr>
        <p:txBody>
          <a:bodyPr lIns="0" tIns="0" rIns="0" bIns="0" anchor="t" anchorCtr="0"/>
          <a:lstStyle>
            <a:lvl1pPr marL="179388" indent="-179388">
              <a:lnSpc>
                <a:spcPts val="1400"/>
              </a:lnSpc>
              <a:buClr>
                <a:srgbClr val="1E4BD2"/>
              </a:buClr>
              <a:buSzPct val="120000"/>
              <a:buFont typeface="VTB Group Light" panose="020B0403040504020204" pitchFamily="34" charset="-52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  <a:endParaRPr lang="en-US" dirty="0"/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9" name="Текст 69">
            <a:extLst>
              <a:ext uri="{FF2B5EF4-FFF2-40B4-BE49-F238E27FC236}">
                <a16:creationId xmlns:a16="http://schemas.microsoft.com/office/drawing/2014/main" id="{DE2DCFCE-0D55-4ABA-9C37-4B7145E0DC10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71486" y="3262817"/>
            <a:ext cx="4082948" cy="38607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00"/>
              </a:lnSpc>
              <a:buNone/>
              <a:defRPr sz="1400">
                <a:solidFill>
                  <a:srgbClr val="0A2896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0" name="Текст 69">
            <a:extLst>
              <a:ext uri="{FF2B5EF4-FFF2-40B4-BE49-F238E27FC236}">
                <a16:creationId xmlns:a16="http://schemas.microsoft.com/office/drawing/2014/main" id="{179694DC-C04E-49FC-AF8B-CD18D1F3298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71486" y="3775879"/>
            <a:ext cx="4082948" cy="813175"/>
          </a:xfrm>
          <a:prstGeom prst="rect">
            <a:avLst/>
          </a:prstGeom>
        </p:spPr>
        <p:txBody>
          <a:bodyPr lIns="0" tIns="0" rIns="0" bIns="0" anchor="t" anchorCtr="0"/>
          <a:lstStyle>
            <a:lvl1pPr marL="179388" indent="-179388">
              <a:lnSpc>
                <a:spcPts val="1400"/>
              </a:lnSpc>
              <a:buClr>
                <a:srgbClr val="1E4BD2"/>
              </a:buClr>
              <a:buSzPct val="120000"/>
              <a:buFont typeface="VTB Group Light" panose="020B0403040504020204" pitchFamily="34" charset="-52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  <a:endParaRPr lang="en-US" dirty="0"/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3" name="Текст 69">
            <a:extLst>
              <a:ext uri="{FF2B5EF4-FFF2-40B4-BE49-F238E27FC236}">
                <a16:creationId xmlns:a16="http://schemas.microsoft.com/office/drawing/2014/main" id="{E7CBE3E2-D8ED-466F-A287-FF222B4FA1B8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1092889" y="3176548"/>
            <a:ext cx="857825" cy="17253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800"/>
              </a:lnSpc>
              <a:buNone/>
              <a:defRPr sz="8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4" name="Текст 69">
            <a:extLst>
              <a:ext uri="{FF2B5EF4-FFF2-40B4-BE49-F238E27FC236}">
                <a16:creationId xmlns:a16="http://schemas.microsoft.com/office/drawing/2014/main" id="{C66D2BC6-F0BE-4973-9B8B-BE44AF8430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0092869" y="3689506"/>
            <a:ext cx="1718141" cy="416464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ts val="14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6" name="Текст 69">
            <a:extLst>
              <a:ext uri="{FF2B5EF4-FFF2-40B4-BE49-F238E27FC236}">
                <a16:creationId xmlns:a16="http://schemas.microsoft.com/office/drawing/2014/main" id="{AFBDD3A6-A990-46EA-808D-4C8A13188D3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9468532" y="5572533"/>
            <a:ext cx="1848933" cy="416464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ts val="14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8" name="Текст 69">
            <a:extLst>
              <a:ext uri="{FF2B5EF4-FFF2-40B4-BE49-F238E27FC236}">
                <a16:creationId xmlns:a16="http://schemas.microsoft.com/office/drawing/2014/main" id="{7FA7E962-2AB6-4262-9D4F-25F03E0D94D2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05430" y="5572533"/>
            <a:ext cx="1848933" cy="416464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r">
              <a:lnSpc>
                <a:spcPts val="14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0" name="Текст 69">
            <a:extLst>
              <a:ext uri="{FF2B5EF4-FFF2-40B4-BE49-F238E27FC236}">
                <a16:creationId xmlns:a16="http://schemas.microsoft.com/office/drawing/2014/main" id="{C9D833C4-142D-4314-8AD0-FAA5551A8E7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0197" y="3689506"/>
            <a:ext cx="1309617" cy="416464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r">
              <a:lnSpc>
                <a:spcPts val="14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2" name="Текст 69">
            <a:extLst>
              <a:ext uri="{FF2B5EF4-FFF2-40B4-BE49-F238E27FC236}">
                <a16:creationId xmlns:a16="http://schemas.microsoft.com/office/drawing/2014/main" id="{48DE2511-ABD0-4A6F-8DB3-BF501E362DC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915754" y="1968500"/>
            <a:ext cx="1950445" cy="376293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ts val="14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6" name="Текст 69">
            <a:extLst>
              <a:ext uri="{FF2B5EF4-FFF2-40B4-BE49-F238E27FC236}">
                <a16:creationId xmlns:a16="http://schemas.microsoft.com/office/drawing/2014/main" id="{7CFBC5BE-C028-49EC-8EEB-13D7FB52B58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082644" y="3651820"/>
            <a:ext cx="524905" cy="17253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6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00%</a:t>
            </a:r>
          </a:p>
        </p:txBody>
      </p:sp>
      <p:sp>
        <p:nvSpPr>
          <p:cNvPr id="128" name="Текст 69">
            <a:extLst>
              <a:ext uri="{FF2B5EF4-FFF2-40B4-BE49-F238E27FC236}">
                <a16:creationId xmlns:a16="http://schemas.microsoft.com/office/drawing/2014/main" id="{12D1E27D-ED6B-4BFA-AF88-FE671D962EC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863569" y="4426939"/>
            <a:ext cx="524905" cy="17253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6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00%</a:t>
            </a:r>
          </a:p>
        </p:txBody>
      </p:sp>
      <p:sp>
        <p:nvSpPr>
          <p:cNvPr id="129" name="Текст 69">
            <a:extLst>
              <a:ext uri="{FF2B5EF4-FFF2-40B4-BE49-F238E27FC236}">
                <a16:creationId xmlns:a16="http://schemas.microsoft.com/office/drawing/2014/main" id="{E2F78813-2958-4589-BDDB-58D51E8D252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239681" y="3069627"/>
            <a:ext cx="524905" cy="17253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6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00%</a:t>
            </a:r>
          </a:p>
        </p:txBody>
      </p:sp>
      <p:sp>
        <p:nvSpPr>
          <p:cNvPr id="130" name="Текст 69">
            <a:extLst>
              <a:ext uri="{FF2B5EF4-FFF2-40B4-BE49-F238E27FC236}">
                <a16:creationId xmlns:a16="http://schemas.microsoft.com/office/drawing/2014/main" id="{9ACF6651-5639-4544-9734-6C4C1163F049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615794" y="4841716"/>
            <a:ext cx="524905" cy="17253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6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00%</a:t>
            </a:r>
          </a:p>
        </p:txBody>
      </p:sp>
    </p:spTree>
    <p:extLst>
      <p:ext uri="{BB962C8B-B14F-4D97-AF65-F5344CB8AC3E}">
        <p14:creationId xmlns:p14="http://schemas.microsoft.com/office/powerpoint/2010/main" val="2465695672"/>
      </p:ext>
    </p:extLst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иаграмма Ганн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77501"/>
            <a:ext cx="9154800" cy="495624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>
                <a:effectLst/>
              </a:rPr>
              <a:t>Диаграмма </a:t>
            </a:r>
            <a:r>
              <a:rPr lang="ru-RU" dirty="0" err="1">
                <a:effectLst/>
              </a:rPr>
              <a:t>ганна</a:t>
            </a:r>
            <a:endParaRPr lang="ru-RU" dirty="0"/>
          </a:p>
        </p:txBody>
      </p:sp>
      <p:sp>
        <p:nvSpPr>
          <p:cNvPr id="16" name="Номер слайда 4">
            <a:extLst>
              <a:ext uri="{FF2B5EF4-FFF2-40B4-BE49-F238E27FC236}">
                <a16:creationId xmlns:a16="http://schemas.microsoft.com/office/drawing/2014/main" id="{15898042-DD2A-4A1C-8E4F-A38FFDF3D34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4FA5F9-3777-43AA-8E5A-9BAC1BCBECEA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5FB2A88-F839-4508-B107-B1B544FE62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532827"/>
      </p:ext>
    </p:extLst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тр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матрица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1829FBE-BA79-4C38-8507-4F3D32298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83" name="Текст 2">
            <a:extLst>
              <a:ext uri="{FF2B5EF4-FFF2-40B4-BE49-F238E27FC236}">
                <a16:creationId xmlns:a16="http://schemas.microsoft.com/office/drawing/2014/main" id="{B889F4C0-0613-4921-A3EE-6BAE39976B6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249714" y="1410681"/>
            <a:ext cx="7890982" cy="44673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92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</a:t>
            </a:r>
          </a:p>
        </p:txBody>
      </p:sp>
      <p:sp>
        <p:nvSpPr>
          <p:cNvPr id="84" name="Текст 2">
            <a:extLst>
              <a:ext uri="{FF2B5EF4-FFF2-40B4-BE49-F238E27FC236}">
                <a16:creationId xmlns:a16="http://schemas.microsoft.com/office/drawing/2014/main" id="{2B1640A0-36E4-4A57-8BA5-C3F775C9B4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80991" y="2225114"/>
            <a:ext cx="1393056" cy="44673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 </a:t>
            </a:r>
          </a:p>
        </p:txBody>
      </p:sp>
      <p:sp>
        <p:nvSpPr>
          <p:cNvPr id="110" name="Текст 8">
            <a:extLst>
              <a:ext uri="{FF2B5EF4-FFF2-40B4-BE49-F238E27FC236}">
                <a16:creationId xmlns:a16="http://schemas.microsoft.com/office/drawing/2014/main" id="{0B11F69F-3029-4579-942A-AAF5B28D8CA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1071" y="6132678"/>
            <a:ext cx="792843" cy="20757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>
              <a:lnSpc>
                <a:spcPct val="100000"/>
              </a:lnSpc>
              <a:buNone/>
              <a:defRPr sz="10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75" name="Текст 8">
            <a:extLst>
              <a:ext uri="{FF2B5EF4-FFF2-40B4-BE49-F238E27FC236}">
                <a16:creationId xmlns:a16="http://schemas.microsoft.com/office/drawing/2014/main" id="{B32A765B-9177-441C-86A8-1D227DA9050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981204" y="2000200"/>
            <a:ext cx="792843" cy="20757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>
              <a:lnSpc>
                <a:spcPct val="100000"/>
              </a:lnSpc>
              <a:buNone/>
              <a:defRPr sz="10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76" name="Текст 8">
            <a:extLst>
              <a:ext uri="{FF2B5EF4-FFF2-40B4-BE49-F238E27FC236}">
                <a16:creationId xmlns:a16="http://schemas.microsoft.com/office/drawing/2014/main" id="{618A559C-539F-4E32-B044-3D623A02F09D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0512282" y="6154862"/>
            <a:ext cx="792843" cy="20757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buNone/>
              <a:defRPr sz="10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79" name="Текст 2">
            <a:extLst>
              <a:ext uri="{FF2B5EF4-FFF2-40B4-BE49-F238E27FC236}">
                <a16:creationId xmlns:a16="http://schemas.microsoft.com/office/drawing/2014/main" id="{65E75AC2-7279-4458-8381-F86A3330B88B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512282" y="5609592"/>
            <a:ext cx="1393056" cy="44673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 </a:t>
            </a:r>
          </a:p>
        </p:txBody>
      </p:sp>
      <p:sp>
        <p:nvSpPr>
          <p:cNvPr id="80" name="Текст 2">
            <a:extLst>
              <a:ext uri="{FF2B5EF4-FFF2-40B4-BE49-F238E27FC236}">
                <a16:creationId xmlns:a16="http://schemas.microsoft.com/office/drawing/2014/main" id="{A387A644-5BE5-43A8-8EB2-0815282DCCAC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999959" y="3309671"/>
            <a:ext cx="3841895" cy="67359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920"/>
              </a:lnSpc>
              <a:buNone/>
              <a:defRPr sz="20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Название блока </a:t>
            </a:r>
          </a:p>
        </p:txBody>
      </p:sp>
      <p:sp>
        <p:nvSpPr>
          <p:cNvPr id="81" name="Текст 2">
            <a:extLst>
              <a:ext uri="{FF2B5EF4-FFF2-40B4-BE49-F238E27FC236}">
                <a16:creationId xmlns:a16="http://schemas.microsoft.com/office/drawing/2014/main" id="{470FFE1B-C8D7-4F68-9A9E-5A54E1585D2C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6350146" y="3307287"/>
            <a:ext cx="3841895" cy="67359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920"/>
              </a:lnSpc>
              <a:buNone/>
              <a:defRPr sz="20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Название блока </a:t>
            </a:r>
          </a:p>
        </p:txBody>
      </p:sp>
      <p:sp>
        <p:nvSpPr>
          <p:cNvPr id="87" name="Текст 2">
            <a:extLst>
              <a:ext uri="{FF2B5EF4-FFF2-40B4-BE49-F238E27FC236}">
                <a16:creationId xmlns:a16="http://schemas.microsoft.com/office/drawing/2014/main" id="{F79DA348-BC4B-40FD-8A95-FBC7F4D582CF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999807" y="5457985"/>
            <a:ext cx="3841895" cy="67359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920"/>
              </a:lnSpc>
              <a:buNone/>
              <a:defRPr sz="20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Название блока </a:t>
            </a:r>
          </a:p>
        </p:txBody>
      </p:sp>
      <p:sp>
        <p:nvSpPr>
          <p:cNvPr id="88" name="Текст 2">
            <a:extLst>
              <a:ext uri="{FF2B5EF4-FFF2-40B4-BE49-F238E27FC236}">
                <a16:creationId xmlns:a16="http://schemas.microsoft.com/office/drawing/2014/main" id="{05B00497-2400-4B85-BBD4-F7AA681B10CD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349994" y="5480840"/>
            <a:ext cx="3841895" cy="67359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920"/>
              </a:lnSpc>
              <a:buNone/>
              <a:defRPr sz="20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Название блока </a:t>
            </a:r>
          </a:p>
        </p:txBody>
      </p:sp>
    </p:spTree>
    <p:extLst>
      <p:ext uri="{BB962C8B-B14F-4D97-AF65-F5344CB8AC3E}">
        <p14:creationId xmlns:p14="http://schemas.microsoft.com/office/powerpoint/2010/main" val="593009875"/>
      </p:ext>
    </p:extLst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ймлай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 err="1"/>
              <a:t>Таймлайн</a:t>
            </a:r>
            <a:endParaRPr lang="ru-RU" dirty="0"/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1829FBE-BA79-4C38-8507-4F3D32298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554" name="Текст 9">
            <a:extLst>
              <a:ext uri="{FF2B5EF4-FFF2-40B4-BE49-F238E27FC236}">
                <a16:creationId xmlns:a16="http://schemas.microsoft.com/office/drawing/2014/main" id="{DEA490BF-A048-43B9-8298-7B7509BE22F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50919" y="1895525"/>
            <a:ext cx="70885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2020</a:t>
            </a:r>
            <a:endParaRPr lang="ru-RU" dirty="0"/>
          </a:p>
        </p:txBody>
      </p:sp>
      <p:pic>
        <p:nvPicPr>
          <p:cNvPr id="1065" name="Vector 36 [Figma 9887:67786]" descr="Vector 36. градиент в обводке">
            <a:extLst>
              <a:ext uri="{FF2B5EF4-FFF2-40B4-BE49-F238E27FC236}">
                <a16:creationId xmlns:a16="http://schemas.microsoft.com/office/drawing/2014/main" id="{E13ECE86-E6A0-47E0-B808-8244FD10668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3919440"/>
            <a:ext cx="12191695" cy="15875"/>
          </a:xfrm>
          <a:prstGeom prst="rect">
            <a:avLst/>
          </a:prstGeom>
        </p:spPr>
      </p:pic>
      <p:sp>
        <p:nvSpPr>
          <p:cNvPr id="1113" name="Текст 9">
            <a:extLst>
              <a:ext uri="{FF2B5EF4-FFF2-40B4-BE49-F238E27FC236}">
                <a16:creationId xmlns:a16="http://schemas.microsoft.com/office/drawing/2014/main" id="{B9582C21-D990-4715-9AA2-C0B08F60FC1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242140" y="2624237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0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14" name="Текст 9">
            <a:extLst>
              <a:ext uri="{FF2B5EF4-FFF2-40B4-BE49-F238E27FC236}">
                <a16:creationId xmlns:a16="http://schemas.microsoft.com/office/drawing/2014/main" id="{DCC3052A-058C-4292-B88B-D9280453B61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527237" y="5496047"/>
            <a:ext cx="70885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2020</a:t>
            </a:r>
            <a:endParaRPr lang="ru-RU" dirty="0"/>
          </a:p>
        </p:txBody>
      </p:sp>
      <p:sp>
        <p:nvSpPr>
          <p:cNvPr id="1118" name="Текст 9">
            <a:extLst>
              <a:ext uri="{FF2B5EF4-FFF2-40B4-BE49-F238E27FC236}">
                <a16:creationId xmlns:a16="http://schemas.microsoft.com/office/drawing/2014/main" id="{8E276605-B9ED-4C68-A6A8-A25B7692D40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790855" y="1211168"/>
            <a:ext cx="70885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2020</a:t>
            </a:r>
            <a:endParaRPr lang="ru-RU" dirty="0"/>
          </a:p>
        </p:txBody>
      </p:sp>
      <p:sp>
        <p:nvSpPr>
          <p:cNvPr id="1122" name="Текст 9">
            <a:extLst>
              <a:ext uri="{FF2B5EF4-FFF2-40B4-BE49-F238E27FC236}">
                <a16:creationId xmlns:a16="http://schemas.microsoft.com/office/drawing/2014/main" id="{D188547B-4206-4197-BC2D-80BE747C57A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048124" y="4808662"/>
            <a:ext cx="70885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2020</a:t>
            </a:r>
            <a:endParaRPr lang="ru-RU" dirty="0"/>
          </a:p>
        </p:txBody>
      </p:sp>
      <p:sp>
        <p:nvSpPr>
          <p:cNvPr id="1126" name="Текст 9">
            <a:extLst>
              <a:ext uri="{FF2B5EF4-FFF2-40B4-BE49-F238E27FC236}">
                <a16:creationId xmlns:a16="http://schemas.microsoft.com/office/drawing/2014/main" id="{2BF3ECB9-3224-45D1-ACAC-304FDB345C9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15222" y="1730265"/>
            <a:ext cx="70885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2020</a:t>
            </a:r>
            <a:endParaRPr lang="ru-RU" dirty="0"/>
          </a:p>
        </p:txBody>
      </p:sp>
      <p:sp>
        <p:nvSpPr>
          <p:cNvPr id="1130" name="Текст 9">
            <a:extLst>
              <a:ext uri="{FF2B5EF4-FFF2-40B4-BE49-F238E27FC236}">
                <a16:creationId xmlns:a16="http://schemas.microsoft.com/office/drawing/2014/main" id="{746598E2-0F17-4CF9-BB99-B96F7A70619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880153" y="5496047"/>
            <a:ext cx="70885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2020</a:t>
            </a:r>
            <a:endParaRPr lang="ru-RU" dirty="0"/>
          </a:p>
        </p:txBody>
      </p:sp>
      <p:sp>
        <p:nvSpPr>
          <p:cNvPr id="1134" name="Текст 9">
            <a:extLst>
              <a:ext uri="{FF2B5EF4-FFF2-40B4-BE49-F238E27FC236}">
                <a16:creationId xmlns:a16="http://schemas.microsoft.com/office/drawing/2014/main" id="{7EF3551B-00BA-498B-BCD2-A4345265B8A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219970" y="1211168"/>
            <a:ext cx="70885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2020</a:t>
            </a:r>
            <a:endParaRPr lang="ru-RU" dirty="0"/>
          </a:p>
        </p:txBody>
      </p:sp>
      <p:sp>
        <p:nvSpPr>
          <p:cNvPr id="34" name="Текст 9">
            <a:extLst>
              <a:ext uri="{FF2B5EF4-FFF2-40B4-BE49-F238E27FC236}">
                <a16:creationId xmlns:a16="http://schemas.microsoft.com/office/drawing/2014/main" id="{52999795-826E-4F24-8FD3-BD1E074100D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242139" y="2361840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5" name="Текст 9">
            <a:extLst>
              <a:ext uri="{FF2B5EF4-FFF2-40B4-BE49-F238E27FC236}">
                <a16:creationId xmlns:a16="http://schemas.microsoft.com/office/drawing/2014/main" id="{E0721123-2E0D-4C0B-B2C0-6A5BCBA362BF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3790856" y="1943051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0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6" name="Текст 9">
            <a:extLst>
              <a:ext uri="{FF2B5EF4-FFF2-40B4-BE49-F238E27FC236}">
                <a16:creationId xmlns:a16="http://schemas.microsoft.com/office/drawing/2014/main" id="{19AF734D-BC7E-4B5D-B453-DF8514C8B59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3790855" y="1680654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7" name="Текст 9">
            <a:extLst>
              <a:ext uri="{FF2B5EF4-FFF2-40B4-BE49-F238E27FC236}">
                <a16:creationId xmlns:a16="http://schemas.microsoft.com/office/drawing/2014/main" id="{B468A81F-F97E-4795-86CD-8D66EA73DDAC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315223" y="2466329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0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8" name="Текст 9">
            <a:extLst>
              <a:ext uri="{FF2B5EF4-FFF2-40B4-BE49-F238E27FC236}">
                <a16:creationId xmlns:a16="http://schemas.microsoft.com/office/drawing/2014/main" id="{760D3191-7C58-40A4-8302-F60796C070C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6315222" y="2203932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9" name="Текст 9">
            <a:extLst>
              <a:ext uri="{FF2B5EF4-FFF2-40B4-BE49-F238E27FC236}">
                <a16:creationId xmlns:a16="http://schemas.microsoft.com/office/drawing/2014/main" id="{F08B95F6-63E4-4F0D-9099-4ECFDB269F5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9219971" y="1926186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0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0" name="Текст 9">
            <a:extLst>
              <a:ext uri="{FF2B5EF4-FFF2-40B4-BE49-F238E27FC236}">
                <a16:creationId xmlns:a16="http://schemas.microsoft.com/office/drawing/2014/main" id="{345B571A-40AF-4C4C-B44C-6A3AE1C8D0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9219970" y="1663789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1" name="Текст 9">
            <a:extLst>
              <a:ext uri="{FF2B5EF4-FFF2-40B4-BE49-F238E27FC236}">
                <a16:creationId xmlns:a16="http://schemas.microsoft.com/office/drawing/2014/main" id="{9B7C3458-6D16-437B-8FA1-99DE43CC0F43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7880154" y="6225996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0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2" name="Текст 9">
            <a:extLst>
              <a:ext uri="{FF2B5EF4-FFF2-40B4-BE49-F238E27FC236}">
                <a16:creationId xmlns:a16="http://schemas.microsoft.com/office/drawing/2014/main" id="{2EC9A564-A1DC-46BC-AE8A-4BF0F8FBDEE0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7880153" y="5963599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3" name="Текст 9">
            <a:extLst>
              <a:ext uri="{FF2B5EF4-FFF2-40B4-BE49-F238E27FC236}">
                <a16:creationId xmlns:a16="http://schemas.microsoft.com/office/drawing/2014/main" id="{77604964-C9E5-4236-BBDD-99E3301B5CEE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5048125" y="5523676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0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4" name="Текст 9">
            <a:extLst>
              <a:ext uri="{FF2B5EF4-FFF2-40B4-BE49-F238E27FC236}">
                <a16:creationId xmlns:a16="http://schemas.microsoft.com/office/drawing/2014/main" id="{3196D22A-C934-43C1-8C26-ECDB1008A475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048124" y="5261279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5" name="Текст 9">
            <a:extLst>
              <a:ext uri="{FF2B5EF4-FFF2-40B4-BE49-F238E27FC236}">
                <a16:creationId xmlns:a16="http://schemas.microsoft.com/office/drawing/2014/main" id="{28F6CB83-5E57-40A5-A1B6-A5D58F0DD95D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2532183" y="6221627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0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6" name="Текст 9">
            <a:extLst>
              <a:ext uri="{FF2B5EF4-FFF2-40B4-BE49-F238E27FC236}">
                <a16:creationId xmlns:a16="http://schemas.microsoft.com/office/drawing/2014/main" id="{E27530BF-94E8-42B9-BDD8-0E29D561BC77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2532182" y="5959230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79282478"/>
      </p:ext>
    </p:extLst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а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2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Контакты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1829FBE-BA79-4C38-8507-4F3D32298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pic>
        <p:nvPicPr>
          <p:cNvPr id="26" name="Line [Figma 9887:67838]" descr="Line. градиент в обводке">
            <a:extLst>
              <a:ext uri="{FF2B5EF4-FFF2-40B4-BE49-F238E27FC236}">
                <a16:creationId xmlns:a16="http://schemas.microsoft.com/office/drawing/2014/main" id="{2B6EBC08-B468-469E-924D-42171CE086C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0212" y="1339816"/>
            <a:ext cx="6606" cy="2520000"/>
          </a:xfrm>
          <a:prstGeom prst="rect">
            <a:avLst/>
          </a:prstGeom>
        </p:spPr>
      </p:pic>
      <p:pic>
        <p:nvPicPr>
          <p:cNvPr id="27" name="Vector [Figma 9887:67839]" descr="Vector. градиент в обводке">
            <a:extLst>
              <a:ext uri="{FF2B5EF4-FFF2-40B4-BE49-F238E27FC236}">
                <a16:creationId xmlns:a16="http://schemas.microsoft.com/office/drawing/2014/main" id="{E56B74DE-0252-4864-8AD6-5E049F184DD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3387" y="2362141"/>
            <a:ext cx="8089698" cy="6350"/>
          </a:xfrm>
          <a:prstGeom prst="rect">
            <a:avLst/>
          </a:prstGeom>
        </p:spPr>
      </p:pic>
      <p:pic>
        <p:nvPicPr>
          <p:cNvPr id="28" name="Vector [Figma 9887:67840]" descr="Vector. градиент в обводке">
            <a:extLst>
              <a:ext uri="{FF2B5EF4-FFF2-40B4-BE49-F238E27FC236}">
                <a16:creationId xmlns:a16="http://schemas.microsoft.com/office/drawing/2014/main" id="{09DD1619-D895-47E6-AE03-3613D1EA1EB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5247" y="3210192"/>
            <a:ext cx="8089698" cy="6350"/>
          </a:xfrm>
          <a:prstGeom prst="rect">
            <a:avLst/>
          </a:prstGeom>
        </p:spPr>
      </p:pic>
      <p:sp>
        <p:nvSpPr>
          <p:cNvPr id="10" name="Текст 9">
            <a:extLst>
              <a:ext uri="{FF2B5EF4-FFF2-40B4-BE49-F238E27FC236}">
                <a16:creationId xmlns:a16="http://schemas.microsoft.com/office/drawing/2014/main" id="{F729E2AA-E15D-4755-9855-3A226B5260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66020" y="1981956"/>
            <a:ext cx="3255962" cy="2825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buNone/>
              <a:defRPr sz="2000">
                <a:solidFill>
                  <a:schemeClr val="accent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54" name="Текст 9">
            <a:extLst>
              <a:ext uri="{FF2B5EF4-FFF2-40B4-BE49-F238E27FC236}">
                <a16:creationId xmlns:a16="http://schemas.microsoft.com/office/drawing/2014/main" id="{DEA490BF-A048-43B9-8298-7B7509BE22F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6020" y="1605189"/>
            <a:ext cx="447454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3200"/>
              </a:lnSpc>
              <a:buNone/>
              <a:defRPr sz="26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555" name="Текст 9">
            <a:extLst>
              <a:ext uri="{FF2B5EF4-FFF2-40B4-BE49-F238E27FC236}">
                <a16:creationId xmlns:a16="http://schemas.microsoft.com/office/drawing/2014/main" id="{9041DA87-DE44-4A52-B76A-221BB9E9D57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54074" y="3283420"/>
            <a:ext cx="1701348" cy="28258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800"/>
              </a:lnSpc>
              <a:buNone/>
              <a:defRPr sz="14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8(900) 000-00-00</a:t>
            </a:r>
          </a:p>
        </p:txBody>
      </p:sp>
      <p:sp>
        <p:nvSpPr>
          <p:cNvPr id="556" name="Текст 9">
            <a:extLst>
              <a:ext uri="{FF2B5EF4-FFF2-40B4-BE49-F238E27FC236}">
                <a16:creationId xmlns:a16="http://schemas.microsoft.com/office/drawing/2014/main" id="{F594D22D-38EA-441B-8BA9-3BF11DA203A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368691" y="3283420"/>
            <a:ext cx="1740168" cy="28258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800"/>
              </a:lnSpc>
              <a:buNone/>
              <a:defRPr sz="14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name@vtb.ru</a:t>
            </a:r>
            <a:endParaRPr lang="ru-RU" dirty="0"/>
          </a:p>
        </p:txBody>
      </p:sp>
      <p:sp>
        <p:nvSpPr>
          <p:cNvPr id="557" name="Текст 9">
            <a:extLst>
              <a:ext uri="{FF2B5EF4-FFF2-40B4-BE49-F238E27FC236}">
                <a16:creationId xmlns:a16="http://schemas.microsoft.com/office/drawing/2014/main" id="{2DC6E15E-917B-44FC-BB80-CAD6EEC4033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816543" y="3314079"/>
            <a:ext cx="1740168" cy="28258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800"/>
              </a:lnSpc>
              <a:buNone/>
              <a:defRPr sz="14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Описание </a:t>
            </a:r>
            <a:r>
              <a:rPr lang="en-US" dirty="0"/>
              <a:t>QR</a:t>
            </a:r>
            <a:endParaRPr lang="ru-RU" dirty="0"/>
          </a:p>
        </p:txBody>
      </p:sp>
      <p:sp>
        <p:nvSpPr>
          <p:cNvPr id="558" name="Текст 9">
            <a:extLst>
              <a:ext uri="{FF2B5EF4-FFF2-40B4-BE49-F238E27FC236}">
                <a16:creationId xmlns:a16="http://schemas.microsoft.com/office/drawing/2014/main" id="{6FECFB43-AF64-4CBB-801F-E9DC4EE554D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66020" y="4518206"/>
            <a:ext cx="3255962" cy="2825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buNone/>
              <a:defRPr sz="20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59" name="Текст 9">
            <a:extLst>
              <a:ext uri="{FF2B5EF4-FFF2-40B4-BE49-F238E27FC236}">
                <a16:creationId xmlns:a16="http://schemas.microsoft.com/office/drawing/2014/main" id="{6CA01C6D-BAEC-4FCF-BBBD-2F29E121C2B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66020" y="4141439"/>
            <a:ext cx="447454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3200"/>
              </a:lnSpc>
              <a:buNone/>
              <a:defRPr sz="26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560" name="Текст 9">
            <a:extLst>
              <a:ext uri="{FF2B5EF4-FFF2-40B4-BE49-F238E27FC236}">
                <a16:creationId xmlns:a16="http://schemas.microsoft.com/office/drawing/2014/main" id="{8A9B6AB2-48C3-4B41-AB64-CA690B528CF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54074" y="5819670"/>
            <a:ext cx="1701348" cy="28258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800"/>
              </a:lnSpc>
              <a:buNone/>
              <a:defRPr sz="14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8(900) 000-00-00</a:t>
            </a:r>
          </a:p>
        </p:txBody>
      </p:sp>
      <p:sp>
        <p:nvSpPr>
          <p:cNvPr id="561" name="Текст 9">
            <a:extLst>
              <a:ext uri="{FF2B5EF4-FFF2-40B4-BE49-F238E27FC236}">
                <a16:creationId xmlns:a16="http://schemas.microsoft.com/office/drawing/2014/main" id="{6F10D35F-3F1E-44A9-95DD-59CF8D0971E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368691" y="5819670"/>
            <a:ext cx="1740168" cy="28258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800"/>
              </a:lnSpc>
              <a:buNone/>
              <a:defRPr sz="14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name@vtb.ru</a:t>
            </a:r>
            <a:endParaRPr lang="ru-RU" dirty="0"/>
          </a:p>
        </p:txBody>
      </p:sp>
      <p:sp>
        <p:nvSpPr>
          <p:cNvPr id="562" name="Текст 9">
            <a:extLst>
              <a:ext uri="{FF2B5EF4-FFF2-40B4-BE49-F238E27FC236}">
                <a16:creationId xmlns:a16="http://schemas.microsoft.com/office/drawing/2014/main" id="{39A3763A-8E3F-4593-A4E0-54B25CE50C0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816543" y="5850329"/>
            <a:ext cx="1740168" cy="28258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800"/>
              </a:lnSpc>
              <a:buNone/>
              <a:defRPr sz="14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Описание </a:t>
            </a:r>
            <a:r>
              <a:rPr lang="en-US" dirty="0"/>
              <a:t>QR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72855843"/>
      </p:ext>
    </p:extLst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устой слайд (Чёрный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Номер слайда 4">
            <a:extLst>
              <a:ext uri="{FF2B5EF4-FFF2-40B4-BE49-F238E27FC236}">
                <a16:creationId xmlns:a16="http://schemas.microsoft.com/office/drawing/2014/main" id="{15898042-DD2A-4A1C-8E4F-A38FFDF3D34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728450" y="6270625"/>
            <a:ext cx="463550" cy="587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800" kern="1200">
                <a:solidFill>
                  <a:srgbClr val="ACB6C3"/>
                </a:solidFill>
                <a:latin typeface="VTB Group Book" panose="020B0503040504020204" pitchFamily="34" charset="-52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9pPr>
          </a:lstStyle>
          <a:p>
            <a:pPr>
              <a:defRPr/>
            </a:pPr>
            <a:fld id="{FCD04C69-8FC8-4C03-8ACF-0472C4A98B9D}" type="slidenum">
              <a:rPr lang="ru-RU" smtClean="0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5FB2A88-F839-4508-B107-B1B544FE62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73CB44E0-99CC-45B9-8F40-352025978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0" y="457201"/>
            <a:ext cx="9154800" cy="91440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>
              <a:lnSpc>
                <a:spcPts val="4200"/>
              </a:lnSpc>
              <a:defRPr sz="4000" b="0" i="0" cap="all" baseline="0">
                <a:solidFill>
                  <a:schemeClr val="tx1"/>
                </a:solidFill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Пустой слайд</a:t>
            </a:r>
          </a:p>
        </p:txBody>
      </p:sp>
    </p:spTree>
    <p:extLst>
      <p:ext uri="{BB962C8B-B14F-4D97-AF65-F5344CB8AC3E}">
        <p14:creationId xmlns:p14="http://schemas.microsoft.com/office/powerpoint/2010/main" val="3959732541"/>
      </p:ext>
    </p:extLst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устой слайд (Белый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457201"/>
            <a:ext cx="9154800" cy="91440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>
              <a:lnSpc>
                <a:spcPts val="4200"/>
              </a:lnSpc>
              <a:defRPr sz="4000" b="0" i="0" cap="all" baseline="0">
                <a:solidFill>
                  <a:schemeClr val="bg1"/>
                </a:solidFill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Пустой слайд</a:t>
            </a:r>
          </a:p>
        </p:txBody>
      </p:sp>
      <p:sp>
        <p:nvSpPr>
          <p:cNvPr id="16" name="Номер слайда 4">
            <a:extLst>
              <a:ext uri="{FF2B5EF4-FFF2-40B4-BE49-F238E27FC236}">
                <a16:creationId xmlns:a16="http://schemas.microsoft.com/office/drawing/2014/main" id="{15898042-DD2A-4A1C-8E4F-A38FFDF3D34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728450" y="6270625"/>
            <a:ext cx="463550" cy="587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800" kern="1200">
                <a:solidFill>
                  <a:srgbClr val="ACB6C3"/>
                </a:solidFill>
                <a:latin typeface="VTB Group Book" panose="020B0503040504020204" pitchFamily="34" charset="-52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9pPr>
          </a:lstStyle>
          <a:p>
            <a:pPr>
              <a:defRPr/>
            </a:pPr>
            <a:fld id="{FCD04C69-8FC8-4C03-8ACF-0472C4A98B9D}" type="slidenum">
              <a:rPr lang="ru-RU" smtClean="0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B80958F-F964-4FB2-98AB-C385146611C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490761"/>
      </p:ext>
    </p:extLst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2">
            <a:extLst>
              <a:ext uri="{FF2B5EF4-FFF2-40B4-BE49-F238E27FC236}">
                <a16:creationId xmlns:a16="http://schemas.microsoft.com/office/drawing/2014/main" id="{4E57FACD-605B-4062-9CB7-366C5EA6CE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3175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FF28E98-C74B-4A78-852B-AE98D83C9F0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4165" y="376145"/>
            <a:ext cx="1825200" cy="322869"/>
          </a:xfrm>
          <a:prstGeom prst="rect">
            <a:avLst/>
          </a:prstGeom>
        </p:spPr>
      </p:pic>
      <p:pic>
        <p:nvPicPr>
          <p:cNvPr id="6" name="Rectangle [Figma 9043:6349]" descr="Rectangle. отражение или наклон">
            <a:extLst>
              <a:ext uri="{FF2B5EF4-FFF2-40B4-BE49-F238E27FC236}">
                <a16:creationId xmlns:a16="http://schemas.microsoft.com/office/drawing/2014/main" id="{0FBBAB90-54DA-4763-9AAF-94217145FF3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588" y="1443038"/>
            <a:ext cx="6751637" cy="293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" name="Объект 48"/>
          <p:cNvSpPr>
            <a:spLocks noGrp="1"/>
          </p:cNvSpPr>
          <p:nvPr>
            <p:ph sz="quarter" idx="11"/>
          </p:nvPr>
        </p:nvSpPr>
        <p:spPr>
          <a:xfrm>
            <a:off x="10331483" y="344279"/>
            <a:ext cx="1489042" cy="40996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ts val="1440"/>
              </a:lnSpc>
              <a:spcBef>
                <a:spcPts val="150"/>
              </a:spcBef>
              <a:buNone/>
              <a:defRPr sz="12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65" y="2423641"/>
            <a:ext cx="7162809" cy="1983627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5600"/>
              </a:lnSpc>
              <a:defRPr sz="5400" cap="all" spc="-150" baseline="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Образец заголовка в строчку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2"/>
          </p:nvPr>
        </p:nvSpPr>
        <p:spPr>
          <a:xfrm>
            <a:off x="384165" y="4856766"/>
            <a:ext cx="6632575" cy="330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640"/>
              </a:lnSpc>
              <a:buNone/>
              <a:defRPr sz="2200" b="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18" name="Line [Figma 10114:38482]" descr="Line. градиент в обводке">
            <a:extLst>
              <a:ext uri="{FF2B5EF4-FFF2-40B4-BE49-F238E27FC236}">
                <a16:creationId xmlns:a16="http://schemas.microsoft.com/office/drawing/2014/main" id="{3F028B11-2380-4112-A9E9-FABC00285E5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4400462"/>
            <a:ext cx="12188523" cy="15871"/>
          </a:xfrm>
          <a:prstGeom prst="rect">
            <a:avLst/>
          </a:prstGeom>
        </p:spPr>
      </p:pic>
      <p:pic>
        <p:nvPicPr>
          <p:cNvPr id="19" name="Line [Figma 10114:38483]" descr="Line. градиент в обводке">
            <a:extLst>
              <a:ext uri="{FF2B5EF4-FFF2-40B4-BE49-F238E27FC236}">
                <a16:creationId xmlns:a16="http://schemas.microsoft.com/office/drawing/2014/main" id="{8152C276-EF7E-49F5-90A0-C489AEF2A31B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" y="1622223"/>
            <a:ext cx="12191692" cy="15871"/>
          </a:xfrm>
          <a:prstGeom prst="rect">
            <a:avLst/>
          </a:prstGeom>
        </p:spPr>
      </p:pic>
      <p:pic>
        <p:nvPicPr>
          <p:cNvPr id="20" name="Line [Figma 10114:38484]" descr="Line. градиент в обводке">
            <a:extLst>
              <a:ext uri="{FF2B5EF4-FFF2-40B4-BE49-F238E27FC236}">
                <a16:creationId xmlns:a16="http://schemas.microsoft.com/office/drawing/2014/main" id="{4B298FED-7DB4-40A8-8D71-2F8F830202F9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71511" y="64"/>
            <a:ext cx="15875" cy="6857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916024"/>
      </p:ext>
    </p:extLst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блож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991DDC19-2530-4A00-9CD0-A5004A82D0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Line [Figma 9043:6352]" descr="Line. градиент в обводке">
            <a:extLst>
              <a:ext uri="{FF2B5EF4-FFF2-40B4-BE49-F238E27FC236}">
                <a16:creationId xmlns:a16="http://schemas.microsoft.com/office/drawing/2014/main" id="{2F42EBB4-5A52-45AA-9A2F-7E98BDDDEEB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78325"/>
            <a:ext cx="12192000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Line [Figma 9043:6353]" descr="Line. градиент в обводке">
            <a:extLst>
              <a:ext uri="{FF2B5EF4-FFF2-40B4-BE49-F238E27FC236}">
                <a16:creationId xmlns:a16="http://schemas.microsoft.com/office/drawing/2014/main" id="{9DB53208-2B32-44D6-949D-8A09B2C402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2406650"/>
            <a:ext cx="12188825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66" y="2423641"/>
            <a:ext cx="5437198" cy="2402359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000"/>
              </a:lnSpc>
              <a:defRPr sz="4000" cap="all" spc="-150" baseline="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три строчки</a:t>
            </a:r>
            <a:br>
              <a:rPr lang="ru-RU" dirty="0"/>
            </a:br>
            <a:r>
              <a:rPr lang="ru-RU" dirty="0"/>
              <a:t>для образца</a:t>
            </a:r>
          </a:p>
        </p:txBody>
      </p:sp>
      <p:pic>
        <p:nvPicPr>
          <p:cNvPr id="24" name="Vector [Figma 9887:63687]" descr="Vector. векторный контур">
            <a:extLst>
              <a:ext uri="{FF2B5EF4-FFF2-40B4-BE49-F238E27FC236}">
                <a16:creationId xmlns:a16="http://schemas.microsoft.com/office/drawing/2014/main" id="{2661AED5-C05A-45FA-89B3-4EB497770F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26249" y="493410"/>
            <a:ext cx="100208" cy="99030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BB646A09-6137-43E0-9A8F-D483F1FF1AC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27157" y="368300"/>
            <a:ext cx="823585" cy="349200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9BC10B26-CA27-431F-8ED0-E501B650E448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1475" y="368300"/>
            <a:ext cx="879464" cy="319213"/>
          </a:xfrm>
          <a:prstGeom prst="rect">
            <a:avLst/>
          </a:prstGeom>
        </p:spPr>
      </p:pic>
      <p:sp>
        <p:nvSpPr>
          <p:cNvPr id="11" name="Rectangle 240662521 [Figma 9887:63708]">
            <a:extLst>
              <a:ext uri="{FF2B5EF4-FFF2-40B4-BE49-F238E27FC236}">
                <a16:creationId xmlns:a16="http://schemas.microsoft.com/office/drawing/2014/main" id="{A69E263A-BE3B-4333-8BE4-AF1D105F0707}"/>
              </a:ext>
            </a:extLst>
          </p:cNvPr>
          <p:cNvSpPr/>
          <p:nvPr userDrawn="1"/>
        </p:nvSpPr>
        <p:spPr>
          <a:xfrm>
            <a:off x="380990" y="5930752"/>
            <a:ext cx="25399" cy="546086"/>
          </a:xfrm>
          <a:prstGeom prst="roundRect">
            <a:avLst>
              <a:gd name="adj" fmla="val 50001"/>
            </a:avLst>
          </a:prstGeom>
          <a:solidFill>
            <a:schemeClr val="tx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Текст 3">
            <a:extLst>
              <a:ext uri="{FF2B5EF4-FFF2-40B4-BE49-F238E27FC236}">
                <a16:creationId xmlns:a16="http://schemas.microsoft.com/office/drawing/2014/main" id="{0C0B2ADB-8DDE-4BE4-A204-3A91FE6327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8673" y="6040283"/>
            <a:ext cx="4017085" cy="1635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3" name="Текст 3">
            <a:extLst>
              <a:ext uri="{FF2B5EF4-FFF2-40B4-BE49-F238E27FC236}">
                <a16:creationId xmlns:a16="http://schemas.microsoft.com/office/drawing/2014/main" id="{5F53FA86-0E43-49D0-BB48-8FE1D95862D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8674" y="6247288"/>
            <a:ext cx="4017085" cy="1635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ACB6C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Месяц 2000</a:t>
            </a:r>
          </a:p>
        </p:txBody>
      </p:sp>
    </p:spTree>
    <p:extLst>
      <p:ext uri="{BB962C8B-B14F-4D97-AF65-F5344CB8AC3E}">
        <p14:creationId xmlns:p14="http://schemas.microsoft.com/office/powerpoint/2010/main" val="4250765658"/>
      </p:ext>
    </p:extLst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Облож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35A827E-29BE-463A-AC2E-F538B2B1DF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-13914"/>
            <a:ext cx="12192000" cy="6858000"/>
          </a:xfrm>
          <a:prstGeom prst="rect">
            <a:avLst/>
          </a:prstGeom>
        </p:spPr>
      </p:pic>
      <p:grpSp>
        <p:nvGrpSpPr>
          <p:cNvPr id="10" name="Группа 8">
            <a:extLst>
              <a:ext uri="{FF2B5EF4-FFF2-40B4-BE49-F238E27FC236}">
                <a16:creationId xmlns:a16="http://schemas.microsoft.com/office/drawing/2014/main" id="{69F32D47-B582-49A4-9562-F684B3DCDEA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381000" y="381000"/>
            <a:ext cx="1903413" cy="330200"/>
            <a:chOff x="380990" y="380990"/>
            <a:chExt cx="1903907" cy="330193"/>
          </a:xfrm>
        </p:grpSpPr>
        <p:pic>
          <p:nvPicPr>
            <p:cNvPr id="11" name="Vector [Figma I9043:6356;6148:374]" descr="Vector. векторный контур">
              <a:extLst>
                <a:ext uri="{FF2B5EF4-FFF2-40B4-BE49-F238E27FC236}">
                  <a16:creationId xmlns:a16="http://schemas.microsoft.com/office/drawing/2014/main" id="{5EDDBF01-E245-4987-8586-E991595C74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0990" y="380990"/>
              <a:ext cx="284237" cy="176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" name="Vector [Figma I9043:6356;6148:375]" descr="Vector. векторный контур">
              <a:extLst>
                <a:ext uri="{FF2B5EF4-FFF2-40B4-BE49-F238E27FC236}">
                  <a16:creationId xmlns:a16="http://schemas.microsoft.com/office/drawing/2014/main" id="{85A90AE1-9C6F-49AA-B068-1A4091717F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9688" y="447664"/>
              <a:ext cx="598642" cy="2635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" name="Vector [Figma I9043:6356;6159:12582]" descr="Vector. векторный контур">
              <a:extLst>
                <a:ext uri="{FF2B5EF4-FFF2-40B4-BE49-F238E27FC236}">
                  <a16:creationId xmlns:a16="http://schemas.microsoft.com/office/drawing/2014/main" id="{2432D2DE-0F2D-4B65-8E1A-3DC08D2702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95666" y="447664"/>
              <a:ext cx="889231" cy="888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4" name="Line [Figma 9043:6357]" descr="Line. векторный контур">
            <a:extLst>
              <a:ext uri="{FF2B5EF4-FFF2-40B4-BE49-F238E27FC236}">
                <a16:creationId xmlns:a16="http://schemas.microsoft.com/office/drawing/2014/main" id="{45E28719-9A7A-4002-89B5-46B1DC6BA75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0" y="542925"/>
            <a:ext cx="7810500" cy="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" name="Объект 48"/>
          <p:cNvSpPr>
            <a:spLocks noGrp="1"/>
          </p:cNvSpPr>
          <p:nvPr>
            <p:ph sz="quarter" idx="11"/>
          </p:nvPr>
        </p:nvSpPr>
        <p:spPr>
          <a:xfrm>
            <a:off x="10331483" y="344279"/>
            <a:ext cx="1489042" cy="40996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ts val="1440"/>
              </a:lnSpc>
              <a:spcBef>
                <a:spcPts val="150"/>
              </a:spcBef>
              <a:buNone/>
              <a:defRPr sz="12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781031" y="2683474"/>
            <a:ext cx="7410470" cy="1983627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5600"/>
              </a:lnSpc>
              <a:defRPr sz="5400" cap="all" spc="-150" baseline="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Образец</a:t>
            </a:r>
            <a:br>
              <a:rPr lang="ru-RU" dirty="0"/>
            </a:br>
            <a:r>
              <a:rPr lang="ru-RU" dirty="0"/>
              <a:t>заголовка</a:t>
            </a:r>
            <a:br>
              <a:rPr lang="ru-RU" dirty="0"/>
            </a:br>
            <a:r>
              <a:rPr lang="ru-RU" dirty="0"/>
              <a:t>в строчки</a:t>
            </a:r>
          </a:p>
        </p:txBody>
      </p:sp>
      <p:sp>
        <p:nvSpPr>
          <p:cNvPr id="25" name="Line 6 [Figma 9887:47854]">
            <a:extLst>
              <a:ext uri="{FF2B5EF4-FFF2-40B4-BE49-F238E27FC236}">
                <a16:creationId xmlns:a16="http://schemas.microsoft.com/office/drawing/2014/main" id="{E66A2A3A-DA0F-4E3E-93FA-733AD86D6CB5}"/>
              </a:ext>
            </a:extLst>
          </p:cNvPr>
          <p:cNvSpPr/>
          <p:nvPr userDrawn="1"/>
        </p:nvSpPr>
        <p:spPr>
          <a:xfrm rot="16200000">
            <a:off x="-1719920" y="3355790"/>
            <a:ext cx="5040000" cy="0"/>
          </a:xfrm>
          <a:prstGeom prst="line">
            <a:avLst/>
          </a:prstGeom>
          <a:noFill/>
          <a:ln w="15875">
            <a:solidFill>
              <a:srgbClr val="FFFFFF">
                <a:alpha val="47596"/>
              </a:srgbClr>
            </a:solidFill>
            <a:prstDash val="solid"/>
          </a:ln>
        </p:spPr>
      </p:sp>
      <p:sp>
        <p:nvSpPr>
          <p:cNvPr id="26" name="Line 7 [Figma 9887:47855]">
            <a:extLst>
              <a:ext uri="{FF2B5EF4-FFF2-40B4-BE49-F238E27FC236}">
                <a16:creationId xmlns:a16="http://schemas.microsoft.com/office/drawing/2014/main" id="{D8F1FE5F-901F-4259-A0D7-4187368A6313}"/>
              </a:ext>
            </a:extLst>
          </p:cNvPr>
          <p:cNvSpPr/>
          <p:nvPr userDrawn="1"/>
        </p:nvSpPr>
        <p:spPr>
          <a:xfrm rot="10800000">
            <a:off x="-38100" y="4679801"/>
            <a:ext cx="10440000" cy="0"/>
          </a:xfrm>
          <a:prstGeom prst="line">
            <a:avLst/>
          </a:prstGeom>
          <a:noFill/>
          <a:ln w="15875">
            <a:solidFill>
              <a:srgbClr val="FFFFFF">
                <a:alpha val="47596"/>
              </a:srgbClr>
            </a:solidFill>
            <a:prstDash val="solid"/>
          </a:ln>
        </p:spPr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A736215D-9386-4730-B49A-4B9D0CBAB9B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4175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771539"/>
      </p:ext>
    </p:extLst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Облож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2">
            <a:extLst>
              <a:ext uri="{FF2B5EF4-FFF2-40B4-BE49-F238E27FC236}">
                <a16:creationId xmlns:a16="http://schemas.microsoft.com/office/drawing/2014/main" id="{A5DB11A2-C92F-44A4-B59A-1669D70D9E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3175" y="-171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" name="Объект 48"/>
          <p:cNvSpPr>
            <a:spLocks noGrp="1"/>
          </p:cNvSpPr>
          <p:nvPr>
            <p:ph sz="quarter" idx="11"/>
          </p:nvPr>
        </p:nvSpPr>
        <p:spPr>
          <a:xfrm>
            <a:off x="10331483" y="344279"/>
            <a:ext cx="1489042" cy="40996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ts val="1440"/>
              </a:lnSpc>
              <a:spcBef>
                <a:spcPts val="150"/>
              </a:spcBef>
              <a:buNone/>
              <a:defRPr sz="12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37" name="Rectangle [Figma 9887:47869]" descr="Rectangle. градиент">
            <a:extLst>
              <a:ext uri="{FF2B5EF4-FFF2-40B4-BE49-F238E27FC236}">
                <a16:creationId xmlns:a16="http://schemas.microsoft.com/office/drawing/2014/main" id="{5A63E8BE-3B30-469D-ACAF-816AC2D02A1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16015" y="0"/>
            <a:ext cx="9283468" cy="4444889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428553" y="2413143"/>
            <a:ext cx="9270929" cy="2054478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5600"/>
              </a:lnSpc>
              <a:defRPr sz="5400" cap="all" spc="-150" baseline="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Образец</a:t>
            </a:r>
            <a:br>
              <a:rPr lang="ru-RU" dirty="0"/>
            </a:br>
            <a:r>
              <a:rPr lang="ru-RU" dirty="0"/>
              <a:t>заголовка</a:t>
            </a:r>
            <a:br>
              <a:rPr lang="ru-RU" dirty="0"/>
            </a:br>
            <a:r>
              <a:rPr lang="ru-RU" dirty="0"/>
              <a:t>в три строчки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AD9185C-9B36-49F7-8433-42C685D54AC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4165" y="376145"/>
            <a:ext cx="1825200" cy="322869"/>
          </a:xfrm>
          <a:prstGeom prst="rect">
            <a:avLst/>
          </a:prstGeom>
        </p:spPr>
      </p:pic>
      <p:pic>
        <p:nvPicPr>
          <p:cNvPr id="16" name="Line [Figma 10114:38482]" descr="Line. градиент в обводке">
            <a:extLst>
              <a:ext uri="{FF2B5EF4-FFF2-40B4-BE49-F238E27FC236}">
                <a16:creationId xmlns:a16="http://schemas.microsoft.com/office/drawing/2014/main" id="{91ACDE30-5EFC-41F5-B31C-753001478AF4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0" y="4400462"/>
            <a:ext cx="12188523" cy="15871"/>
          </a:xfrm>
          <a:prstGeom prst="rect">
            <a:avLst/>
          </a:prstGeom>
        </p:spPr>
      </p:pic>
      <p:pic>
        <p:nvPicPr>
          <p:cNvPr id="17" name="Line [Figma 10114:38483]" descr="Line. градиент в обводке">
            <a:extLst>
              <a:ext uri="{FF2B5EF4-FFF2-40B4-BE49-F238E27FC236}">
                <a16:creationId xmlns:a16="http://schemas.microsoft.com/office/drawing/2014/main" id="{863FE477-78B8-4CF5-B18D-F9861F7F6B81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" y="1622223"/>
            <a:ext cx="12191692" cy="15871"/>
          </a:xfrm>
          <a:prstGeom prst="rect">
            <a:avLst/>
          </a:prstGeom>
        </p:spPr>
      </p:pic>
      <p:pic>
        <p:nvPicPr>
          <p:cNvPr id="18" name="Line [Figma 10114:38484]" descr="Line. градиент в обводке">
            <a:extLst>
              <a:ext uri="{FF2B5EF4-FFF2-40B4-BE49-F238E27FC236}">
                <a16:creationId xmlns:a16="http://schemas.microsoft.com/office/drawing/2014/main" id="{7E886FF9-6E52-479B-8A5A-41D1C3BF5C0E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428553" y="64"/>
            <a:ext cx="15875" cy="6857765"/>
          </a:xfrm>
          <a:prstGeom prst="rect">
            <a:avLst/>
          </a:prstGeom>
        </p:spPr>
      </p:pic>
      <p:pic>
        <p:nvPicPr>
          <p:cNvPr id="19" name="Line [Figma 10114:38484]" descr="Line. градиент в обводке">
            <a:extLst>
              <a:ext uri="{FF2B5EF4-FFF2-40B4-BE49-F238E27FC236}">
                <a16:creationId xmlns:a16="http://schemas.microsoft.com/office/drawing/2014/main" id="{531CF36E-CE7B-42CE-983E-6BC5999C30E6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11596" y="94407"/>
            <a:ext cx="15875" cy="6857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356555"/>
      </p:ext>
    </p:extLst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Облож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C6857E9-FE4E-4B7D-A03B-A8AE9451A1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Line [Figma 9043:6352]" descr="Line. градиент в обводке">
            <a:extLst>
              <a:ext uri="{FF2B5EF4-FFF2-40B4-BE49-F238E27FC236}">
                <a16:creationId xmlns:a16="http://schemas.microsoft.com/office/drawing/2014/main" id="{2F42EBB4-5A52-45AA-9A2F-7E98BDDDEEB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78325"/>
            <a:ext cx="12192000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Line [Figma 9043:6353]" descr="Line. градиент в обводке">
            <a:extLst>
              <a:ext uri="{FF2B5EF4-FFF2-40B4-BE49-F238E27FC236}">
                <a16:creationId xmlns:a16="http://schemas.microsoft.com/office/drawing/2014/main" id="{9DB53208-2B32-44D6-949D-8A09B2C402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2406650"/>
            <a:ext cx="12188825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66" y="2423641"/>
            <a:ext cx="5437198" cy="2402359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000"/>
              </a:lnSpc>
              <a:defRPr sz="4000" cap="all" spc="-150" baseline="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три строчки</a:t>
            </a:r>
            <a:br>
              <a:rPr lang="ru-RU" dirty="0"/>
            </a:br>
            <a:r>
              <a:rPr lang="ru-RU" dirty="0"/>
              <a:t>для образца</a:t>
            </a:r>
          </a:p>
        </p:txBody>
      </p:sp>
      <p:pic>
        <p:nvPicPr>
          <p:cNvPr id="31" name="Vector [Figma 9887:63687]" descr="Vector. векторный контур">
            <a:extLst>
              <a:ext uri="{FF2B5EF4-FFF2-40B4-BE49-F238E27FC236}">
                <a16:creationId xmlns:a16="http://schemas.microsoft.com/office/drawing/2014/main" id="{134CF360-0F39-4435-BD95-4A629699A07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26249" y="493410"/>
            <a:ext cx="100208" cy="99030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F28CD005-6DC3-4013-90DE-A46B546D7F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27157" y="368300"/>
            <a:ext cx="823585" cy="349200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9A16CF99-F442-4A44-B3EF-6F103B54E17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1475" y="368300"/>
            <a:ext cx="879464" cy="319213"/>
          </a:xfrm>
          <a:prstGeom prst="rect">
            <a:avLst/>
          </a:prstGeom>
        </p:spPr>
      </p:pic>
      <p:sp>
        <p:nvSpPr>
          <p:cNvPr id="11" name="Rectangle 240662521 [Figma 9887:63708]">
            <a:extLst>
              <a:ext uri="{FF2B5EF4-FFF2-40B4-BE49-F238E27FC236}">
                <a16:creationId xmlns:a16="http://schemas.microsoft.com/office/drawing/2014/main" id="{D17B948A-C879-4014-822C-489FE967D402}"/>
              </a:ext>
            </a:extLst>
          </p:cNvPr>
          <p:cNvSpPr/>
          <p:nvPr userDrawn="1"/>
        </p:nvSpPr>
        <p:spPr>
          <a:xfrm>
            <a:off x="380990" y="5930752"/>
            <a:ext cx="25399" cy="546086"/>
          </a:xfrm>
          <a:prstGeom prst="roundRect">
            <a:avLst>
              <a:gd name="adj" fmla="val 50001"/>
            </a:avLst>
          </a:prstGeom>
          <a:solidFill>
            <a:schemeClr val="tx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Текст 3">
            <a:extLst>
              <a:ext uri="{FF2B5EF4-FFF2-40B4-BE49-F238E27FC236}">
                <a16:creationId xmlns:a16="http://schemas.microsoft.com/office/drawing/2014/main" id="{500F2E23-8BF1-4208-8B85-553A5800A1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8673" y="6040283"/>
            <a:ext cx="4017085" cy="1635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3" name="Текст 3">
            <a:extLst>
              <a:ext uri="{FF2B5EF4-FFF2-40B4-BE49-F238E27FC236}">
                <a16:creationId xmlns:a16="http://schemas.microsoft.com/office/drawing/2014/main" id="{6807F705-F8F9-40EB-AF4D-B91B8C60D0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8674" y="6247288"/>
            <a:ext cx="4017085" cy="1635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ACB6C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Месяц 2000</a:t>
            </a:r>
          </a:p>
        </p:txBody>
      </p:sp>
    </p:spTree>
    <p:extLst>
      <p:ext uri="{BB962C8B-B14F-4D97-AF65-F5344CB8AC3E}">
        <p14:creationId xmlns:p14="http://schemas.microsoft.com/office/powerpoint/2010/main" val="89357198"/>
      </p:ext>
    </p:extLst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Облож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ine [Figma 9043:6352]" descr="Line. градиент в обводке">
            <a:extLst>
              <a:ext uri="{FF2B5EF4-FFF2-40B4-BE49-F238E27FC236}">
                <a16:creationId xmlns:a16="http://schemas.microsoft.com/office/drawing/2014/main" id="{2F42EBB4-5A52-45AA-9A2F-7E98BDDDEEB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78325"/>
            <a:ext cx="12192000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Line [Figma 9043:6353]" descr="Line. градиент в обводке">
            <a:extLst>
              <a:ext uri="{FF2B5EF4-FFF2-40B4-BE49-F238E27FC236}">
                <a16:creationId xmlns:a16="http://schemas.microsoft.com/office/drawing/2014/main" id="{9DB53208-2B32-44D6-949D-8A09B2C402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2406650"/>
            <a:ext cx="12188825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66" y="2423641"/>
            <a:ext cx="5437198" cy="2402359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000"/>
              </a:lnSpc>
              <a:defRPr sz="4000" cap="all" spc="-150" baseline="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три строчки</a:t>
            </a:r>
            <a:br>
              <a:rPr lang="ru-RU" dirty="0"/>
            </a:br>
            <a:r>
              <a:rPr lang="ru-RU" dirty="0"/>
              <a:t>для образца</a:t>
            </a:r>
          </a:p>
        </p:txBody>
      </p:sp>
      <p:sp>
        <p:nvSpPr>
          <p:cNvPr id="18" name="Rectangle 240662521 [Figma 9887:63708]">
            <a:extLst>
              <a:ext uri="{FF2B5EF4-FFF2-40B4-BE49-F238E27FC236}">
                <a16:creationId xmlns:a16="http://schemas.microsoft.com/office/drawing/2014/main" id="{2628694C-5803-41AB-B185-87803EC49C98}"/>
              </a:ext>
            </a:extLst>
          </p:cNvPr>
          <p:cNvSpPr/>
          <p:nvPr userDrawn="1"/>
        </p:nvSpPr>
        <p:spPr>
          <a:xfrm>
            <a:off x="380990" y="5930752"/>
            <a:ext cx="25399" cy="546086"/>
          </a:xfrm>
          <a:prstGeom prst="roundRect">
            <a:avLst>
              <a:gd name="adj" fmla="val 50001"/>
            </a:avLst>
          </a:prstGeom>
          <a:solidFill>
            <a:schemeClr val="tx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1" name="Vector [Figma 9887:63687]" descr="Vector. векторный контур">
            <a:extLst>
              <a:ext uri="{FF2B5EF4-FFF2-40B4-BE49-F238E27FC236}">
                <a16:creationId xmlns:a16="http://schemas.microsoft.com/office/drawing/2014/main" id="{134CF360-0F39-4435-BD95-4A629699A07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26249" y="493410"/>
            <a:ext cx="100208" cy="99030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F28CD005-6DC3-4013-90DE-A46B546D7F9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27157" y="368300"/>
            <a:ext cx="823585" cy="349200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9A16CF99-F442-4A44-B3EF-6F103B54E170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1475" y="368300"/>
            <a:ext cx="879464" cy="319213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D7D6D98B-8B33-4F5E-94FD-8CE49E9758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8673" y="6040283"/>
            <a:ext cx="4017085" cy="1635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3" name="Текст 3">
            <a:extLst>
              <a:ext uri="{FF2B5EF4-FFF2-40B4-BE49-F238E27FC236}">
                <a16:creationId xmlns:a16="http://schemas.microsoft.com/office/drawing/2014/main" id="{7DE74441-5EC9-4BC7-B53A-DF50B7A9EA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8674" y="6247288"/>
            <a:ext cx="4017085" cy="1635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ACB6C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Месяц 2000</a:t>
            </a:r>
          </a:p>
        </p:txBody>
      </p:sp>
    </p:spTree>
    <p:extLst>
      <p:ext uri="{BB962C8B-B14F-4D97-AF65-F5344CB8AC3E}">
        <p14:creationId xmlns:p14="http://schemas.microsoft.com/office/powerpoint/2010/main" val="2772890292"/>
      </p:ext>
    </p:extLst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Содержание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9544F697-9F7C-4100-B82E-76597C13058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4519" y="2794152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solidFill>
                  <a:schemeClr val="tx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en-US" dirty="0"/>
              <a:t>1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4BCD6BF-C470-4F3A-A6A9-72D0CBF5A03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61160" y="2794153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Титульные слайды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C43D4F18-5A57-40C1-AA38-9EEF0B5BB9E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61160" y="3356013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09</a:t>
            </a:r>
          </a:p>
        </p:txBody>
      </p:sp>
      <p:sp>
        <p:nvSpPr>
          <p:cNvPr id="143" name="Текст 9">
            <a:extLst>
              <a:ext uri="{FF2B5EF4-FFF2-40B4-BE49-F238E27FC236}">
                <a16:creationId xmlns:a16="http://schemas.microsoft.com/office/drawing/2014/main" id="{1C1CEE07-3BB3-468D-9ECA-05DB27A574F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55795" y="2794152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solidFill>
                  <a:schemeClr val="tx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2</a:t>
            </a:r>
          </a:p>
        </p:txBody>
      </p:sp>
      <p:sp>
        <p:nvSpPr>
          <p:cNvPr id="144" name="Текст 4">
            <a:extLst>
              <a:ext uri="{FF2B5EF4-FFF2-40B4-BE49-F238E27FC236}">
                <a16:creationId xmlns:a16="http://schemas.microsoft.com/office/drawing/2014/main" id="{511B0CF8-1C4D-44DF-BDEB-36A7E34C3DC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12436" y="2794153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Раздельные слайды</a:t>
            </a:r>
          </a:p>
        </p:txBody>
      </p:sp>
      <p:sp>
        <p:nvSpPr>
          <p:cNvPr id="145" name="Текст 7">
            <a:extLst>
              <a:ext uri="{FF2B5EF4-FFF2-40B4-BE49-F238E27FC236}">
                <a16:creationId xmlns:a16="http://schemas.microsoft.com/office/drawing/2014/main" id="{6DEB178C-EBBD-44AB-A171-90B021CBF66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512436" y="3356013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13</a:t>
            </a:r>
          </a:p>
        </p:txBody>
      </p:sp>
      <p:sp>
        <p:nvSpPr>
          <p:cNvPr id="147" name="Текст 9">
            <a:extLst>
              <a:ext uri="{FF2B5EF4-FFF2-40B4-BE49-F238E27FC236}">
                <a16:creationId xmlns:a16="http://schemas.microsoft.com/office/drawing/2014/main" id="{879B0177-D0F3-4571-A571-8E6D449FBEA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07071" y="2785762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solidFill>
                  <a:schemeClr val="tx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3</a:t>
            </a:r>
          </a:p>
        </p:txBody>
      </p:sp>
      <p:sp>
        <p:nvSpPr>
          <p:cNvPr id="148" name="Текст 4">
            <a:extLst>
              <a:ext uri="{FF2B5EF4-FFF2-40B4-BE49-F238E27FC236}">
                <a16:creationId xmlns:a16="http://schemas.microsoft.com/office/drawing/2014/main" id="{381B60CC-166A-48D9-9F0E-31A7EDCCBF0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363712" y="2785763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Навигация</a:t>
            </a:r>
          </a:p>
        </p:txBody>
      </p:sp>
      <p:sp>
        <p:nvSpPr>
          <p:cNvPr id="149" name="Текст 7">
            <a:extLst>
              <a:ext uri="{FF2B5EF4-FFF2-40B4-BE49-F238E27FC236}">
                <a16:creationId xmlns:a16="http://schemas.microsoft.com/office/drawing/2014/main" id="{B91BC7B4-31F5-4319-948D-22D0382AE18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363712" y="3347623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15</a:t>
            </a:r>
          </a:p>
        </p:txBody>
      </p:sp>
      <p:sp>
        <p:nvSpPr>
          <p:cNvPr id="151" name="Текст 9">
            <a:extLst>
              <a:ext uri="{FF2B5EF4-FFF2-40B4-BE49-F238E27FC236}">
                <a16:creationId xmlns:a16="http://schemas.microsoft.com/office/drawing/2014/main" id="{ADB4BCD0-0D97-4C88-83D5-27A10DF574F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98836" y="4104416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solidFill>
                  <a:schemeClr val="tx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4</a:t>
            </a:r>
          </a:p>
        </p:txBody>
      </p:sp>
      <p:sp>
        <p:nvSpPr>
          <p:cNvPr id="152" name="Текст 4">
            <a:extLst>
              <a:ext uri="{FF2B5EF4-FFF2-40B4-BE49-F238E27FC236}">
                <a16:creationId xmlns:a16="http://schemas.microsoft.com/office/drawing/2014/main" id="{460A92A5-4C17-497A-97C8-53421EA28BC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677227" y="4104417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Контентные слайды</a:t>
            </a:r>
          </a:p>
        </p:txBody>
      </p:sp>
      <p:sp>
        <p:nvSpPr>
          <p:cNvPr id="153" name="Текст 7">
            <a:extLst>
              <a:ext uri="{FF2B5EF4-FFF2-40B4-BE49-F238E27FC236}">
                <a16:creationId xmlns:a16="http://schemas.microsoft.com/office/drawing/2014/main" id="{FAB8F0F1-780B-46F7-8C5E-7DC3C10E5BC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655477" y="4666277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16</a:t>
            </a:r>
          </a:p>
        </p:txBody>
      </p:sp>
      <p:sp>
        <p:nvSpPr>
          <p:cNvPr id="155" name="Текст 9">
            <a:extLst>
              <a:ext uri="{FF2B5EF4-FFF2-40B4-BE49-F238E27FC236}">
                <a16:creationId xmlns:a16="http://schemas.microsoft.com/office/drawing/2014/main" id="{07AFE387-0F4F-4E87-87BB-5B2C9D7631A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450112" y="4104416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solidFill>
                  <a:schemeClr val="tx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5</a:t>
            </a:r>
          </a:p>
        </p:txBody>
      </p:sp>
      <p:sp>
        <p:nvSpPr>
          <p:cNvPr id="156" name="Текст 4">
            <a:extLst>
              <a:ext uri="{FF2B5EF4-FFF2-40B4-BE49-F238E27FC236}">
                <a16:creationId xmlns:a16="http://schemas.microsoft.com/office/drawing/2014/main" id="{E53A190A-4919-414B-B6E1-B1608C7CCE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528503" y="4104417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Таблицы</a:t>
            </a:r>
          </a:p>
        </p:txBody>
      </p:sp>
      <p:sp>
        <p:nvSpPr>
          <p:cNvPr id="157" name="Текст 7">
            <a:extLst>
              <a:ext uri="{FF2B5EF4-FFF2-40B4-BE49-F238E27FC236}">
                <a16:creationId xmlns:a16="http://schemas.microsoft.com/office/drawing/2014/main" id="{F58AF3C2-4320-444B-9D46-7FABE832E60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506753" y="4666277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36</a:t>
            </a:r>
          </a:p>
        </p:txBody>
      </p:sp>
      <p:sp>
        <p:nvSpPr>
          <p:cNvPr id="159" name="Текст 9">
            <a:extLst>
              <a:ext uri="{FF2B5EF4-FFF2-40B4-BE49-F238E27FC236}">
                <a16:creationId xmlns:a16="http://schemas.microsoft.com/office/drawing/2014/main" id="{B1798F73-1F2A-4DE6-8862-F8CA4FFD860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01388" y="4096026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solidFill>
                  <a:schemeClr val="tx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6</a:t>
            </a:r>
          </a:p>
        </p:txBody>
      </p:sp>
      <p:sp>
        <p:nvSpPr>
          <p:cNvPr id="160" name="Текст 4">
            <a:extLst>
              <a:ext uri="{FF2B5EF4-FFF2-40B4-BE49-F238E27FC236}">
                <a16:creationId xmlns:a16="http://schemas.microsoft.com/office/drawing/2014/main" id="{57D222AD-8D23-4711-8885-8D8A06CC797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358029" y="4096027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Схемы и диаграммы</a:t>
            </a:r>
          </a:p>
        </p:txBody>
      </p:sp>
      <p:sp>
        <p:nvSpPr>
          <p:cNvPr id="161" name="Текст 7">
            <a:extLst>
              <a:ext uri="{FF2B5EF4-FFF2-40B4-BE49-F238E27FC236}">
                <a16:creationId xmlns:a16="http://schemas.microsoft.com/office/drawing/2014/main" id="{682FB1BA-8725-4891-8167-07B7E169A3E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358029" y="4657887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39</a:t>
            </a:r>
          </a:p>
        </p:txBody>
      </p:sp>
      <p:sp>
        <p:nvSpPr>
          <p:cNvPr id="163" name="Текст 9">
            <a:extLst>
              <a:ext uri="{FF2B5EF4-FFF2-40B4-BE49-F238E27FC236}">
                <a16:creationId xmlns:a16="http://schemas.microsoft.com/office/drawing/2014/main" id="{13EDD3DC-C617-44C7-9365-1CA061923D5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90277" y="5374885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solidFill>
                  <a:schemeClr val="tx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7</a:t>
            </a:r>
          </a:p>
        </p:txBody>
      </p:sp>
      <p:sp>
        <p:nvSpPr>
          <p:cNvPr id="164" name="Текст 4">
            <a:extLst>
              <a:ext uri="{FF2B5EF4-FFF2-40B4-BE49-F238E27FC236}">
                <a16:creationId xmlns:a16="http://schemas.microsoft.com/office/drawing/2014/main" id="{7A1E98E3-C2C1-4010-AB25-4AB104FC397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668668" y="5374886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sp>
        <p:nvSpPr>
          <p:cNvPr id="165" name="Текст 7">
            <a:extLst>
              <a:ext uri="{FF2B5EF4-FFF2-40B4-BE49-F238E27FC236}">
                <a16:creationId xmlns:a16="http://schemas.microsoft.com/office/drawing/2014/main" id="{1A4B8D07-FA18-4BA0-A707-9F88B634E34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646918" y="5936746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49</a:t>
            </a:r>
          </a:p>
        </p:txBody>
      </p:sp>
      <p:sp>
        <p:nvSpPr>
          <p:cNvPr id="167" name="Текст 9">
            <a:extLst>
              <a:ext uri="{FF2B5EF4-FFF2-40B4-BE49-F238E27FC236}">
                <a16:creationId xmlns:a16="http://schemas.microsoft.com/office/drawing/2014/main" id="{BCF1674D-2B2B-4E77-8D13-EAC3081B65F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441553" y="5374885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solidFill>
                  <a:schemeClr val="tx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8</a:t>
            </a:r>
          </a:p>
        </p:txBody>
      </p:sp>
      <p:sp>
        <p:nvSpPr>
          <p:cNvPr id="168" name="Текст 4">
            <a:extLst>
              <a:ext uri="{FF2B5EF4-FFF2-40B4-BE49-F238E27FC236}">
                <a16:creationId xmlns:a16="http://schemas.microsoft.com/office/drawing/2014/main" id="{C239EB68-AAD1-4014-BDA3-507D5AABB63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519944" y="5374886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Направления и паттерны</a:t>
            </a:r>
          </a:p>
        </p:txBody>
      </p:sp>
      <p:sp>
        <p:nvSpPr>
          <p:cNvPr id="169" name="Текст 7">
            <a:extLst>
              <a:ext uri="{FF2B5EF4-FFF2-40B4-BE49-F238E27FC236}">
                <a16:creationId xmlns:a16="http://schemas.microsoft.com/office/drawing/2014/main" id="{33A42EF0-A894-4C04-BA3D-82C3361A287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498194" y="5936746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50</a:t>
            </a:r>
          </a:p>
        </p:txBody>
      </p:sp>
      <p:sp>
        <p:nvSpPr>
          <p:cNvPr id="171" name="Текст 9">
            <a:extLst>
              <a:ext uri="{FF2B5EF4-FFF2-40B4-BE49-F238E27FC236}">
                <a16:creationId xmlns:a16="http://schemas.microsoft.com/office/drawing/2014/main" id="{6D583F18-AA6D-4DB7-A0D2-DE3A8D0A17C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292829" y="5366495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solidFill>
                  <a:schemeClr val="tx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9</a:t>
            </a:r>
          </a:p>
        </p:txBody>
      </p:sp>
      <p:sp>
        <p:nvSpPr>
          <p:cNvPr id="172" name="Текст 4">
            <a:extLst>
              <a:ext uri="{FF2B5EF4-FFF2-40B4-BE49-F238E27FC236}">
                <a16:creationId xmlns:a16="http://schemas.microsoft.com/office/drawing/2014/main" id="{E73E9EAE-6367-4B05-86DB-815BF0D0DE7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371220" y="5366496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Дополнительные элементы</a:t>
            </a:r>
          </a:p>
        </p:txBody>
      </p:sp>
      <p:sp>
        <p:nvSpPr>
          <p:cNvPr id="173" name="Текст 7">
            <a:extLst>
              <a:ext uri="{FF2B5EF4-FFF2-40B4-BE49-F238E27FC236}">
                <a16:creationId xmlns:a16="http://schemas.microsoft.com/office/drawing/2014/main" id="{67EEDA7B-59F1-4C6D-8986-CB8A474AFAED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349470" y="5928356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60</a:t>
            </a:r>
          </a:p>
        </p:txBody>
      </p:sp>
      <p:pic>
        <p:nvPicPr>
          <p:cNvPr id="174" name="Рисунок 173">
            <a:extLst>
              <a:ext uri="{FF2B5EF4-FFF2-40B4-BE49-F238E27FC236}">
                <a16:creationId xmlns:a16="http://schemas.microsoft.com/office/drawing/2014/main" id="{B006C905-A940-44A0-B9A7-78DA4F62DF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853438"/>
      </p:ext>
    </p:extLst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уллиты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буллиты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4" name="Рисунок 173">
            <a:extLst>
              <a:ext uri="{FF2B5EF4-FFF2-40B4-BE49-F238E27FC236}">
                <a16:creationId xmlns:a16="http://schemas.microsoft.com/office/drawing/2014/main" id="{B006C905-A940-44A0-B9A7-78DA4F62DF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E37772B0-CB9E-497D-AFF0-3DEE16D0138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320767" y="1584325"/>
            <a:ext cx="922023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73ED74C-5170-49D2-8C4A-37748C9F7AE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0667" y="1584325"/>
            <a:ext cx="800100" cy="76517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kern="200" spc="-200" baseline="0">
                <a:solidFill>
                  <a:schemeClr val="accent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76" name="Текст 2">
            <a:extLst>
              <a:ext uri="{FF2B5EF4-FFF2-40B4-BE49-F238E27FC236}">
                <a16:creationId xmlns:a16="http://schemas.microsoft.com/office/drawing/2014/main" id="{761ACA31-4C74-48A5-92D9-AAA100218A7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320767" y="2830085"/>
            <a:ext cx="922023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77" name="Текст 5">
            <a:extLst>
              <a:ext uri="{FF2B5EF4-FFF2-40B4-BE49-F238E27FC236}">
                <a16:creationId xmlns:a16="http://schemas.microsoft.com/office/drawing/2014/main" id="{F3FDE278-6D2D-41D7-8953-68AF70AA58A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0667" y="2830085"/>
            <a:ext cx="800100" cy="76517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kern="200" spc="-200" baseline="0">
                <a:solidFill>
                  <a:schemeClr val="accent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78" name="Текст 2">
            <a:extLst>
              <a:ext uri="{FF2B5EF4-FFF2-40B4-BE49-F238E27FC236}">
                <a16:creationId xmlns:a16="http://schemas.microsoft.com/office/drawing/2014/main" id="{552DD092-6782-4BDF-8F89-D748FE53F22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320767" y="4087385"/>
            <a:ext cx="922023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79" name="Текст 5">
            <a:extLst>
              <a:ext uri="{FF2B5EF4-FFF2-40B4-BE49-F238E27FC236}">
                <a16:creationId xmlns:a16="http://schemas.microsoft.com/office/drawing/2014/main" id="{216DB16B-9693-4283-A2B2-4EDC02F2AC3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0667" y="4087385"/>
            <a:ext cx="800100" cy="76517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kern="200" spc="-200" baseline="0">
                <a:solidFill>
                  <a:schemeClr val="accent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82" name="Текст 2">
            <a:extLst>
              <a:ext uri="{FF2B5EF4-FFF2-40B4-BE49-F238E27FC236}">
                <a16:creationId xmlns:a16="http://schemas.microsoft.com/office/drawing/2014/main" id="{AF352D55-F57E-4F38-AF4B-A4D559FD56A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320767" y="5382785"/>
            <a:ext cx="922023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83" name="Текст 5">
            <a:extLst>
              <a:ext uri="{FF2B5EF4-FFF2-40B4-BE49-F238E27FC236}">
                <a16:creationId xmlns:a16="http://schemas.microsoft.com/office/drawing/2014/main" id="{F2C85A90-B8A1-4749-BAE5-2205C6E0E07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0667" y="5382785"/>
            <a:ext cx="800100" cy="76517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kern="200" spc="-200" baseline="0">
                <a:solidFill>
                  <a:schemeClr val="accent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258664750"/>
      </p:ext>
    </p:extLst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уллиты с ико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Буллиты с иконками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4" name="Рисунок 173">
            <a:extLst>
              <a:ext uri="{FF2B5EF4-FFF2-40B4-BE49-F238E27FC236}">
                <a16:creationId xmlns:a16="http://schemas.microsoft.com/office/drawing/2014/main" id="{B006C905-A940-44A0-B9A7-78DA4F62DF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E37772B0-CB9E-497D-AFF0-3DEE16D0138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517807" y="1584325"/>
            <a:ext cx="902319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76" name="Текст 2">
            <a:extLst>
              <a:ext uri="{FF2B5EF4-FFF2-40B4-BE49-F238E27FC236}">
                <a16:creationId xmlns:a16="http://schemas.microsoft.com/office/drawing/2014/main" id="{761ACA31-4C74-48A5-92D9-AAA100218A7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517807" y="2830085"/>
            <a:ext cx="902319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78" name="Текст 2">
            <a:extLst>
              <a:ext uri="{FF2B5EF4-FFF2-40B4-BE49-F238E27FC236}">
                <a16:creationId xmlns:a16="http://schemas.microsoft.com/office/drawing/2014/main" id="{552DD092-6782-4BDF-8F89-D748FE53F22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7807" y="4087385"/>
            <a:ext cx="902319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82" name="Текст 2">
            <a:extLst>
              <a:ext uri="{FF2B5EF4-FFF2-40B4-BE49-F238E27FC236}">
                <a16:creationId xmlns:a16="http://schemas.microsoft.com/office/drawing/2014/main" id="{AF352D55-F57E-4F38-AF4B-A4D559FD56A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517807" y="5382785"/>
            <a:ext cx="902319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63362769"/>
      </p:ext>
    </p:extLst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уллиты с вывод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Буллиты с выводом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4" name="Рисунок 173">
            <a:extLst>
              <a:ext uri="{FF2B5EF4-FFF2-40B4-BE49-F238E27FC236}">
                <a16:creationId xmlns:a16="http://schemas.microsoft.com/office/drawing/2014/main" id="{B006C905-A940-44A0-B9A7-78DA4F62DF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E37772B0-CB9E-497D-AFF0-3DEE16D0138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517807" y="1584325"/>
            <a:ext cx="902319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76" name="Текст 2">
            <a:extLst>
              <a:ext uri="{FF2B5EF4-FFF2-40B4-BE49-F238E27FC236}">
                <a16:creationId xmlns:a16="http://schemas.microsoft.com/office/drawing/2014/main" id="{761ACA31-4C74-48A5-92D9-AAA100218A7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517807" y="2830085"/>
            <a:ext cx="902319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78" name="Текст 2">
            <a:extLst>
              <a:ext uri="{FF2B5EF4-FFF2-40B4-BE49-F238E27FC236}">
                <a16:creationId xmlns:a16="http://schemas.microsoft.com/office/drawing/2014/main" id="{552DD092-6782-4BDF-8F89-D748FE53F22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7807" y="4087385"/>
            <a:ext cx="902319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82" name="Текст 2">
            <a:extLst>
              <a:ext uri="{FF2B5EF4-FFF2-40B4-BE49-F238E27FC236}">
                <a16:creationId xmlns:a16="http://schemas.microsoft.com/office/drawing/2014/main" id="{AF352D55-F57E-4F38-AF4B-A4D559FD56A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47701" y="5382785"/>
            <a:ext cx="9893300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84032975"/>
      </p:ext>
    </p:extLst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ертикальные карточ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kern="200" cap="all" spc="-100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Вертикальные карточки</a:t>
            </a:r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26"/>
          </p:nvPr>
        </p:nvSpPr>
        <p:spPr>
          <a:xfrm>
            <a:off x="587375" y="2365946"/>
            <a:ext cx="5168771" cy="293613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lang="ru-RU" sz="1400" kern="0" spc="-10" dirty="0">
                <a:solidFill>
                  <a:srgbClr val="6B7683"/>
                </a:solidFill>
                <a:latin typeface="VTB Group Light" pitchFamily="34" charset="0"/>
                <a:ea typeface="VTB Group Light" pitchFamily="34" charset="-122"/>
                <a:cs typeface="VTB Group Light" pitchFamily="34" charset="-120"/>
              </a:rPr>
              <a:t>Образец текста</a:t>
            </a:r>
            <a:endParaRPr lang="en-US" sz="1400" dirty="0"/>
          </a:p>
        </p:txBody>
      </p:sp>
      <p:sp>
        <p:nvSpPr>
          <p:cNvPr id="28" name="Номер слайда 61">
            <a:extLst>
              <a:ext uri="{FF2B5EF4-FFF2-40B4-BE49-F238E27FC236}">
                <a16:creationId xmlns:a16="http://schemas.microsoft.com/office/drawing/2014/main" id="{4B3CCE28-E7E0-403A-B034-114643900A0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F891E-63B0-45CA-9A92-96A490F157E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E25524F-03A3-4C05-8759-4E2C8A2DD4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07D207F9-024E-43D3-88C4-A978615F851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913296" y="1535874"/>
            <a:ext cx="4707003" cy="50985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раздела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5B28C48-F733-4EE0-9BF2-6F141D80FFB1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407149" y="2365375"/>
            <a:ext cx="5213150" cy="2936703"/>
          </a:xfrm>
          <a:prstGeom prst="rect">
            <a:avLst/>
          </a:prstGeom>
        </p:spPr>
        <p:txBody>
          <a:bodyPr lIns="0" tIns="0" rIns="0" bIns="0"/>
          <a:lstStyle>
            <a:lvl1pPr marL="180975" indent="-180975">
              <a:buClr>
                <a:schemeClr val="accent1"/>
              </a:buClr>
              <a:buSzPct val="120000"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marL="180975" marR="0" lvl="0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Образец текста</a:t>
            </a:r>
          </a:p>
          <a:p>
            <a:pPr lvl="0"/>
            <a:endParaRPr lang="ru-RU" dirty="0"/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A88CC75A-F951-488C-B4F5-D3561E0A340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131749" y="1514601"/>
            <a:ext cx="4624397" cy="50985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раздела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7875107"/>
      </p:ext>
    </p:extLst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ертикальные карточки с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kern="200" cap="all" spc="-100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Вертикальные карточки с фото</a:t>
            </a:r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26"/>
          </p:nvPr>
        </p:nvSpPr>
        <p:spPr>
          <a:xfrm>
            <a:off x="587375" y="2365946"/>
            <a:ext cx="5168771" cy="17361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lang="ru-RU" sz="1400" kern="0" spc="-10" dirty="0">
                <a:solidFill>
                  <a:srgbClr val="6B7683"/>
                </a:solidFill>
                <a:latin typeface="VTB Group Light" pitchFamily="34" charset="0"/>
                <a:ea typeface="VTB Group Light" pitchFamily="34" charset="-122"/>
                <a:cs typeface="VTB Group Light" pitchFamily="34" charset="-120"/>
              </a:rPr>
              <a:t>Образец текста</a:t>
            </a:r>
            <a:endParaRPr lang="en-US" sz="1400" dirty="0"/>
          </a:p>
        </p:txBody>
      </p:sp>
      <p:sp>
        <p:nvSpPr>
          <p:cNvPr id="28" name="Номер слайда 61">
            <a:extLst>
              <a:ext uri="{FF2B5EF4-FFF2-40B4-BE49-F238E27FC236}">
                <a16:creationId xmlns:a16="http://schemas.microsoft.com/office/drawing/2014/main" id="{4B3CCE28-E7E0-403A-B034-114643900A0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F891E-63B0-45CA-9A92-96A490F157E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E25524F-03A3-4C05-8759-4E2C8A2DD4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07D207F9-024E-43D3-88C4-A978615F851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913296" y="1535874"/>
            <a:ext cx="4707003" cy="50985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раздела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CFD4DAE-EC25-475D-978A-9222B19796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350000" y="2365375"/>
            <a:ext cx="5254625" cy="1736725"/>
          </a:xfrm>
          <a:prstGeom prst="rect">
            <a:avLst/>
          </a:prstGeom>
        </p:spPr>
        <p:txBody>
          <a:bodyPr lIns="0" tIns="0" rIns="0" bIns="0"/>
          <a:lstStyle>
            <a:lvl1pPr marL="177800" indent="-177800">
              <a:buClr>
                <a:schemeClr val="accent1"/>
              </a:buClr>
              <a:buSzPct val="120000"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4C99A5C8-4F60-4412-AA31-B9831CCADDD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130227" y="1514601"/>
            <a:ext cx="4625919" cy="50985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раздела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14177220"/>
      </p:ext>
    </p:extLst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Вертикальные карточ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kern="200" cap="all" spc="-100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3 Вертикальные карточки</a:t>
            </a:r>
          </a:p>
        </p:txBody>
      </p:sp>
      <p:sp>
        <p:nvSpPr>
          <p:cNvPr id="28" name="Номер слайда 61">
            <a:extLst>
              <a:ext uri="{FF2B5EF4-FFF2-40B4-BE49-F238E27FC236}">
                <a16:creationId xmlns:a16="http://schemas.microsoft.com/office/drawing/2014/main" id="{4B3CCE28-E7E0-403A-B034-114643900A0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F891E-63B0-45CA-9A92-96A490F157E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E25524F-03A3-4C05-8759-4E2C8A2DD4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38" name="Текст 7">
            <a:extLst>
              <a:ext uri="{FF2B5EF4-FFF2-40B4-BE49-F238E27FC236}">
                <a16:creationId xmlns:a16="http://schemas.microsoft.com/office/drawing/2014/main" id="{F40AA270-8957-4F14-8503-2A0D8057F2E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87376" y="2365945"/>
            <a:ext cx="3274620" cy="360896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lang="ru-RU" sz="1400" kern="0" spc="-10" dirty="0">
                <a:solidFill>
                  <a:srgbClr val="6B7683"/>
                </a:solidFill>
                <a:latin typeface="VTB Group Light" pitchFamily="34" charset="0"/>
                <a:ea typeface="VTB Group Light" pitchFamily="34" charset="-122"/>
                <a:cs typeface="VTB Group Light" pitchFamily="34" charset="-120"/>
              </a:rPr>
              <a:t>Образец текста</a:t>
            </a:r>
            <a:endParaRPr lang="en-US" sz="14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C6EF8C7-3D96-4813-A2DC-D70244D4252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902559" y="1524185"/>
            <a:ext cx="2721684" cy="48755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раздела</a:t>
            </a:r>
            <a:endParaRPr lang="ru-RU" dirty="0"/>
          </a:p>
        </p:txBody>
      </p:sp>
      <p:sp>
        <p:nvSpPr>
          <p:cNvPr id="54" name="Текст 3">
            <a:extLst>
              <a:ext uri="{FF2B5EF4-FFF2-40B4-BE49-F238E27FC236}">
                <a16:creationId xmlns:a16="http://schemas.microsoft.com/office/drawing/2014/main" id="{CF08A062-F4E6-4849-95CC-ED36DE3BAD2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180191" y="1524185"/>
            <a:ext cx="2721684" cy="48755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раздела</a:t>
            </a:r>
            <a:endParaRPr lang="ru-RU" dirty="0"/>
          </a:p>
        </p:txBody>
      </p:sp>
      <p:sp>
        <p:nvSpPr>
          <p:cNvPr id="74" name="Текст 3">
            <a:extLst>
              <a:ext uri="{FF2B5EF4-FFF2-40B4-BE49-F238E27FC236}">
                <a16:creationId xmlns:a16="http://schemas.microsoft.com/office/drawing/2014/main" id="{B3D4F3EF-1458-437C-BE5F-A141CBE5FDB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051472" y="1525753"/>
            <a:ext cx="2721684" cy="48755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раздела</a:t>
            </a:r>
            <a:endParaRPr lang="ru-RU" dirty="0"/>
          </a:p>
        </p:txBody>
      </p:sp>
      <p:sp>
        <p:nvSpPr>
          <p:cNvPr id="26" name="Текст 4">
            <a:extLst>
              <a:ext uri="{FF2B5EF4-FFF2-40B4-BE49-F238E27FC236}">
                <a16:creationId xmlns:a16="http://schemas.microsoft.com/office/drawing/2014/main" id="{AF0923DF-DC38-4E85-A2A6-EA18DF245BF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293100" y="2365375"/>
            <a:ext cx="3311525" cy="3599880"/>
          </a:xfrm>
          <a:prstGeom prst="rect">
            <a:avLst/>
          </a:prstGeom>
        </p:spPr>
        <p:txBody>
          <a:bodyPr lIns="0" tIns="0" rIns="0" bIns="0"/>
          <a:lstStyle>
            <a:lvl1pPr marL="177800" indent="-177800">
              <a:buClr>
                <a:schemeClr val="accent1"/>
              </a:buClr>
              <a:buSzPct val="120000"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7" name="Текст 4">
            <a:extLst>
              <a:ext uri="{FF2B5EF4-FFF2-40B4-BE49-F238E27FC236}">
                <a16:creationId xmlns:a16="http://schemas.microsoft.com/office/drawing/2014/main" id="{222EDED0-AAF1-43EC-AA3D-AAFF6016A9B9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4445321" y="2375470"/>
            <a:ext cx="3311525" cy="3599880"/>
          </a:xfrm>
          <a:prstGeom prst="rect">
            <a:avLst/>
          </a:prstGeom>
        </p:spPr>
        <p:txBody>
          <a:bodyPr lIns="0" tIns="0" rIns="0" bIns="0"/>
          <a:lstStyle>
            <a:lvl1pPr marL="177800" indent="-177800">
              <a:buClr>
                <a:schemeClr val="accent6"/>
              </a:buClr>
              <a:buSzPct val="120000"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42552174"/>
      </p:ext>
    </p:extLst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Вертикальные карточки с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8300"/>
            <a:ext cx="9155664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kern="200" cap="all" spc="-100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3 вертикальные карточки с фото</a:t>
            </a:r>
          </a:p>
        </p:txBody>
      </p:sp>
      <p:sp>
        <p:nvSpPr>
          <p:cNvPr id="28" name="Номер слайда 61">
            <a:extLst>
              <a:ext uri="{FF2B5EF4-FFF2-40B4-BE49-F238E27FC236}">
                <a16:creationId xmlns:a16="http://schemas.microsoft.com/office/drawing/2014/main" id="{4B3CCE28-E7E0-403A-B034-114643900A0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F891E-63B0-45CA-9A92-96A490F157E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E25524F-03A3-4C05-8759-4E2C8A2DD4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38" name="Текст 7">
            <a:extLst>
              <a:ext uri="{FF2B5EF4-FFF2-40B4-BE49-F238E27FC236}">
                <a16:creationId xmlns:a16="http://schemas.microsoft.com/office/drawing/2014/main" id="{F40AA270-8957-4F14-8503-2A0D8057F2E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87376" y="2365945"/>
            <a:ext cx="3274620" cy="182505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>
                <a:effectLst/>
              </a:rPr>
              <a:t>Образец текста</a:t>
            </a:r>
          </a:p>
          <a:p>
            <a:pPr marL="0" marR="0" lvl="0" indent="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>
                <a:effectLst/>
              </a:rPr>
              <a:t>Образец текста</a:t>
            </a:r>
          </a:p>
          <a:p>
            <a:pPr marL="0" marR="0" lvl="0" indent="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ru-RU" dirty="0">
              <a:effectLst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C6EF8C7-3D96-4813-A2DC-D70244D4252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902559" y="1524185"/>
            <a:ext cx="2721684" cy="48755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54" name="Текст 3">
            <a:extLst>
              <a:ext uri="{FF2B5EF4-FFF2-40B4-BE49-F238E27FC236}">
                <a16:creationId xmlns:a16="http://schemas.microsoft.com/office/drawing/2014/main" id="{CF08A062-F4E6-4849-95CC-ED36DE3BAD2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180191" y="1524185"/>
            <a:ext cx="2721684" cy="48755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74" name="Текст 3">
            <a:extLst>
              <a:ext uri="{FF2B5EF4-FFF2-40B4-BE49-F238E27FC236}">
                <a16:creationId xmlns:a16="http://schemas.microsoft.com/office/drawing/2014/main" id="{B3D4F3EF-1458-437C-BE5F-A141CBE5FDB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051472" y="1525753"/>
            <a:ext cx="2721684" cy="48755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30" name="Текст 4">
            <a:extLst>
              <a:ext uri="{FF2B5EF4-FFF2-40B4-BE49-F238E27FC236}">
                <a16:creationId xmlns:a16="http://schemas.microsoft.com/office/drawing/2014/main" id="{BC770120-677C-4DE8-B92C-D9781776F8D9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293100" y="2365375"/>
            <a:ext cx="3311525" cy="1815530"/>
          </a:xfrm>
          <a:prstGeom prst="rect">
            <a:avLst/>
          </a:prstGeom>
        </p:spPr>
        <p:txBody>
          <a:bodyPr lIns="0" tIns="0" rIns="0" bIns="0"/>
          <a:lstStyle>
            <a:lvl1pPr marL="177800" indent="-177800">
              <a:buClr>
                <a:schemeClr val="accent1"/>
              </a:buClr>
              <a:buSzPct val="120000"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2" name="Текст 4">
            <a:extLst>
              <a:ext uri="{FF2B5EF4-FFF2-40B4-BE49-F238E27FC236}">
                <a16:creationId xmlns:a16="http://schemas.microsoft.com/office/drawing/2014/main" id="{F7C8BF14-11C2-48D9-96D2-BDE05A40C967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4445321" y="2375470"/>
            <a:ext cx="3311525" cy="1815530"/>
          </a:xfrm>
          <a:prstGeom prst="rect">
            <a:avLst/>
          </a:prstGeom>
        </p:spPr>
        <p:txBody>
          <a:bodyPr lIns="0" tIns="0" rIns="0" bIns="0"/>
          <a:lstStyle>
            <a:lvl1pPr marL="177800" indent="-177800">
              <a:buClr>
                <a:schemeClr val="accent6"/>
              </a:buClr>
              <a:buSzPct val="120000"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180695653"/>
      </p:ext>
    </p:extLst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Вертикальные карточ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sult Title [Figma 9043:6384]">
            <a:extLst>
              <a:ext uri="{FF2B5EF4-FFF2-40B4-BE49-F238E27FC236}">
                <a16:creationId xmlns:a16="http://schemas.microsoft.com/office/drawing/2014/main" id="{40C96AB4-6FCA-4126-A57C-E8E73E021FF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239250" y="1485900"/>
            <a:ext cx="1060450" cy="327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VTB Group"/>
              </a:defRPr>
            </a:lvl1pPr>
            <a:lvl2pPr marL="742950" indent="-285750">
              <a:defRPr>
                <a:solidFill>
                  <a:schemeClr val="tx1"/>
                </a:solidFill>
                <a:latin typeface="VTB Group"/>
              </a:defRPr>
            </a:lvl2pPr>
            <a:lvl3pPr marL="1143000" indent="-228600">
              <a:defRPr>
                <a:solidFill>
                  <a:schemeClr val="tx1"/>
                </a:solidFill>
                <a:latin typeface="VTB Group"/>
              </a:defRPr>
            </a:lvl3pPr>
            <a:lvl4pPr marL="1600200" indent="-228600">
              <a:defRPr>
                <a:solidFill>
                  <a:schemeClr val="tx1"/>
                </a:solidFill>
                <a:latin typeface="VTB Group"/>
              </a:defRPr>
            </a:lvl4pPr>
            <a:lvl5pPr marL="2057400" indent="-228600">
              <a:defRPr>
                <a:solidFill>
                  <a:schemeClr val="tx1"/>
                </a:solidFill>
                <a:latin typeface="VTB Group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9pPr>
          </a:lstStyle>
          <a:p>
            <a:pPr eaLnBrk="1" hangingPunct="1">
              <a:defRPr/>
            </a:pPr>
            <a:endParaRPr lang="en-US" altLang="ru-RU" sz="2000" dirty="0">
              <a:latin typeface="VTB Group Book" panose="020B0503040504020204" pitchFamily="34" charset="-52"/>
            </a:endParaRPr>
          </a:p>
        </p:txBody>
      </p:sp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4 вертикальные карточки</a:t>
            </a:r>
          </a:p>
        </p:txBody>
      </p:sp>
      <p:sp>
        <p:nvSpPr>
          <p:cNvPr id="39" name="Текст 2"/>
          <p:cNvSpPr>
            <a:spLocks noGrp="1"/>
          </p:cNvSpPr>
          <p:nvPr>
            <p:ph type="body" sz="quarter" idx="27"/>
          </p:nvPr>
        </p:nvSpPr>
        <p:spPr>
          <a:xfrm>
            <a:off x="571486" y="2322768"/>
            <a:ext cx="2368204" cy="38684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40"/>
              </a:lnSpc>
              <a:buNone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</a:p>
          <a:p>
            <a:pPr marL="0" marR="0" lvl="0" indent="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>
                <a:effectLst/>
              </a:rPr>
              <a:t>Образец текста</a:t>
            </a:r>
          </a:p>
          <a:p>
            <a:pPr lvl="0"/>
            <a:endParaRPr lang="ru-RU" dirty="0">
              <a:effectLst/>
            </a:endParaRPr>
          </a:p>
        </p:txBody>
      </p:sp>
      <p:sp>
        <p:nvSpPr>
          <p:cNvPr id="28" name="Номер слайда 61">
            <a:extLst>
              <a:ext uri="{FF2B5EF4-FFF2-40B4-BE49-F238E27FC236}">
                <a16:creationId xmlns:a16="http://schemas.microsoft.com/office/drawing/2014/main" id="{4B3CCE28-E7E0-403A-B034-114643900A0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F891E-63B0-45CA-9A92-96A490F157E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E25524F-03A3-4C05-8759-4E2C8A2DD4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4F340843-AA78-474D-8F7E-EE14AADD7A6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30273" y="1517115"/>
            <a:ext cx="1822494" cy="504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78" name="Текст 3">
            <a:extLst>
              <a:ext uri="{FF2B5EF4-FFF2-40B4-BE49-F238E27FC236}">
                <a16:creationId xmlns:a16="http://schemas.microsoft.com/office/drawing/2014/main" id="{14B370E1-7C12-492A-BD26-28FAB4C6D12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038217" y="1517116"/>
            <a:ext cx="1822494" cy="504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85" name="Текст 3">
            <a:extLst>
              <a:ext uri="{FF2B5EF4-FFF2-40B4-BE49-F238E27FC236}">
                <a16:creationId xmlns:a16="http://schemas.microsoft.com/office/drawing/2014/main" id="{29F2796F-7C20-46E7-893B-1A52B259BCB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07905" y="1526161"/>
            <a:ext cx="1822494" cy="504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92" name="Текст 3">
            <a:extLst>
              <a:ext uri="{FF2B5EF4-FFF2-40B4-BE49-F238E27FC236}">
                <a16:creationId xmlns:a16="http://schemas.microsoft.com/office/drawing/2014/main" id="{98BAC7AF-B6B5-4C80-9A10-C4C45F5075B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816893" y="1517117"/>
            <a:ext cx="1822494" cy="504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97" name="Текст 2">
            <a:extLst>
              <a:ext uri="{FF2B5EF4-FFF2-40B4-BE49-F238E27FC236}">
                <a16:creationId xmlns:a16="http://schemas.microsoft.com/office/drawing/2014/main" id="{D63239EA-5842-4CE2-A36B-F34246318033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3467415" y="2316467"/>
            <a:ext cx="2368204" cy="3874783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440"/>
              </a:lnSpc>
              <a:buClr>
                <a:schemeClr val="accent6"/>
              </a:buClr>
              <a:buSzPct val="120000"/>
              <a:buFont typeface="VTB Group Light" panose="020B0403040504020204" pitchFamily="34" charset="-52"/>
              <a:buChar char="•"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en-US" dirty="0">
              <a:effectLst/>
            </a:endParaRPr>
          </a:p>
          <a:p>
            <a:pPr lvl="0"/>
            <a:r>
              <a:rPr lang="ru-RU" dirty="0">
                <a:effectLst/>
              </a:rPr>
              <a:t>Образец текста</a:t>
            </a:r>
          </a:p>
          <a:p>
            <a:pPr marL="171450" marR="0" lvl="0" indent="-17145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20000"/>
              <a:buFont typeface="VTB Group Light" panose="020B0403040504020204" pitchFamily="34" charset="-52"/>
              <a:buChar char="•"/>
              <a:tabLst/>
              <a:defRPr/>
            </a:pPr>
            <a:endParaRPr lang="ru-RU" dirty="0">
              <a:effectLst/>
            </a:endParaRPr>
          </a:p>
          <a:p>
            <a:pPr lvl="0"/>
            <a:endParaRPr lang="ru-RU" dirty="0">
              <a:effectLst/>
            </a:endParaRPr>
          </a:p>
        </p:txBody>
      </p:sp>
      <p:sp>
        <p:nvSpPr>
          <p:cNvPr id="99" name="Текст 2">
            <a:extLst>
              <a:ext uri="{FF2B5EF4-FFF2-40B4-BE49-F238E27FC236}">
                <a16:creationId xmlns:a16="http://schemas.microsoft.com/office/drawing/2014/main" id="{69C42475-5A44-4C6D-A727-1ECA57C33406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346220" y="2314561"/>
            <a:ext cx="2368204" cy="3874783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440"/>
              </a:lnSpc>
              <a:buClr>
                <a:schemeClr val="accent1"/>
              </a:buClr>
              <a:buSzPct val="120000"/>
              <a:buFont typeface="VTB Group Light" panose="020B0403040504020204" pitchFamily="34" charset="-52"/>
              <a:buChar char="•"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</a:p>
          <a:p>
            <a:pPr marL="171450" marR="0" lvl="0" indent="-17145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20000"/>
              <a:buFont typeface="VTB Group Light" panose="020B0403040504020204" pitchFamily="34" charset="-52"/>
              <a:buChar char="•"/>
              <a:tabLst/>
              <a:defRPr/>
            </a:pPr>
            <a:r>
              <a:rPr lang="ru-RU" dirty="0">
                <a:effectLst/>
              </a:rPr>
              <a:t>Образец текста</a:t>
            </a:r>
          </a:p>
          <a:p>
            <a:pPr marL="171450" marR="0" lvl="0" indent="-17145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20000"/>
              <a:buFont typeface="VTB Group Light" panose="020B0403040504020204" pitchFamily="34" charset="-52"/>
              <a:buChar char="•"/>
              <a:tabLst/>
              <a:defRPr/>
            </a:pPr>
            <a:endParaRPr lang="ru-RU" dirty="0">
              <a:effectLst/>
            </a:endParaRPr>
          </a:p>
          <a:p>
            <a:pPr lvl="0"/>
            <a:endParaRPr lang="ru-RU" dirty="0">
              <a:effectLst/>
            </a:endParaRPr>
          </a:p>
        </p:txBody>
      </p:sp>
      <p:sp>
        <p:nvSpPr>
          <p:cNvPr id="100" name="Текст 2">
            <a:extLst>
              <a:ext uri="{FF2B5EF4-FFF2-40B4-BE49-F238E27FC236}">
                <a16:creationId xmlns:a16="http://schemas.microsoft.com/office/drawing/2014/main" id="{3DF87732-73DF-4509-A166-5CF822C5F476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9236857" y="2332373"/>
            <a:ext cx="2368204" cy="3856971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1440"/>
              </a:lnSpc>
              <a:buClr>
                <a:schemeClr val="accent1"/>
              </a:buClr>
              <a:buFont typeface="+mj-lt"/>
              <a:buAutoNum type="arabicPeriod"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</a:p>
          <a:p>
            <a:pPr lvl="0"/>
            <a:r>
              <a:rPr lang="ru-RU" dirty="0">
                <a:effectLst/>
              </a:rPr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236408931"/>
      </p:ext>
    </p:extLst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Вертикальные карточки с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sult Title [Figma 9043:6384]">
            <a:extLst>
              <a:ext uri="{FF2B5EF4-FFF2-40B4-BE49-F238E27FC236}">
                <a16:creationId xmlns:a16="http://schemas.microsoft.com/office/drawing/2014/main" id="{40C96AB4-6FCA-4126-A57C-E8E73E021FF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239250" y="1485900"/>
            <a:ext cx="1060450" cy="327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VTB Group"/>
              </a:defRPr>
            </a:lvl1pPr>
            <a:lvl2pPr marL="742950" indent="-285750">
              <a:defRPr>
                <a:solidFill>
                  <a:schemeClr val="tx1"/>
                </a:solidFill>
                <a:latin typeface="VTB Group"/>
              </a:defRPr>
            </a:lvl2pPr>
            <a:lvl3pPr marL="1143000" indent="-228600">
              <a:defRPr>
                <a:solidFill>
                  <a:schemeClr val="tx1"/>
                </a:solidFill>
                <a:latin typeface="VTB Group"/>
              </a:defRPr>
            </a:lvl3pPr>
            <a:lvl4pPr marL="1600200" indent="-228600">
              <a:defRPr>
                <a:solidFill>
                  <a:schemeClr val="tx1"/>
                </a:solidFill>
                <a:latin typeface="VTB Group"/>
              </a:defRPr>
            </a:lvl4pPr>
            <a:lvl5pPr marL="2057400" indent="-228600">
              <a:defRPr>
                <a:solidFill>
                  <a:schemeClr val="tx1"/>
                </a:solidFill>
                <a:latin typeface="VTB Group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9pPr>
          </a:lstStyle>
          <a:p>
            <a:pPr eaLnBrk="1" hangingPunct="1">
              <a:defRPr/>
            </a:pPr>
            <a:endParaRPr lang="en-US" altLang="ru-RU" sz="2000" dirty="0">
              <a:latin typeface="VTB Group Book" panose="020B0503040504020204" pitchFamily="34" charset="-52"/>
            </a:endParaRPr>
          </a:p>
        </p:txBody>
      </p:sp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4 вертикальные карточки с фото</a:t>
            </a:r>
          </a:p>
        </p:txBody>
      </p:sp>
      <p:sp>
        <p:nvSpPr>
          <p:cNvPr id="39" name="Текст 2"/>
          <p:cNvSpPr>
            <a:spLocks noGrp="1"/>
          </p:cNvSpPr>
          <p:nvPr>
            <p:ph type="body" sz="quarter" idx="27"/>
          </p:nvPr>
        </p:nvSpPr>
        <p:spPr>
          <a:xfrm>
            <a:off x="571486" y="2322768"/>
            <a:ext cx="2368204" cy="19349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40"/>
              </a:lnSpc>
              <a:buNone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</a:p>
          <a:p>
            <a:pPr marL="0" marR="0" lvl="0" indent="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>
                <a:effectLst/>
              </a:rPr>
              <a:t>Образец текста</a:t>
            </a:r>
          </a:p>
          <a:p>
            <a:pPr lvl="0"/>
            <a:endParaRPr lang="ru-RU" dirty="0">
              <a:effectLst/>
            </a:endParaRPr>
          </a:p>
        </p:txBody>
      </p:sp>
      <p:sp>
        <p:nvSpPr>
          <p:cNvPr id="28" name="Номер слайда 61">
            <a:extLst>
              <a:ext uri="{FF2B5EF4-FFF2-40B4-BE49-F238E27FC236}">
                <a16:creationId xmlns:a16="http://schemas.microsoft.com/office/drawing/2014/main" id="{4B3CCE28-E7E0-403A-B034-114643900A0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F891E-63B0-45CA-9A92-96A490F157E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E25524F-03A3-4C05-8759-4E2C8A2DD4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4F340843-AA78-474D-8F7E-EE14AADD7A6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30273" y="1517115"/>
            <a:ext cx="1822494" cy="504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78" name="Текст 3">
            <a:extLst>
              <a:ext uri="{FF2B5EF4-FFF2-40B4-BE49-F238E27FC236}">
                <a16:creationId xmlns:a16="http://schemas.microsoft.com/office/drawing/2014/main" id="{14B370E1-7C12-492A-BD26-28FAB4C6D12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038217" y="1517116"/>
            <a:ext cx="1822494" cy="504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85" name="Текст 3">
            <a:extLst>
              <a:ext uri="{FF2B5EF4-FFF2-40B4-BE49-F238E27FC236}">
                <a16:creationId xmlns:a16="http://schemas.microsoft.com/office/drawing/2014/main" id="{29F2796F-7C20-46E7-893B-1A52B259BCB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07905" y="1526161"/>
            <a:ext cx="1822494" cy="504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92" name="Текст 3">
            <a:extLst>
              <a:ext uri="{FF2B5EF4-FFF2-40B4-BE49-F238E27FC236}">
                <a16:creationId xmlns:a16="http://schemas.microsoft.com/office/drawing/2014/main" id="{98BAC7AF-B6B5-4C80-9A10-C4C45F5075B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816893" y="1517117"/>
            <a:ext cx="1822494" cy="504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97" name="Текст 2">
            <a:extLst>
              <a:ext uri="{FF2B5EF4-FFF2-40B4-BE49-F238E27FC236}">
                <a16:creationId xmlns:a16="http://schemas.microsoft.com/office/drawing/2014/main" id="{D63239EA-5842-4CE2-A36B-F34246318033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3467415" y="2316468"/>
            <a:ext cx="2368204" cy="19412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440"/>
              </a:lnSpc>
              <a:buClr>
                <a:schemeClr val="accent6"/>
              </a:buClr>
              <a:buSzPct val="120000"/>
              <a:buFont typeface="VTB Group Light" panose="020B0403040504020204" pitchFamily="34" charset="-52"/>
              <a:buChar char="•"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</a:p>
          <a:p>
            <a:pPr lvl="0"/>
            <a:r>
              <a:rPr lang="ru-RU" dirty="0">
                <a:effectLst/>
              </a:rPr>
              <a:t>Образец текста</a:t>
            </a:r>
          </a:p>
          <a:p>
            <a:pPr marL="171450" marR="0" lvl="0" indent="-17145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20000"/>
              <a:buFont typeface="VTB Group Light" panose="020B0403040504020204" pitchFamily="34" charset="-52"/>
              <a:buChar char="•"/>
              <a:tabLst/>
              <a:defRPr/>
            </a:pPr>
            <a:endParaRPr lang="ru-RU" dirty="0">
              <a:effectLst/>
            </a:endParaRPr>
          </a:p>
          <a:p>
            <a:pPr lvl="0"/>
            <a:endParaRPr lang="ru-RU" dirty="0">
              <a:effectLst/>
            </a:endParaRPr>
          </a:p>
        </p:txBody>
      </p:sp>
      <p:sp>
        <p:nvSpPr>
          <p:cNvPr id="99" name="Текст 2">
            <a:extLst>
              <a:ext uri="{FF2B5EF4-FFF2-40B4-BE49-F238E27FC236}">
                <a16:creationId xmlns:a16="http://schemas.microsoft.com/office/drawing/2014/main" id="{69C42475-5A44-4C6D-A727-1ECA57C33406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346220" y="2314561"/>
            <a:ext cx="2368204" cy="194311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440"/>
              </a:lnSpc>
              <a:buClr>
                <a:schemeClr val="accent1"/>
              </a:buClr>
              <a:buSzPct val="120000"/>
              <a:buFont typeface="VTB Group Light" panose="020B0403040504020204" pitchFamily="34" charset="-52"/>
              <a:buChar char="•"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</a:p>
          <a:p>
            <a:pPr marL="171450" marR="0" lvl="0" indent="-17145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20000"/>
              <a:buFont typeface="VTB Group Light" panose="020B0403040504020204" pitchFamily="34" charset="-52"/>
              <a:buChar char="•"/>
              <a:tabLst/>
              <a:defRPr/>
            </a:pPr>
            <a:r>
              <a:rPr lang="ru-RU" dirty="0">
                <a:effectLst/>
              </a:rPr>
              <a:t>Образец текста</a:t>
            </a:r>
          </a:p>
          <a:p>
            <a:pPr marL="171450" marR="0" lvl="0" indent="-17145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20000"/>
              <a:buFont typeface="VTB Group Light" panose="020B0403040504020204" pitchFamily="34" charset="-52"/>
              <a:buChar char="•"/>
              <a:tabLst/>
              <a:defRPr/>
            </a:pPr>
            <a:endParaRPr lang="ru-RU" dirty="0">
              <a:effectLst/>
            </a:endParaRPr>
          </a:p>
          <a:p>
            <a:pPr lvl="0"/>
            <a:endParaRPr lang="ru-RU" dirty="0">
              <a:effectLst/>
            </a:endParaRPr>
          </a:p>
        </p:txBody>
      </p:sp>
      <p:sp>
        <p:nvSpPr>
          <p:cNvPr id="100" name="Текст 2">
            <a:extLst>
              <a:ext uri="{FF2B5EF4-FFF2-40B4-BE49-F238E27FC236}">
                <a16:creationId xmlns:a16="http://schemas.microsoft.com/office/drawing/2014/main" id="{3DF87732-73DF-4509-A166-5CF822C5F476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9236857" y="2332373"/>
            <a:ext cx="2368204" cy="1925303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1440"/>
              </a:lnSpc>
              <a:buClr>
                <a:schemeClr val="accent1"/>
              </a:buClr>
              <a:buFont typeface="+mj-lt"/>
              <a:buAutoNum type="arabicPeriod"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</a:p>
          <a:p>
            <a:pPr lvl="0"/>
            <a:r>
              <a:rPr lang="ru-RU" dirty="0">
                <a:effectLst/>
              </a:rPr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059285388"/>
      </p:ext>
    </p:extLst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арточки с процес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sult Title [Figma 9043:6384]">
            <a:extLst>
              <a:ext uri="{FF2B5EF4-FFF2-40B4-BE49-F238E27FC236}">
                <a16:creationId xmlns:a16="http://schemas.microsoft.com/office/drawing/2014/main" id="{40C96AB4-6FCA-4126-A57C-E8E73E021FF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239250" y="1485900"/>
            <a:ext cx="1060450" cy="327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VTB Group"/>
              </a:defRPr>
            </a:lvl1pPr>
            <a:lvl2pPr marL="742950" indent="-285750">
              <a:defRPr>
                <a:solidFill>
                  <a:schemeClr val="tx1"/>
                </a:solidFill>
                <a:latin typeface="VTB Group"/>
              </a:defRPr>
            </a:lvl2pPr>
            <a:lvl3pPr marL="1143000" indent="-228600">
              <a:defRPr>
                <a:solidFill>
                  <a:schemeClr val="tx1"/>
                </a:solidFill>
                <a:latin typeface="VTB Group"/>
              </a:defRPr>
            </a:lvl3pPr>
            <a:lvl4pPr marL="1600200" indent="-228600">
              <a:defRPr>
                <a:solidFill>
                  <a:schemeClr val="tx1"/>
                </a:solidFill>
                <a:latin typeface="VTB Group"/>
              </a:defRPr>
            </a:lvl4pPr>
            <a:lvl5pPr marL="2057400" indent="-228600">
              <a:defRPr>
                <a:solidFill>
                  <a:schemeClr val="tx1"/>
                </a:solidFill>
                <a:latin typeface="VTB Group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9pPr>
          </a:lstStyle>
          <a:p>
            <a:pPr eaLnBrk="1" hangingPunct="1">
              <a:defRPr/>
            </a:pPr>
            <a:endParaRPr lang="en-US" altLang="ru-RU" sz="2000" dirty="0">
              <a:latin typeface="VTB Group Book" panose="020B0503040504020204" pitchFamily="34" charset="-52"/>
            </a:endParaRPr>
          </a:p>
        </p:txBody>
      </p:sp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Карточка с процессом</a:t>
            </a:r>
          </a:p>
        </p:txBody>
      </p:sp>
      <p:sp>
        <p:nvSpPr>
          <p:cNvPr id="34" name="Текст 3"/>
          <p:cNvSpPr>
            <a:spLocks noGrp="1"/>
          </p:cNvSpPr>
          <p:nvPr>
            <p:ph type="body" sz="quarter" idx="10" hasCustomPrompt="1"/>
          </p:nvPr>
        </p:nvSpPr>
        <p:spPr>
          <a:xfrm>
            <a:off x="586928" y="1485259"/>
            <a:ext cx="2368222" cy="2444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Шаг 1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25"/>
          </p:nvPr>
        </p:nvSpPr>
        <p:spPr>
          <a:xfrm>
            <a:off x="586928" y="2462557"/>
            <a:ext cx="2368204" cy="30552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40"/>
              </a:lnSpc>
              <a:buNone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26"/>
          </p:nvPr>
        </p:nvSpPr>
        <p:spPr>
          <a:xfrm>
            <a:off x="587375" y="2114173"/>
            <a:ext cx="2367775" cy="2428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2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9" name="Текст 2"/>
          <p:cNvSpPr>
            <a:spLocks noGrp="1"/>
          </p:cNvSpPr>
          <p:nvPr>
            <p:ph type="body" sz="quarter" idx="27"/>
          </p:nvPr>
        </p:nvSpPr>
        <p:spPr>
          <a:xfrm>
            <a:off x="3466653" y="2461228"/>
            <a:ext cx="2368204" cy="30552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40"/>
              </a:lnSpc>
              <a:buNone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4" name="Текст 7"/>
          <p:cNvSpPr>
            <a:spLocks noGrp="1"/>
          </p:cNvSpPr>
          <p:nvPr>
            <p:ph type="body" sz="quarter" idx="28"/>
          </p:nvPr>
        </p:nvSpPr>
        <p:spPr>
          <a:xfrm>
            <a:off x="3467100" y="2112844"/>
            <a:ext cx="2367775" cy="2428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2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3" name="Текст 2"/>
          <p:cNvSpPr>
            <a:spLocks noGrp="1"/>
          </p:cNvSpPr>
          <p:nvPr>
            <p:ph type="body" sz="quarter" idx="29"/>
          </p:nvPr>
        </p:nvSpPr>
        <p:spPr>
          <a:xfrm>
            <a:off x="6347966" y="2462557"/>
            <a:ext cx="2368204" cy="30552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40"/>
              </a:lnSpc>
              <a:buNone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5" name="Текст 7"/>
          <p:cNvSpPr>
            <a:spLocks noGrp="1"/>
          </p:cNvSpPr>
          <p:nvPr>
            <p:ph type="body" sz="quarter" idx="30"/>
          </p:nvPr>
        </p:nvSpPr>
        <p:spPr>
          <a:xfrm>
            <a:off x="6348413" y="2114173"/>
            <a:ext cx="2367775" cy="2428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2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6" name="Текст 2"/>
          <p:cNvSpPr>
            <a:spLocks noGrp="1"/>
          </p:cNvSpPr>
          <p:nvPr>
            <p:ph type="body" sz="quarter" idx="31"/>
          </p:nvPr>
        </p:nvSpPr>
        <p:spPr>
          <a:xfrm>
            <a:off x="9227691" y="2465980"/>
            <a:ext cx="2368204" cy="30552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40"/>
              </a:lnSpc>
              <a:buNone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7" name="Текст 7"/>
          <p:cNvSpPr>
            <a:spLocks noGrp="1"/>
          </p:cNvSpPr>
          <p:nvPr>
            <p:ph type="body" sz="quarter" idx="32"/>
          </p:nvPr>
        </p:nvSpPr>
        <p:spPr>
          <a:xfrm>
            <a:off x="9228138" y="2117596"/>
            <a:ext cx="2367775" cy="2428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2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6" name="Текст 3"/>
          <p:cNvSpPr>
            <a:spLocks noGrp="1"/>
          </p:cNvSpPr>
          <p:nvPr>
            <p:ph type="body" sz="quarter" idx="33" hasCustomPrompt="1"/>
          </p:nvPr>
        </p:nvSpPr>
        <p:spPr>
          <a:xfrm>
            <a:off x="3467100" y="1485259"/>
            <a:ext cx="2368222" cy="2444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Шаг 2</a:t>
            </a:r>
          </a:p>
        </p:txBody>
      </p:sp>
      <p:sp>
        <p:nvSpPr>
          <p:cNvPr id="67" name="Текст 3"/>
          <p:cNvSpPr>
            <a:spLocks noGrp="1"/>
          </p:cNvSpPr>
          <p:nvPr>
            <p:ph type="body" sz="quarter" idx="34" hasCustomPrompt="1"/>
          </p:nvPr>
        </p:nvSpPr>
        <p:spPr>
          <a:xfrm>
            <a:off x="6356325" y="1485259"/>
            <a:ext cx="2368222" cy="2444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Шаг 3</a:t>
            </a:r>
          </a:p>
        </p:txBody>
      </p:sp>
      <p:sp>
        <p:nvSpPr>
          <p:cNvPr id="68" name="Текст 3"/>
          <p:cNvSpPr>
            <a:spLocks noGrp="1"/>
          </p:cNvSpPr>
          <p:nvPr>
            <p:ph type="body" sz="quarter" idx="35" hasCustomPrompt="1"/>
          </p:nvPr>
        </p:nvSpPr>
        <p:spPr>
          <a:xfrm>
            <a:off x="9239019" y="1485259"/>
            <a:ext cx="2368222" cy="2444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Шаг 4</a:t>
            </a:r>
          </a:p>
        </p:txBody>
      </p:sp>
      <p:sp>
        <p:nvSpPr>
          <p:cNvPr id="28" name="Номер слайда 61">
            <a:extLst>
              <a:ext uri="{FF2B5EF4-FFF2-40B4-BE49-F238E27FC236}">
                <a16:creationId xmlns:a16="http://schemas.microsoft.com/office/drawing/2014/main" id="{4B3CCE28-E7E0-403A-B034-114643900A0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F891E-63B0-45CA-9A92-96A490F157E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E25524F-03A3-4C05-8759-4E2C8A2DD4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804546"/>
      </p:ext>
    </p:extLst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арточка + фото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54A704A-F1FF-4B1F-AFA1-DD244AA826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8" name="Номер слайда 61">
            <a:extLst>
              <a:ext uri="{FF2B5EF4-FFF2-40B4-BE49-F238E27FC236}">
                <a16:creationId xmlns:a16="http://schemas.microsoft.com/office/drawing/2014/main" id="{4B3CCE28-E7E0-403A-B034-114643900A0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F891E-63B0-45CA-9A92-96A490F157E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E25524F-03A3-4C05-8759-4E2C8A2DD4B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30" name="Paragraph [Figma 9914:16679]">
            <a:extLst>
              <a:ext uri="{FF2B5EF4-FFF2-40B4-BE49-F238E27FC236}">
                <a16:creationId xmlns:a16="http://schemas.microsoft.com/office/drawing/2014/main" id="{F9885F08-9AB6-4BF4-8F80-48174250E92C}"/>
              </a:ext>
            </a:extLst>
          </p:cNvPr>
          <p:cNvSpPr txBox="1"/>
          <p:nvPr userDrawn="1"/>
        </p:nvSpPr>
        <p:spPr>
          <a:xfrm>
            <a:off x="11759903" y="6440006"/>
            <a:ext cx="114297" cy="140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kern="0" spc="-15" dirty="0">
                <a:solidFill>
                  <a:srgbClr val="A3ABB4"/>
                </a:solidFill>
                <a:latin typeface="VTB Group Book" panose="020B0503040504020204" pitchFamily="34" charset="-52"/>
                <a:ea typeface="VTB Group" pitchFamily="34" charset="-122"/>
                <a:cs typeface="VTB Group" pitchFamily="34" charset="-120"/>
              </a:rPr>
              <a:t>01</a:t>
            </a:r>
            <a:endParaRPr lang="en-US" sz="800" dirty="0">
              <a:latin typeface="VTB Group Book" panose="020B0503040504020204" pitchFamily="34" charset="-52"/>
            </a:endParaRPr>
          </a:p>
        </p:txBody>
      </p:sp>
      <p:pic>
        <p:nvPicPr>
          <p:cNvPr id="82" name="Line [Figma 9914:16764]" descr="Line. градиент в обводке">
            <a:extLst>
              <a:ext uri="{FF2B5EF4-FFF2-40B4-BE49-F238E27FC236}">
                <a16:creationId xmlns:a16="http://schemas.microsoft.com/office/drawing/2014/main" id="{C4FE02D0-EE44-4F28-B2E7-EBD1042B30D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6865" y="0"/>
            <a:ext cx="6350" cy="6857829"/>
          </a:xfrm>
          <a:prstGeom prst="rect">
            <a:avLst/>
          </a:prstGeom>
        </p:spPr>
      </p:pic>
      <p:pic>
        <p:nvPicPr>
          <p:cNvPr id="83" name="Vector [Figma 9914:16765]" descr="Vector. градиент в обводке">
            <a:extLst>
              <a:ext uri="{FF2B5EF4-FFF2-40B4-BE49-F238E27FC236}">
                <a16:creationId xmlns:a16="http://schemas.microsoft.com/office/drawing/2014/main" id="{0516C773-3744-4EA5-8E96-16FC2FE68CCC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82233" y="1684943"/>
            <a:ext cx="11893246" cy="4432189"/>
          </a:xfrm>
          <a:prstGeom prst="rect">
            <a:avLst/>
          </a:prstGeom>
        </p:spPr>
      </p:pic>
      <p:pic>
        <p:nvPicPr>
          <p:cNvPr id="88" name="Vector 33 [Figma 9914:16773]" descr="Vector 33. градиент в обводке">
            <a:extLst>
              <a:ext uri="{FF2B5EF4-FFF2-40B4-BE49-F238E27FC236}">
                <a16:creationId xmlns:a16="http://schemas.microsoft.com/office/drawing/2014/main" id="{4B23F869-159B-46E1-AA4D-093619C24638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12740" y="3930552"/>
            <a:ext cx="4076598" cy="6350"/>
          </a:xfrm>
          <a:prstGeom prst="rect">
            <a:avLst/>
          </a:prstGeom>
        </p:spPr>
      </p:pic>
      <p:pic>
        <p:nvPicPr>
          <p:cNvPr id="94" name="Vector 34 [Figma 9914:16777]" descr="Vector 34. градиент в обводке">
            <a:extLst>
              <a:ext uri="{FF2B5EF4-FFF2-40B4-BE49-F238E27FC236}">
                <a16:creationId xmlns:a16="http://schemas.microsoft.com/office/drawing/2014/main" id="{B93B64BA-F822-43DD-AEED-5ACCCC039406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12740" y="4660783"/>
            <a:ext cx="4076598" cy="6350"/>
          </a:xfrm>
          <a:prstGeom prst="rect">
            <a:avLst/>
          </a:prstGeom>
        </p:spPr>
      </p:pic>
      <p:pic>
        <p:nvPicPr>
          <p:cNvPr id="98" name="Vector 35 [Figma 9914:16781]" descr="Vector 35. градиент в обводке">
            <a:extLst>
              <a:ext uri="{FF2B5EF4-FFF2-40B4-BE49-F238E27FC236}">
                <a16:creationId xmlns:a16="http://schemas.microsoft.com/office/drawing/2014/main" id="{0CEE9480-05A3-4121-908E-221F44541922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12740" y="5391015"/>
            <a:ext cx="4076598" cy="6350"/>
          </a:xfrm>
          <a:prstGeom prst="rect">
            <a:avLst/>
          </a:prstGeom>
        </p:spPr>
      </p:pic>
      <p:pic>
        <p:nvPicPr>
          <p:cNvPr id="102" name="Vector 183 [Figma 9914:16791]" descr="Vector 183. отражение или наклон">
            <a:extLst>
              <a:ext uri="{FF2B5EF4-FFF2-40B4-BE49-F238E27FC236}">
                <a16:creationId xmlns:a16="http://schemas.microsoft.com/office/drawing/2014/main" id="{B1E52D53-4702-47EC-B7F4-0D8375FDBEE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0987" y="1698583"/>
            <a:ext cx="38099" cy="4429014"/>
          </a:xfrm>
          <a:prstGeom prst="rect">
            <a:avLst/>
          </a:prstGeom>
        </p:spPr>
      </p:pic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8300"/>
            <a:ext cx="7797810" cy="102870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solidFill>
                  <a:schemeClr val="bg1"/>
                </a:solidFill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Карточка + фото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CF15E343-C6BA-4E22-8A61-391DF55096A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060424" y="3330063"/>
            <a:ext cx="4359305" cy="468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3" name="Текст 12">
            <a:extLst>
              <a:ext uri="{FF2B5EF4-FFF2-40B4-BE49-F238E27FC236}">
                <a16:creationId xmlns:a16="http://schemas.microsoft.com/office/drawing/2014/main" id="{AE93EA79-A89E-4703-AF26-01AFA548548E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060424" y="4072923"/>
            <a:ext cx="4359305" cy="468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4" name="Текст 12">
            <a:extLst>
              <a:ext uri="{FF2B5EF4-FFF2-40B4-BE49-F238E27FC236}">
                <a16:creationId xmlns:a16="http://schemas.microsoft.com/office/drawing/2014/main" id="{8FBFF8D3-43B4-4A6B-AE46-37069EAD23B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060424" y="4796804"/>
            <a:ext cx="4359305" cy="468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5" name="Текст 12">
            <a:extLst>
              <a:ext uri="{FF2B5EF4-FFF2-40B4-BE49-F238E27FC236}">
                <a16:creationId xmlns:a16="http://schemas.microsoft.com/office/drawing/2014/main" id="{A6F161CB-7A9F-4972-A85E-CC4405831874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064438" y="5519269"/>
            <a:ext cx="4359305" cy="468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2" name="Текст 21">
            <a:extLst>
              <a:ext uri="{FF2B5EF4-FFF2-40B4-BE49-F238E27FC236}">
                <a16:creationId xmlns:a16="http://schemas.microsoft.com/office/drawing/2014/main" id="{0A348889-2100-4835-88BB-9885FBCC4EEE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523549" y="1815270"/>
            <a:ext cx="4900194" cy="12089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000"/>
              </a:lnSpc>
              <a:buNone/>
              <a:defRPr sz="18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43838225"/>
      </p:ext>
    </p:extLst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арточка + фото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74" y="370687"/>
            <a:ext cx="9154800" cy="49594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Карточка + фото</a:t>
            </a:r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4233B6F-F0ED-4FDE-B00E-BB76299C06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94C1B-C881-42F5-9B4F-0D613082994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F3D2157-8889-45C3-9EEB-E6CE7315C1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10" name="Текст 9">
            <a:extLst>
              <a:ext uri="{FF2B5EF4-FFF2-40B4-BE49-F238E27FC236}">
                <a16:creationId xmlns:a16="http://schemas.microsoft.com/office/drawing/2014/main" id="{E6694DAF-00CB-464F-9EBC-EC1E1AB02AF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1487" y="1520825"/>
            <a:ext cx="4159144" cy="7225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0" name="Текст 9">
            <a:extLst>
              <a:ext uri="{FF2B5EF4-FFF2-40B4-BE49-F238E27FC236}">
                <a16:creationId xmlns:a16="http://schemas.microsoft.com/office/drawing/2014/main" id="{8A1F07A6-16AD-4835-BEB6-BDA0505C89A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35495" y="2677928"/>
            <a:ext cx="3695136" cy="67054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1" name="Текст 9">
            <a:extLst>
              <a:ext uri="{FF2B5EF4-FFF2-40B4-BE49-F238E27FC236}">
                <a16:creationId xmlns:a16="http://schemas.microsoft.com/office/drawing/2014/main" id="{EC3027CD-D9D6-4DA2-B769-B4B3F01E221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35495" y="4621344"/>
            <a:ext cx="3695136" cy="67054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2" name="Текст 9">
            <a:extLst>
              <a:ext uri="{FF2B5EF4-FFF2-40B4-BE49-F238E27FC236}">
                <a16:creationId xmlns:a16="http://schemas.microsoft.com/office/drawing/2014/main" id="{5CD51459-1C3D-4520-AEB4-AEFB3FA003B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035495" y="3637928"/>
            <a:ext cx="3695136" cy="67054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3" name="Текст 9">
            <a:extLst>
              <a:ext uri="{FF2B5EF4-FFF2-40B4-BE49-F238E27FC236}">
                <a16:creationId xmlns:a16="http://schemas.microsoft.com/office/drawing/2014/main" id="{FCD68D12-BEF4-4CCE-8C01-222CCD85A23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034056" y="5553224"/>
            <a:ext cx="3695136" cy="67054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783225804"/>
      </p:ext>
    </p:extLst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Карточки с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74" y="370687"/>
            <a:ext cx="9154800" cy="49594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4 карточки с фотографией</a:t>
            </a:r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4233B6F-F0ED-4FDE-B00E-BB76299C06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94C1B-C881-42F5-9B4F-0D613082994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6"/>
          </p:nvPr>
        </p:nvSpPr>
        <p:spPr>
          <a:xfrm>
            <a:off x="1266539" y="5808840"/>
            <a:ext cx="3294031" cy="28619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80"/>
              </a:lnSpc>
              <a:buNone/>
              <a:defRPr sz="16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CA3DCF73-AF25-41C4-A36C-2F358E67AEC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66539" y="5469095"/>
            <a:ext cx="3294031" cy="33974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600"/>
              </a:lnSpc>
              <a:buNone/>
              <a:defRPr sz="22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9" name="Текст 2">
            <a:extLst>
              <a:ext uri="{FF2B5EF4-FFF2-40B4-BE49-F238E27FC236}">
                <a16:creationId xmlns:a16="http://schemas.microsoft.com/office/drawing/2014/main" id="{6E23A549-E498-499C-8C7F-E5A487D9DAF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02749" y="4566596"/>
            <a:ext cx="3294031" cy="28619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80"/>
              </a:lnSpc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0" name="Текст 9">
            <a:extLst>
              <a:ext uri="{FF2B5EF4-FFF2-40B4-BE49-F238E27FC236}">
                <a16:creationId xmlns:a16="http://schemas.microsoft.com/office/drawing/2014/main" id="{25561C5F-BF2C-4A56-B886-09CC1F7FD93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302749" y="4226851"/>
            <a:ext cx="3294031" cy="33974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600"/>
              </a:lnSpc>
              <a:buNone/>
              <a:defRPr sz="22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1" name="Текст 2">
            <a:extLst>
              <a:ext uri="{FF2B5EF4-FFF2-40B4-BE49-F238E27FC236}">
                <a16:creationId xmlns:a16="http://schemas.microsoft.com/office/drawing/2014/main" id="{19014ABF-9A06-4C13-9D8D-DCD5FD6D680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302749" y="3250665"/>
            <a:ext cx="3294031" cy="28619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80"/>
              </a:lnSpc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2" name="Текст 9">
            <a:extLst>
              <a:ext uri="{FF2B5EF4-FFF2-40B4-BE49-F238E27FC236}">
                <a16:creationId xmlns:a16="http://schemas.microsoft.com/office/drawing/2014/main" id="{9F3084B5-5E9F-48FF-9D39-3D5FA8E4DF3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302749" y="2910920"/>
            <a:ext cx="3294031" cy="33974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600"/>
              </a:lnSpc>
              <a:buNone/>
              <a:defRPr sz="22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3" name="Текст 2">
            <a:extLst>
              <a:ext uri="{FF2B5EF4-FFF2-40B4-BE49-F238E27FC236}">
                <a16:creationId xmlns:a16="http://schemas.microsoft.com/office/drawing/2014/main" id="{590EECC2-0E1E-43F6-9AA0-652156753E9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302749" y="2000830"/>
            <a:ext cx="3294031" cy="28619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80"/>
              </a:lnSpc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4" name="Текст 9">
            <a:extLst>
              <a:ext uri="{FF2B5EF4-FFF2-40B4-BE49-F238E27FC236}">
                <a16:creationId xmlns:a16="http://schemas.microsoft.com/office/drawing/2014/main" id="{1BAEB2DD-C1D4-4FDA-BA92-10B8FEAC9DD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302749" y="1661085"/>
            <a:ext cx="3294031" cy="33974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600"/>
              </a:lnSpc>
              <a:buNone/>
              <a:defRPr sz="22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95" name="Рисунок 94">
            <a:extLst>
              <a:ext uri="{FF2B5EF4-FFF2-40B4-BE49-F238E27FC236}">
                <a16:creationId xmlns:a16="http://schemas.microsoft.com/office/drawing/2014/main" id="{A9656323-3AFF-4509-9FDF-EBCB968AF1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49996"/>
      </p:ext>
    </p:extLst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Хайлайто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74" y="370687"/>
            <a:ext cx="9154800" cy="49594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6 </a:t>
            </a:r>
            <a:r>
              <a:rPr lang="ru-RU" dirty="0" err="1"/>
              <a:t>хайлайтов</a:t>
            </a:r>
            <a:endParaRPr lang="ru-RU" dirty="0"/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4233B6F-F0ED-4FDE-B00E-BB76299C06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94C1B-C881-42F5-9B4F-0D613082994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95" name="Рисунок 94">
            <a:extLst>
              <a:ext uri="{FF2B5EF4-FFF2-40B4-BE49-F238E27FC236}">
                <a16:creationId xmlns:a16="http://schemas.microsoft.com/office/drawing/2014/main" id="{A9656323-3AFF-4509-9FDF-EBCB968AF1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CD807739-A64F-4424-AD49-FD1013C8B51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4984" y="2852738"/>
            <a:ext cx="3217253" cy="75460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B7A6274A-585B-4415-AE09-65E0A87E658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4984" y="1594431"/>
            <a:ext cx="3217253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tx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9" name="Текст 7">
            <a:extLst>
              <a:ext uri="{FF2B5EF4-FFF2-40B4-BE49-F238E27FC236}">
                <a16:creationId xmlns:a16="http://schemas.microsoft.com/office/drawing/2014/main" id="{4EB7F2D8-4C7D-4BD0-B78F-58D33746B7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339456" y="2870923"/>
            <a:ext cx="3217253" cy="75460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0" name="Текст 10">
            <a:extLst>
              <a:ext uri="{FF2B5EF4-FFF2-40B4-BE49-F238E27FC236}">
                <a16:creationId xmlns:a16="http://schemas.microsoft.com/office/drawing/2014/main" id="{A82AD2AC-6E49-4A16-B707-9459544DFCA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39456" y="1612616"/>
            <a:ext cx="3217253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tx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31" name="Текст 7">
            <a:extLst>
              <a:ext uri="{FF2B5EF4-FFF2-40B4-BE49-F238E27FC236}">
                <a16:creationId xmlns:a16="http://schemas.microsoft.com/office/drawing/2014/main" id="{8FC0E4F3-942C-4FAD-BC61-021FE6A89E9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487219" y="2878017"/>
            <a:ext cx="3217253" cy="75460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5" name="Текст 7">
            <a:extLst>
              <a:ext uri="{FF2B5EF4-FFF2-40B4-BE49-F238E27FC236}">
                <a16:creationId xmlns:a16="http://schemas.microsoft.com/office/drawing/2014/main" id="{EA92D4CF-D500-4DA3-AD3E-3E9F123B093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34984" y="5389021"/>
            <a:ext cx="3217253" cy="75460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6" name="Текст 10">
            <a:extLst>
              <a:ext uri="{FF2B5EF4-FFF2-40B4-BE49-F238E27FC236}">
                <a16:creationId xmlns:a16="http://schemas.microsoft.com/office/drawing/2014/main" id="{550C9514-4E99-4CB3-A382-8A370A3A54F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4984" y="4168818"/>
            <a:ext cx="3217253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tx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7" name="Текст 7">
            <a:extLst>
              <a:ext uri="{FF2B5EF4-FFF2-40B4-BE49-F238E27FC236}">
                <a16:creationId xmlns:a16="http://schemas.microsoft.com/office/drawing/2014/main" id="{E8198F06-D331-426C-9AB4-3D10685682F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487219" y="5414300"/>
            <a:ext cx="3217253" cy="75460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3" name="Текст 10">
            <a:extLst>
              <a:ext uri="{FF2B5EF4-FFF2-40B4-BE49-F238E27FC236}">
                <a16:creationId xmlns:a16="http://schemas.microsoft.com/office/drawing/2014/main" id="{71AA2D4D-11C8-4161-B64E-CC53FF921FF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39455" y="4166944"/>
            <a:ext cx="3217253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tx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34" name="Текст 7">
            <a:extLst>
              <a:ext uri="{FF2B5EF4-FFF2-40B4-BE49-F238E27FC236}">
                <a16:creationId xmlns:a16="http://schemas.microsoft.com/office/drawing/2014/main" id="{49F209A8-C1B9-4E9D-9CB8-174DD984FAE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339454" y="5414300"/>
            <a:ext cx="3217253" cy="75460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778897429"/>
      </p:ext>
    </p:extLst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Хайлайто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74" y="370687"/>
            <a:ext cx="9154800" cy="49594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8 </a:t>
            </a:r>
            <a:r>
              <a:rPr lang="ru-RU" dirty="0" err="1"/>
              <a:t>хайлайтов</a:t>
            </a:r>
            <a:endParaRPr lang="ru-RU" dirty="0"/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4233B6F-F0ED-4FDE-B00E-BB76299C06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94C1B-C881-42F5-9B4F-0D613082994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95" name="Рисунок 94">
            <a:extLst>
              <a:ext uri="{FF2B5EF4-FFF2-40B4-BE49-F238E27FC236}">
                <a16:creationId xmlns:a16="http://schemas.microsoft.com/office/drawing/2014/main" id="{A9656323-3AFF-4509-9FDF-EBCB968AF1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CD807739-A64F-4424-AD49-FD1013C8B51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0913" y="2883694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B7A6274A-585B-4415-AE09-65E0A87E658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0914" y="1594431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tx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0" name="Текст 7">
            <a:extLst>
              <a:ext uri="{FF2B5EF4-FFF2-40B4-BE49-F238E27FC236}">
                <a16:creationId xmlns:a16="http://schemas.microsoft.com/office/drawing/2014/main" id="{F0DC95EC-5517-467C-AE67-7E83BE90717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70321" y="2876894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1" name="Текст 10">
            <a:extLst>
              <a:ext uri="{FF2B5EF4-FFF2-40B4-BE49-F238E27FC236}">
                <a16:creationId xmlns:a16="http://schemas.microsoft.com/office/drawing/2014/main" id="{37A466F8-71C9-4A91-BA3D-B9E3BD286B9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70322" y="1587631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tx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4" name="Текст 7">
            <a:extLst>
              <a:ext uri="{FF2B5EF4-FFF2-40B4-BE49-F238E27FC236}">
                <a16:creationId xmlns:a16="http://schemas.microsoft.com/office/drawing/2014/main" id="{A2DA16A6-FDEA-4429-ACAF-53E78C18C19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253537" y="2879332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5" name="Текст 10">
            <a:extLst>
              <a:ext uri="{FF2B5EF4-FFF2-40B4-BE49-F238E27FC236}">
                <a16:creationId xmlns:a16="http://schemas.microsoft.com/office/drawing/2014/main" id="{D327448E-F295-4028-8E1F-2C44634BA90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53538" y="1590069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tx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6" name="Текст 7">
            <a:extLst>
              <a:ext uri="{FF2B5EF4-FFF2-40B4-BE49-F238E27FC236}">
                <a16:creationId xmlns:a16="http://schemas.microsoft.com/office/drawing/2014/main" id="{423885F1-3974-46C9-A2CA-FCD1C92FCAB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72483" y="2890089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8" name="Текст 7">
            <a:extLst>
              <a:ext uri="{FF2B5EF4-FFF2-40B4-BE49-F238E27FC236}">
                <a16:creationId xmlns:a16="http://schemas.microsoft.com/office/drawing/2014/main" id="{47EBB76D-A6DF-47A2-8DCA-E6098A1A170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80912" y="5448259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9" name="Текст 10">
            <a:extLst>
              <a:ext uri="{FF2B5EF4-FFF2-40B4-BE49-F238E27FC236}">
                <a16:creationId xmlns:a16="http://schemas.microsoft.com/office/drawing/2014/main" id="{A44B0261-AE2F-4624-AC82-A11684FA57F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80913" y="4158996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tx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70" name="Текст 7">
            <a:extLst>
              <a:ext uri="{FF2B5EF4-FFF2-40B4-BE49-F238E27FC236}">
                <a16:creationId xmlns:a16="http://schemas.microsoft.com/office/drawing/2014/main" id="{2ABAC517-C841-4A72-B9AA-3842E5B01E2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370320" y="5441459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1" name="Текст 10">
            <a:extLst>
              <a:ext uri="{FF2B5EF4-FFF2-40B4-BE49-F238E27FC236}">
                <a16:creationId xmlns:a16="http://schemas.microsoft.com/office/drawing/2014/main" id="{7415B901-7FE0-4392-905F-6B54291427C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370321" y="4152196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tx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73" name="Текст 7">
            <a:extLst>
              <a:ext uri="{FF2B5EF4-FFF2-40B4-BE49-F238E27FC236}">
                <a16:creationId xmlns:a16="http://schemas.microsoft.com/office/drawing/2014/main" id="{3F636F65-6BF2-4C06-8E5F-CF38242B3E5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253536" y="5443897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10">
            <a:extLst>
              <a:ext uri="{FF2B5EF4-FFF2-40B4-BE49-F238E27FC236}">
                <a16:creationId xmlns:a16="http://schemas.microsoft.com/office/drawing/2014/main" id="{CF1D5F14-A3C2-4697-8551-E571D4B0944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253537" y="4154634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tx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76" name="Текст 7">
            <a:extLst>
              <a:ext uri="{FF2B5EF4-FFF2-40B4-BE49-F238E27FC236}">
                <a16:creationId xmlns:a16="http://schemas.microsoft.com/office/drawing/2014/main" id="{A70DF76E-5D5B-4ADF-8B4E-1B1C51D92B4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472482" y="5454654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880696082"/>
      </p:ext>
    </p:extLst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арточка и 6 Хайлайто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74" y="370687"/>
            <a:ext cx="9154800" cy="49594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Карточка и 6 </a:t>
            </a:r>
            <a:r>
              <a:rPr lang="ru-RU" dirty="0" err="1"/>
              <a:t>хайлайтов</a:t>
            </a:r>
            <a:endParaRPr lang="ru-RU" dirty="0"/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4233B6F-F0ED-4FDE-B00E-BB76299C06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94C1B-C881-42F5-9B4F-0D613082994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95" name="Рисунок 94">
            <a:extLst>
              <a:ext uri="{FF2B5EF4-FFF2-40B4-BE49-F238E27FC236}">
                <a16:creationId xmlns:a16="http://schemas.microsoft.com/office/drawing/2014/main" id="{A9656323-3AFF-4509-9FDF-EBCB968AF1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CD807739-A64F-4424-AD49-FD1013C8B51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0913" y="2384072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B7A6274A-585B-4415-AE09-65E0A87E658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0914" y="1594431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0" name="Текст 7">
            <a:extLst>
              <a:ext uri="{FF2B5EF4-FFF2-40B4-BE49-F238E27FC236}">
                <a16:creationId xmlns:a16="http://schemas.microsoft.com/office/drawing/2014/main" id="{F0DC95EC-5517-467C-AE67-7E83BE90717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70321" y="2876894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1" name="Текст 10">
            <a:extLst>
              <a:ext uri="{FF2B5EF4-FFF2-40B4-BE49-F238E27FC236}">
                <a16:creationId xmlns:a16="http://schemas.microsoft.com/office/drawing/2014/main" id="{37A466F8-71C9-4A91-BA3D-B9E3BD286B9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70322" y="1587631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tx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4" name="Текст 7">
            <a:extLst>
              <a:ext uri="{FF2B5EF4-FFF2-40B4-BE49-F238E27FC236}">
                <a16:creationId xmlns:a16="http://schemas.microsoft.com/office/drawing/2014/main" id="{A2DA16A6-FDEA-4429-ACAF-53E78C18C19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253537" y="2879332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5" name="Текст 10">
            <a:extLst>
              <a:ext uri="{FF2B5EF4-FFF2-40B4-BE49-F238E27FC236}">
                <a16:creationId xmlns:a16="http://schemas.microsoft.com/office/drawing/2014/main" id="{D327448E-F295-4028-8E1F-2C44634BA90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53538" y="1590069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tx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6" name="Текст 7">
            <a:extLst>
              <a:ext uri="{FF2B5EF4-FFF2-40B4-BE49-F238E27FC236}">
                <a16:creationId xmlns:a16="http://schemas.microsoft.com/office/drawing/2014/main" id="{423885F1-3974-46C9-A2CA-FCD1C92FCAB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72483" y="2890089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0" name="Текст 7">
            <a:extLst>
              <a:ext uri="{FF2B5EF4-FFF2-40B4-BE49-F238E27FC236}">
                <a16:creationId xmlns:a16="http://schemas.microsoft.com/office/drawing/2014/main" id="{2ABAC517-C841-4A72-B9AA-3842E5B01E2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370320" y="5441459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1" name="Текст 10">
            <a:extLst>
              <a:ext uri="{FF2B5EF4-FFF2-40B4-BE49-F238E27FC236}">
                <a16:creationId xmlns:a16="http://schemas.microsoft.com/office/drawing/2014/main" id="{7415B901-7FE0-4392-905F-6B54291427C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370321" y="4152196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tx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73" name="Текст 7">
            <a:extLst>
              <a:ext uri="{FF2B5EF4-FFF2-40B4-BE49-F238E27FC236}">
                <a16:creationId xmlns:a16="http://schemas.microsoft.com/office/drawing/2014/main" id="{3F636F65-6BF2-4C06-8E5F-CF38242B3E5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253536" y="5443897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10">
            <a:extLst>
              <a:ext uri="{FF2B5EF4-FFF2-40B4-BE49-F238E27FC236}">
                <a16:creationId xmlns:a16="http://schemas.microsoft.com/office/drawing/2014/main" id="{CF1D5F14-A3C2-4697-8551-E571D4B0944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253537" y="4154634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tx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76" name="Текст 7">
            <a:extLst>
              <a:ext uri="{FF2B5EF4-FFF2-40B4-BE49-F238E27FC236}">
                <a16:creationId xmlns:a16="http://schemas.microsoft.com/office/drawing/2014/main" id="{A70DF76E-5D5B-4ADF-8B4E-1B1C51D92B4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472482" y="5454654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040436594"/>
      </p:ext>
    </p:extLst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Мокап ноутбу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3">
            <a:extLst>
              <a:ext uri="{FF2B5EF4-FFF2-40B4-BE49-F238E27FC236}">
                <a16:creationId xmlns:a16="http://schemas.microsoft.com/office/drawing/2014/main" id="{8A045B24-92F6-4E9D-B850-65F1620CB28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77501"/>
            <a:ext cx="9154800" cy="495624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2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 err="1"/>
              <a:t>Мокап</a:t>
            </a:r>
            <a:r>
              <a:rPr lang="ru-RU" dirty="0"/>
              <a:t> ноутбука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6"/>
          </p:nvPr>
        </p:nvSpPr>
        <p:spPr>
          <a:xfrm>
            <a:off x="571485" y="2472606"/>
            <a:ext cx="4076597" cy="53816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440"/>
              </a:lnSpc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5" name="Текст 2"/>
          <p:cNvSpPr>
            <a:spLocks noGrp="1"/>
          </p:cNvSpPr>
          <p:nvPr>
            <p:ph type="body" sz="quarter" idx="17"/>
          </p:nvPr>
        </p:nvSpPr>
        <p:spPr>
          <a:xfrm>
            <a:off x="571487" y="3115532"/>
            <a:ext cx="4076598" cy="53816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440"/>
              </a:lnSpc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20"/>
          </p:nvPr>
        </p:nvSpPr>
        <p:spPr>
          <a:xfrm>
            <a:off x="1073123" y="1547576"/>
            <a:ext cx="3574959" cy="46791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Номер слайда 4">
            <a:extLst>
              <a:ext uri="{FF2B5EF4-FFF2-40B4-BE49-F238E27FC236}">
                <a16:creationId xmlns:a16="http://schemas.microsoft.com/office/drawing/2014/main" id="{15898042-DD2A-4A1C-8E4F-A38FFDF3D34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4FA5F9-3777-43AA-8E5A-9BAC1BCBECEA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5FB2A88-F839-4508-B107-B1B544FE62C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FFFEFD52-8584-445E-A0FE-19D83C464DF9}"/>
              </a:ext>
            </a:extLst>
          </p:cNvPr>
          <p:cNvGrpSpPr/>
          <p:nvPr userDrawn="1"/>
        </p:nvGrpSpPr>
        <p:grpSpPr>
          <a:xfrm>
            <a:off x="572441" y="1569375"/>
            <a:ext cx="402080" cy="402083"/>
            <a:chOff x="572441" y="1569375"/>
            <a:chExt cx="402080" cy="402083"/>
          </a:xfrm>
          <a:solidFill>
            <a:schemeClr val="bg1"/>
          </a:solidFill>
        </p:grpSpPr>
        <p:pic>
          <p:nvPicPr>
            <p:cNvPr id="15" name="Star 3 (Stroke) [Figma I9043:6482;7965:11807]" descr="Star 3 (Stroke). векторный контур">
              <a:extLst>
                <a:ext uri="{FF2B5EF4-FFF2-40B4-BE49-F238E27FC236}">
                  <a16:creationId xmlns:a16="http://schemas.microsoft.com/office/drawing/2014/main" id="{44964070-59F1-4A77-A25E-0A5B18AAEF8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2441" y="1569375"/>
              <a:ext cx="402080" cy="402083"/>
            </a:xfrm>
            <a:prstGeom prst="rect">
              <a:avLst/>
            </a:prstGeom>
          </p:spPr>
        </p:pic>
        <p:pic>
          <p:nvPicPr>
            <p:cNvPr id="18" name="Vector 32 (Stroke) [Figma I9043:6482;7965:11808]" descr="Vector 32 (Stroke). векторный контур">
              <a:extLst>
                <a:ext uri="{FF2B5EF4-FFF2-40B4-BE49-F238E27FC236}">
                  <a16:creationId xmlns:a16="http://schemas.microsoft.com/office/drawing/2014/main" id="{DEB95949-E452-43BE-82EC-A71AF497B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96027" y="1714389"/>
              <a:ext cx="153252" cy="1128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10670124"/>
      </p:ext>
    </p:extLst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телефон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77501"/>
            <a:ext cx="9154800" cy="495624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 err="1"/>
              <a:t>Мокап</a:t>
            </a:r>
            <a:r>
              <a:rPr lang="ru-RU" dirty="0"/>
              <a:t> телефона</a:t>
            </a:r>
          </a:p>
        </p:txBody>
      </p:sp>
      <p:sp>
        <p:nvSpPr>
          <p:cNvPr id="16" name="Номер слайда 4">
            <a:extLst>
              <a:ext uri="{FF2B5EF4-FFF2-40B4-BE49-F238E27FC236}">
                <a16:creationId xmlns:a16="http://schemas.microsoft.com/office/drawing/2014/main" id="{15898042-DD2A-4A1C-8E4F-A38FFDF3D34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4FA5F9-3777-43AA-8E5A-9BAC1BCBECEA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5FB2A88-F839-4508-B107-B1B544FE62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pic>
        <p:nvPicPr>
          <p:cNvPr id="25" name="Image [Figma 9931:17643]" descr="Image. картинка в заливке">
            <a:extLst>
              <a:ext uri="{FF2B5EF4-FFF2-40B4-BE49-F238E27FC236}">
                <a16:creationId xmlns:a16="http://schemas.microsoft.com/office/drawing/2014/main" id="{93629BEF-A849-4854-9633-9ECC0798B3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911902" y="1060423"/>
            <a:ext cx="3743554" cy="5797405"/>
          </a:xfrm>
          <a:prstGeom prst="rect">
            <a:avLst/>
          </a:prstGeom>
        </p:spPr>
      </p:pic>
      <p:pic>
        <p:nvPicPr>
          <p:cNvPr id="27" name="Vector [Figma I9887:52703;7965:11868]" descr="Vector. векторный контур">
            <a:extLst>
              <a:ext uri="{FF2B5EF4-FFF2-40B4-BE49-F238E27FC236}">
                <a16:creationId xmlns:a16="http://schemas.microsoft.com/office/drawing/2014/main" id="{2CD2F846-2E3E-4392-8528-F0AA49F1A76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2641" y="1569378"/>
            <a:ext cx="281787" cy="402074"/>
          </a:xfrm>
          <a:prstGeom prst="rect">
            <a:avLst/>
          </a:prstGeom>
        </p:spPr>
      </p:pic>
      <p:pic>
        <p:nvPicPr>
          <p:cNvPr id="28" name="Vector [Figma I9887:52703;7965:11869]" descr="Vector. векторный контур">
            <a:extLst>
              <a:ext uri="{FF2B5EF4-FFF2-40B4-BE49-F238E27FC236}">
                <a16:creationId xmlns:a16="http://schemas.microsoft.com/office/drawing/2014/main" id="{AE304174-9AD5-42E9-8644-B14BCE74A99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3500" y="1640219"/>
            <a:ext cx="140069" cy="141706"/>
          </a:xfrm>
          <a:prstGeom prst="rect">
            <a:avLst/>
          </a:prstGeom>
        </p:spPr>
      </p:pic>
      <p:sp>
        <p:nvSpPr>
          <p:cNvPr id="3" name="Текст 2"/>
          <p:cNvSpPr>
            <a:spLocks noGrp="1"/>
          </p:cNvSpPr>
          <p:nvPr>
            <p:ph type="body" sz="quarter" idx="16"/>
          </p:nvPr>
        </p:nvSpPr>
        <p:spPr>
          <a:xfrm>
            <a:off x="3354659" y="3362324"/>
            <a:ext cx="3757163" cy="115517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440"/>
              </a:lnSpc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6" name="Текст 2">
            <a:extLst>
              <a:ext uri="{FF2B5EF4-FFF2-40B4-BE49-F238E27FC236}">
                <a16:creationId xmlns:a16="http://schemas.microsoft.com/office/drawing/2014/main" id="{6B013C60-93D8-44DC-858E-8387466D836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54659" y="1618313"/>
            <a:ext cx="3757163" cy="115517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440"/>
              </a:lnSpc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8" name="Текст 57">
            <a:extLst>
              <a:ext uri="{FF2B5EF4-FFF2-40B4-BE49-F238E27FC236}">
                <a16:creationId xmlns:a16="http://schemas.microsoft.com/office/drawing/2014/main" id="{1F5ED31E-860B-4826-B915-E653D2F138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892453" y="5046827"/>
            <a:ext cx="3219369" cy="3280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1" name="Текст 60">
            <a:extLst>
              <a:ext uri="{FF2B5EF4-FFF2-40B4-BE49-F238E27FC236}">
                <a16:creationId xmlns:a16="http://schemas.microsoft.com/office/drawing/2014/main" id="{422F794A-FCF2-455B-B8FC-530D901EF6F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54659" y="5034894"/>
            <a:ext cx="537794" cy="340024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ts val="3200"/>
              </a:lnSpc>
              <a:buNone/>
              <a:defRPr kern="200" spc="-200" baseline="0">
                <a:solidFill>
                  <a:schemeClr val="accent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3" name="Текст 57">
            <a:extLst>
              <a:ext uri="{FF2B5EF4-FFF2-40B4-BE49-F238E27FC236}">
                <a16:creationId xmlns:a16="http://schemas.microsoft.com/office/drawing/2014/main" id="{7B65048F-4EB2-4548-9A06-112B5DD7A60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892453" y="5511138"/>
            <a:ext cx="3219369" cy="3280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4" name="Текст 60">
            <a:extLst>
              <a:ext uri="{FF2B5EF4-FFF2-40B4-BE49-F238E27FC236}">
                <a16:creationId xmlns:a16="http://schemas.microsoft.com/office/drawing/2014/main" id="{59697712-5A49-4B1A-AAB3-6A9C71C480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354659" y="5499205"/>
            <a:ext cx="537794" cy="340024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ts val="3200"/>
              </a:lnSpc>
              <a:buNone/>
              <a:defRPr kern="200" spc="-200" baseline="0">
                <a:solidFill>
                  <a:schemeClr val="accent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8" name="Текст 57">
            <a:extLst>
              <a:ext uri="{FF2B5EF4-FFF2-40B4-BE49-F238E27FC236}">
                <a16:creationId xmlns:a16="http://schemas.microsoft.com/office/drawing/2014/main" id="{4F3B7DC6-9CBE-45BB-AD41-70260203EC0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64805" y="2518961"/>
            <a:ext cx="2419621" cy="3280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57">
            <a:extLst>
              <a:ext uri="{FF2B5EF4-FFF2-40B4-BE49-F238E27FC236}">
                <a16:creationId xmlns:a16="http://schemas.microsoft.com/office/drawing/2014/main" id="{5EE92B83-90FE-4A4F-9A6F-76DCECCEE4C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110832" y="1704177"/>
            <a:ext cx="1879206" cy="4546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2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57">
            <a:extLst>
              <a:ext uri="{FF2B5EF4-FFF2-40B4-BE49-F238E27FC236}">
                <a16:creationId xmlns:a16="http://schemas.microsoft.com/office/drawing/2014/main" id="{0A2E724E-D062-4523-B125-8C6DFE0027A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64804" y="3273240"/>
            <a:ext cx="2425233" cy="4546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2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57">
            <a:extLst>
              <a:ext uri="{FF2B5EF4-FFF2-40B4-BE49-F238E27FC236}">
                <a16:creationId xmlns:a16="http://schemas.microsoft.com/office/drawing/2014/main" id="{5D7377E8-D22E-433B-82E2-FFE0FF2FBB1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4804" y="4259057"/>
            <a:ext cx="2419621" cy="3280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57">
            <a:extLst>
              <a:ext uri="{FF2B5EF4-FFF2-40B4-BE49-F238E27FC236}">
                <a16:creationId xmlns:a16="http://schemas.microsoft.com/office/drawing/2014/main" id="{7861D39B-BE95-41D3-B447-CAD71A76EB8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64804" y="4975410"/>
            <a:ext cx="2425233" cy="4546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2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57">
            <a:extLst>
              <a:ext uri="{FF2B5EF4-FFF2-40B4-BE49-F238E27FC236}">
                <a16:creationId xmlns:a16="http://schemas.microsoft.com/office/drawing/2014/main" id="{C401CE22-C242-4778-94AF-36C9A7E7EC0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64804" y="5961227"/>
            <a:ext cx="2419621" cy="3280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373793054"/>
      </p:ext>
    </p:extLst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фото и текстом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Текст 3"/>
          <p:cNvSpPr>
            <a:spLocks noGrp="1"/>
          </p:cNvSpPr>
          <p:nvPr>
            <p:ph type="body" sz="quarter" idx="14"/>
          </p:nvPr>
        </p:nvSpPr>
        <p:spPr>
          <a:xfrm>
            <a:off x="545928" y="1537086"/>
            <a:ext cx="5295897" cy="198809"/>
          </a:xfrm>
          <a:prstGeom prst="rect">
            <a:avLst/>
          </a:prstGeom>
        </p:spPr>
        <p:txBody>
          <a:bodyPr lIns="0" tIns="0" rIns="0" bIns="0"/>
          <a:lstStyle>
            <a:lvl1pPr marL="0" indent="0" defTabSz="900000">
              <a:lnSpc>
                <a:spcPts val="1680"/>
              </a:lnSpc>
              <a:buNone/>
              <a:defRPr sz="1400" cap="all" baseline="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74" y="370687"/>
            <a:ext cx="9154800" cy="49594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Слайд с фото и текстом (1)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6"/>
          </p:nvPr>
        </p:nvSpPr>
        <p:spPr>
          <a:xfrm>
            <a:off x="1104900" y="2243341"/>
            <a:ext cx="4736954" cy="604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Текст 2"/>
          <p:cNvSpPr>
            <a:spLocks noGrp="1"/>
          </p:cNvSpPr>
          <p:nvPr>
            <p:ph type="body" sz="quarter" idx="17"/>
          </p:nvPr>
        </p:nvSpPr>
        <p:spPr>
          <a:xfrm>
            <a:off x="1104900" y="3057947"/>
            <a:ext cx="4736954" cy="604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5" name="Текст 2"/>
          <p:cNvSpPr>
            <a:spLocks noGrp="1"/>
          </p:cNvSpPr>
          <p:nvPr>
            <p:ph type="body" sz="quarter" idx="18"/>
          </p:nvPr>
        </p:nvSpPr>
        <p:spPr>
          <a:xfrm>
            <a:off x="1104872" y="3887209"/>
            <a:ext cx="4736954" cy="604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6" name="Текст 2"/>
          <p:cNvSpPr>
            <a:spLocks noGrp="1"/>
          </p:cNvSpPr>
          <p:nvPr>
            <p:ph type="body" sz="quarter" idx="19"/>
          </p:nvPr>
        </p:nvSpPr>
        <p:spPr>
          <a:xfrm>
            <a:off x="1104872" y="4723900"/>
            <a:ext cx="4736954" cy="604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4233B6F-F0ED-4FDE-B00E-BB76299C06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94C1B-C881-42F5-9B4F-0D613082994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F3D2157-8889-45C3-9EEB-E6CE7315C1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647193"/>
      </p:ext>
    </p:extLst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фото и текстом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Текст 3"/>
          <p:cNvSpPr>
            <a:spLocks noGrp="1"/>
          </p:cNvSpPr>
          <p:nvPr>
            <p:ph type="body" sz="quarter" idx="14"/>
          </p:nvPr>
        </p:nvSpPr>
        <p:spPr>
          <a:xfrm>
            <a:off x="6341891" y="1537086"/>
            <a:ext cx="5295897" cy="198809"/>
          </a:xfrm>
          <a:prstGeom prst="rect">
            <a:avLst/>
          </a:prstGeom>
        </p:spPr>
        <p:txBody>
          <a:bodyPr lIns="0" tIns="0" rIns="0" bIns="0"/>
          <a:lstStyle>
            <a:lvl1pPr marL="0" indent="0" defTabSz="900000">
              <a:lnSpc>
                <a:spcPts val="1680"/>
              </a:lnSpc>
              <a:buNone/>
              <a:defRPr sz="1400" cap="all" baseline="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74" y="370687"/>
            <a:ext cx="9154800" cy="49594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Слайд с фото и текстом (2)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6"/>
          </p:nvPr>
        </p:nvSpPr>
        <p:spPr>
          <a:xfrm>
            <a:off x="6900863" y="2243341"/>
            <a:ext cx="4736954" cy="604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Текст 2"/>
          <p:cNvSpPr>
            <a:spLocks noGrp="1"/>
          </p:cNvSpPr>
          <p:nvPr>
            <p:ph type="body" sz="quarter" idx="17"/>
          </p:nvPr>
        </p:nvSpPr>
        <p:spPr>
          <a:xfrm>
            <a:off x="6900863" y="3057947"/>
            <a:ext cx="4736954" cy="604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5" name="Текст 2"/>
          <p:cNvSpPr>
            <a:spLocks noGrp="1"/>
          </p:cNvSpPr>
          <p:nvPr>
            <p:ph type="body" sz="quarter" idx="18"/>
          </p:nvPr>
        </p:nvSpPr>
        <p:spPr>
          <a:xfrm>
            <a:off x="6900835" y="3887209"/>
            <a:ext cx="4736954" cy="604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6" name="Текст 2"/>
          <p:cNvSpPr>
            <a:spLocks noGrp="1"/>
          </p:cNvSpPr>
          <p:nvPr>
            <p:ph type="body" sz="quarter" idx="19"/>
          </p:nvPr>
        </p:nvSpPr>
        <p:spPr>
          <a:xfrm>
            <a:off x="6900835" y="4723900"/>
            <a:ext cx="4736954" cy="604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4233B6F-F0ED-4FDE-B00E-BB76299C06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94C1B-C881-42F5-9B4F-0D613082994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F3D2157-8889-45C3-9EEB-E6CE7315C1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751651"/>
      </p:ext>
    </p:extLst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74" y="370687"/>
            <a:ext cx="9154800" cy="49594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таблица</a:t>
            </a:r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4233B6F-F0ED-4FDE-B00E-BB76299C06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94C1B-C881-42F5-9B4F-0D613082994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F3D2157-8889-45C3-9EEB-E6CE7315C1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648886"/>
      </p:ext>
    </p:extLst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 с текстом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3970"/>
            <a:ext cx="9154800" cy="501974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Таблица с текстом (1)</a:t>
            </a:r>
          </a:p>
        </p:txBody>
      </p:sp>
      <p:sp>
        <p:nvSpPr>
          <p:cNvPr id="78" name="Текст 2"/>
          <p:cNvSpPr>
            <a:spLocks noGrp="1"/>
          </p:cNvSpPr>
          <p:nvPr>
            <p:ph type="body" sz="quarter" idx="11"/>
          </p:nvPr>
        </p:nvSpPr>
        <p:spPr>
          <a:xfrm>
            <a:off x="888978" y="5508219"/>
            <a:ext cx="5902347" cy="2079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5"/>
          <p:cNvSpPr>
            <a:spLocks noGrp="1"/>
          </p:cNvSpPr>
          <p:nvPr>
            <p:ph type="body" sz="quarter" idx="12"/>
          </p:nvPr>
        </p:nvSpPr>
        <p:spPr>
          <a:xfrm>
            <a:off x="574465" y="5824874"/>
            <a:ext cx="6216860" cy="3619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endParaRPr lang="ru-RU" dirty="0"/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0579E37A-7661-4F26-BB2D-B8CBF9E12B0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8BFF49-1386-448F-814C-A895F3F8CA69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9A0124F-DA40-4B94-AAAA-E47280653E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734586"/>
      </p:ext>
    </p:extLst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 с текстом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3970"/>
            <a:ext cx="9154800" cy="501974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Таблица с текстом (2)</a:t>
            </a:r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0579E37A-7661-4F26-BB2D-B8CBF9E12B0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8BFF49-1386-448F-814C-A895F3F8CA69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9A0124F-DA40-4B94-AAAA-E47280653E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09A0BC01-4933-4B1F-9948-F60ED78AF7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271000" y="2449830"/>
            <a:ext cx="2285711" cy="366522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00"/>
              </a:lnSpc>
              <a:buNone/>
              <a:defRPr sz="12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1E07E58-B2CE-44C2-BAE3-E988EDAE1AD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271000" y="1536925"/>
            <a:ext cx="2285711" cy="71325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200" spc="-2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146235900"/>
      </p:ext>
    </p:extLst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руктурная схема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Структурная схема (1)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1829FBE-BA79-4C38-8507-4F3D32298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82" name="Текст 2"/>
          <p:cNvSpPr>
            <a:spLocks noGrp="1"/>
          </p:cNvSpPr>
          <p:nvPr>
            <p:ph type="body" sz="quarter" idx="16"/>
          </p:nvPr>
        </p:nvSpPr>
        <p:spPr>
          <a:xfrm>
            <a:off x="933427" y="3783684"/>
            <a:ext cx="1831473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3" name="Текст 5"/>
          <p:cNvSpPr>
            <a:spLocks noGrp="1"/>
          </p:cNvSpPr>
          <p:nvPr>
            <p:ph type="body" sz="quarter" idx="17"/>
          </p:nvPr>
        </p:nvSpPr>
        <p:spPr>
          <a:xfrm>
            <a:off x="560292" y="4174448"/>
            <a:ext cx="2260543" cy="7441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1"/>
          </p:nvPr>
        </p:nvSpPr>
        <p:spPr>
          <a:xfrm>
            <a:off x="571486" y="2392615"/>
            <a:ext cx="5200520" cy="5410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endParaRPr lang="ru-RU" dirty="0"/>
          </a:p>
        </p:txBody>
      </p:sp>
      <p:sp>
        <p:nvSpPr>
          <p:cNvPr id="34" name="Текст 2"/>
          <p:cNvSpPr>
            <a:spLocks noGrp="1"/>
          </p:cNvSpPr>
          <p:nvPr>
            <p:ph type="body" sz="quarter" idx="24"/>
          </p:nvPr>
        </p:nvSpPr>
        <p:spPr>
          <a:xfrm>
            <a:off x="571486" y="2041741"/>
            <a:ext cx="5200520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1" name="Текст 5">
            <a:extLst>
              <a:ext uri="{FF2B5EF4-FFF2-40B4-BE49-F238E27FC236}">
                <a16:creationId xmlns:a16="http://schemas.microsoft.com/office/drawing/2014/main" id="{4DF0A25E-588C-4635-BC04-9183459F797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419994" y="2392615"/>
            <a:ext cx="5200520" cy="5410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tx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endParaRPr lang="ru-RU" dirty="0"/>
          </a:p>
        </p:txBody>
      </p:sp>
      <p:sp>
        <p:nvSpPr>
          <p:cNvPr id="42" name="Текст 2">
            <a:extLst>
              <a:ext uri="{FF2B5EF4-FFF2-40B4-BE49-F238E27FC236}">
                <a16:creationId xmlns:a16="http://schemas.microsoft.com/office/drawing/2014/main" id="{43EEE1BC-4EA4-43F5-BEA9-3F9BE8263A1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19994" y="2041741"/>
            <a:ext cx="5200520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8" name="Текст 2">
            <a:extLst>
              <a:ext uri="{FF2B5EF4-FFF2-40B4-BE49-F238E27FC236}">
                <a16:creationId xmlns:a16="http://schemas.microsoft.com/office/drawing/2014/main" id="{811D7049-6400-48E1-87D8-698C59FB6FD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036219" y="3783684"/>
            <a:ext cx="1679852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9" name="Текст 5">
            <a:extLst>
              <a:ext uri="{FF2B5EF4-FFF2-40B4-BE49-F238E27FC236}">
                <a16:creationId xmlns:a16="http://schemas.microsoft.com/office/drawing/2014/main" id="{C2CBE8E8-07BC-4D3B-9451-3727631EBF5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511463" y="4174448"/>
            <a:ext cx="2260543" cy="7441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0" name="Текст 2">
            <a:extLst>
              <a:ext uri="{FF2B5EF4-FFF2-40B4-BE49-F238E27FC236}">
                <a16:creationId xmlns:a16="http://schemas.microsoft.com/office/drawing/2014/main" id="{21168D1B-800F-42CB-8367-9272DBB9881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511463" y="3666291"/>
            <a:ext cx="490954" cy="477084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1920"/>
              </a:lnSpc>
              <a:buNone/>
              <a:defRPr sz="3200" kern="200" spc="-200" baseline="0">
                <a:solidFill>
                  <a:schemeClr val="tx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51" name="Текст 2">
            <a:extLst>
              <a:ext uri="{FF2B5EF4-FFF2-40B4-BE49-F238E27FC236}">
                <a16:creationId xmlns:a16="http://schemas.microsoft.com/office/drawing/2014/main" id="{1B245B9A-2E3F-4BBC-B1BF-A70BABC0563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957151" y="3783684"/>
            <a:ext cx="1679852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2" name="Текст 5">
            <a:extLst>
              <a:ext uri="{FF2B5EF4-FFF2-40B4-BE49-F238E27FC236}">
                <a16:creationId xmlns:a16="http://schemas.microsoft.com/office/drawing/2014/main" id="{704EE517-5866-47B2-82F9-3674A704416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432395" y="4174448"/>
            <a:ext cx="2260543" cy="7441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00"/>
              </a:lnSpc>
              <a:buNone/>
              <a:defRPr sz="14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3" name="Текст 2">
            <a:extLst>
              <a:ext uri="{FF2B5EF4-FFF2-40B4-BE49-F238E27FC236}">
                <a16:creationId xmlns:a16="http://schemas.microsoft.com/office/drawing/2014/main" id="{67CBC79F-9224-48B5-90FF-F82006DF822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32395" y="3666291"/>
            <a:ext cx="490954" cy="477084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1920"/>
              </a:lnSpc>
              <a:buNone/>
              <a:defRPr sz="3200" kern="200" spc="-2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54" name="Текст 5">
            <a:extLst>
              <a:ext uri="{FF2B5EF4-FFF2-40B4-BE49-F238E27FC236}">
                <a16:creationId xmlns:a16="http://schemas.microsoft.com/office/drawing/2014/main" id="{BB159815-731B-46C6-ABB8-2EB1BE26BE2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9366106" y="3771304"/>
            <a:ext cx="2260543" cy="10991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5" name="Текст 5">
            <a:extLst>
              <a:ext uri="{FF2B5EF4-FFF2-40B4-BE49-F238E27FC236}">
                <a16:creationId xmlns:a16="http://schemas.microsoft.com/office/drawing/2014/main" id="{7420B96A-A18A-41BC-A348-AD471D4CFE6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85240" y="5681917"/>
            <a:ext cx="11039741" cy="5873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400"/>
              </a:lnSpc>
              <a:buNone/>
              <a:defRPr sz="12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91823554"/>
      </p:ext>
    </p:extLst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руктурная схема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Структурная схема (2)</a:t>
            </a:r>
          </a:p>
        </p:txBody>
      </p:sp>
      <p:sp>
        <p:nvSpPr>
          <p:cNvPr id="79" name="Текст 5"/>
          <p:cNvSpPr>
            <a:spLocks noGrp="1"/>
          </p:cNvSpPr>
          <p:nvPr>
            <p:ph type="body" sz="quarter" idx="13"/>
          </p:nvPr>
        </p:nvSpPr>
        <p:spPr>
          <a:xfrm>
            <a:off x="8146817" y="2163279"/>
            <a:ext cx="3498819" cy="126572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  <a:endParaRPr lang="en-US" dirty="0"/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>
          <a:xfrm>
            <a:off x="577836" y="3342081"/>
            <a:ext cx="3009852" cy="27733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1"/>
          </p:nvPr>
        </p:nvSpPr>
        <p:spPr>
          <a:xfrm>
            <a:off x="571486" y="3720206"/>
            <a:ext cx="3016202" cy="7422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endParaRPr lang="ru-RU" dirty="0"/>
          </a:p>
        </p:txBody>
      </p:sp>
      <p:sp>
        <p:nvSpPr>
          <p:cNvPr id="82" name="Текст 2"/>
          <p:cNvSpPr>
            <a:spLocks noGrp="1"/>
          </p:cNvSpPr>
          <p:nvPr>
            <p:ph type="body" sz="quarter" idx="16"/>
          </p:nvPr>
        </p:nvSpPr>
        <p:spPr>
          <a:xfrm>
            <a:off x="5426395" y="4462484"/>
            <a:ext cx="1831473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3" name="Текст 5"/>
          <p:cNvSpPr>
            <a:spLocks noGrp="1"/>
          </p:cNvSpPr>
          <p:nvPr>
            <p:ph type="body" sz="quarter" idx="17"/>
          </p:nvPr>
        </p:nvSpPr>
        <p:spPr>
          <a:xfrm>
            <a:off x="4997325" y="4865380"/>
            <a:ext cx="2260543" cy="86866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4" name="Текст 2"/>
          <p:cNvSpPr>
            <a:spLocks noGrp="1"/>
          </p:cNvSpPr>
          <p:nvPr>
            <p:ph type="body" sz="quarter" idx="24"/>
          </p:nvPr>
        </p:nvSpPr>
        <p:spPr>
          <a:xfrm>
            <a:off x="5426395" y="2157435"/>
            <a:ext cx="1831473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5" name="Текст 5"/>
          <p:cNvSpPr>
            <a:spLocks noGrp="1"/>
          </p:cNvSpPr>
          <p:nvPr>
            <p:ph type="body" sz="quarter" idx="25"/>
          </p:nvPr>
        </p:nvSpPr>
        <p:spPr>
          <a:xfrm>
            <a:off x="4997325" y="2560331"/>
            <a:ext cx="2260543" cy="86866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0" name="Текст 5"/>
          <p:cNvSpPr>
            <a:spLocks noGrp="1"/>
          </p:cNvSpPr>
          <p:nvPr>
            <p:ph type="body" sz="quarter" idx="26"/>
          </p:nvPr>
        </p:nvSpPr>
        <p:spPr>
          <a:xfrm>
            <a:off x="8172247" y="4462484"/>
            <a:ext cx="3498819" cy="126572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  <a:endParaRPr lang="en-US" dirty="0"/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1829FBE-BA79-4C38-8507-4F3D32298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276118"/>
      </p:ext>
    </p:extLst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руктурная схема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Диаграмма </a:t>
            </a:r>
            <a:r>
              <a:rPr lang="ru-RU" dirty="0" err="1"/>
              <a:t>венна</a:t>
            </a:r>
            <a:endParaRPr lang="ru-RU" dirty="0"/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1829FBE-BA79-4C38-8507-4F3D32298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85" name="Frame 2147204059 — фон [Figma 9887:64130:background]">
            <a:extLst>
              <a:ext uri="{FF2B5EF4-FFF2-40B4-BE49-F238E27FC236}">
                <a16:creationId xmlns:a16="http://schemas.microsoft.com/office/drawing/2014/main" id="{143DCE75-69D1-49C0-9655-3C3E96531109}"/>
              </a:ext>
            </a:extLst>
          </p:cNvPr>
          <p:cNvSpPr/>
          <p:nvPr userDrawn="1"/>
        </p:nvSpPr>
        <p:spPr>
          <a:xfrm>
            <a:off x="380990" y="1377916"/>
            <a:ext cx="11429714" cy="4971926"/>
          </a:xfrm>
          <a:prstGeom prst="roundRect">
            <a:avLst>
              <a:gd name="adj" fmla="val 1916"/>
            </a:avLst>
          </a:prstGeom>
          <a:solidFill>
            <a:srgbClr val="EAEDF5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Ellipse [Figma 9887:64163]">
            <a:extLst>
              <a:ext uri="{FF2B5EF4-FFF2-40B4-BE49-F238E27FC236}">
                <a16:creationId xmlns:a16="http://schemas.microsoft.com/office/drawing/2014/main" id="{8BAFF639-14A8-4182-B81B-B969761EFE6A}"/>
              </a:ext>
            </a:extLst>
          </p:cNvPr>
          <p:cNvSpPr/>
          <p:nvPr userDrawn="1"/>
        </p:nvSpPr>
        <p:spPr>
          <a:xfrm>
            <a:off x="5435464" y="3765456"/>
            <a:ext cx="88898" cy="8889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Полилиния: фигура 95">
            <a:extLst>
              <a:ext uri="{FF2B5EF4-FFF2-40B4-BE49-F238E27FC236}">
                <a16:creationId xmlns:a16="http://schemas.microsoft.com/office/drawing/2014/main" id="{93D0BD2F-3D4A-4F81-BD25-D54D50B8384D}"/>
              </a:ext>
            </a:extLst>
          </p:cNvPr>
          <p:cNvSpPr/>
          <p:nvPr/>
        </p:nvSpPr>
        <p:spPr>
          <a:xfrm rot="1" flipV="1">
            <a:off x="6057749" y="5092573"/>
            <a:ext cx="88897" cy="88766"/>
          </a:xfrm>
          <a:custGeom>
            <a:avLst/>
            <a:gdLst>
              <a:gd name="connsiteX0" fmla="*/ 89762 w 88897"/>
              <a:gd name="connsiteY0" fmla="*/ 44383 h 88766"/>
              <a:gd name="connsiteX1" fmla="*/ 45313 w 88897"/>
              <a:gd name="connsiteY1" fmla="*/ 88766 h 88766"/>
              <a:gd name="connsiteX2" fmla="*/ 864 w 88897"/>
              <a:gd name="connsiteY2" fmla="*/ 44383 h 88766"/>
              <a:gd name="connsiteX3" fmla="*/ 45313 w 88897"/>
              <a:gd name="connsiteY3" fmla="*/ 0 h 88766"/>
              <a:gd name="connsiteX4" fmla="*/ 89762 w 88897"/>
              <a:gd name="connsiteY4" fmla="*/ 44383 h 88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897" h="88766">
                <a:moveTo>
                  <a:pt x="89762" y="44383"/>
                </a:moveTo>
                <a:cubicBezTo>
                  <a:pt x="89762" y="68895"/>
                  <a:pt x="69861" y="88766"/>
                  <a:pt x="45313" y="88766"/>
                </a:cubicBezTo>
                <a:cubicBezTo>
                  <a:pt x="20764" y="88766"/>
                  <a:pt x="864" y="68895"/>
                  <a:pt x="864" y="44383"/>
                </a:cubicBezTo>
                <a:cubicBezTo>
                  <a:pt x="864" y="19871"/>
                  <a:pt x="20764" y="0"/>
                  <a:pt x="45313" y="0"/>
                </a:cubicBezTo>
                <a:cubicBezTo>
                  <a:pt x="69861" y="0"/>
                  <a:pt x="89762" y="19871"/>
                  <a:pt x="89762" y="44383"/>
                </a:cubicBezTo>
                <a:close/>
              </a:path>
            </a:pathLst>
          </a:custGeom>
          <a:solidFill>
            <a:srgbClr val="FFFFFF"/>
          </a:solidFill>
          <a:ln w="634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97" name="Ellipse [Figma 9887:64170]">
            <a:extLst>
              <a:ext uri="{FF2B5EF4-FFF2-40B4-BE49-F238E27FC236}">
                <a16:creationId xmlns:a16="http://schemas.microsoft.com/office/drawing/2014/main" id="{146E4B24-0F4D-43DA-A95F-0B7988E70471}"/>
              </a:ext>
            </a:extLst>
          </p:cNvPr>
          <p:cNvSpPr/>
          <p:nvPr userDrawn="1"/>
        </p:nvSpPr>
        <p:spPr>
          <a:xfrm>
            <a:off x="2597085" y="3867053"/>
            <a:ext cx="50799" cy="5079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Текст 2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761982" y="1719897"/>
            <a:ext cx="2630668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</a:t>
            </a:r>
          </a:p>
        </p:txBody>
      </p:sp>
      <p:sp>
        <p:nvSpPr>
          <p:cNvPr id="83" name="Текст 5"/>
          <p:cNvSpPr>
            <a:spLocks noGrp="1"/>
          </p:cNvSpPr>
          <p:nvPr userDrawn="1">
            <p:ph type="body" sz="quarter" idx="17"/>
          </p:nvPr>
        </p:nvSpPr>
        <p:spPr>
          <a:xfrm>
            <a:off x="747448" y="2047876"/>
            <a:ext cx="2630668" cy="54525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4" name="Текст 2">
            <a:extLst>
              <a:ext uri="{FF2B5EF4-FFF2-40B4-BE49-F238E27FC236}">
                <a16:creationId xmlns:a16="http://schemas.microsoft.com/office/drawing/2014/main" id="{03B73AE0-BB68-4609-A6C7-CB4B4660A45E}"/>
              </a:ext>
            </a:extLst>
          </p:cNvPr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5159962" y="2403281"/>
            <a:ext cx="1877396" cy="24618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ts val="192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</a:t>
            </a:r>
          </a:p>
        </p:txBody>
      </p:sp>
      <p:sp>
        <p:nvSpPr>
          <p:cNvPr id="105" name="Текст 5">
            <a:extLst>
              <a:ext uri="{FF2B5EF4-FFF2-40B4-BE49-F238E27FC236}">
                <a16:creationId xmlns:a16="http://schemas.microsoft.com/office/drawing/2014/main" id="{8DDEC0A7-16B8-481A-B5E5-924BB89A5DB7}"/>
              </a:ext>
            </a:extLst>
          </p:cNvPr>
          <p:cNvSpPr>
            <a:spLocks noGrp="1"/>
          </p:cNvSpPr>
          <p:nvPr userDrawn="1">
            <p:ph type="body" sz="quarter" idx="29"/>
          </p:nvPr>
        </p:nvSpPr>
        <p:spPr>
          <a:xfrm>
            <a:off x="5145428" y="2731260"/>
            <a:ext cx="1877396" cy="545252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6" name="Текст 2">
            <a:extLst>
              <a:ext uri="{FF2B5EF4-FFF2-40B4-BE49-F238E27FC236}">
                <a16:creationId xmlns:a16="http://schemas.microsoft.com/office/drawing/2014/main" id="{D78EA89E-087E-4492-B2BF-A350C015A0DE}"/>
              </a:ext>
            </a:extLst>
          </p:cNvPr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4029605" y="4409771"/>
            <a:ext cx="1877396" cy="24618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ts val="192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</a:t>
            </a:r>
          </a:p>
        </p:txBody>
      </p:sp>
      <p:sp>
        <p:nvSpPr>
          <p:cNvPr id="107" name="Текст 5">
            <a:extLst>
              <a:ext uri="{FF2B5EF4-FFF2-40B4-BE49-F238E27FC236}">
                <a16:creationId xmlns:a16="http://schemas.microsoft.com/office/drawing/2014/main" id="{E1666147-F70F-41A7-B7BE-97BABCBBC3EA}"/>
              </a:ext>
            </a:extLst>
          </p:cNvPr>
          <p:cNvSpPr>
            <a:spLocks noGrp="1"/>
          </p:cNvSpPr>
          <p:nvPr userDrawn="1">
            <p:ph type="body" sz="quarter" idx="31"/>
          </p:nvPr>
        </p:nvSpPr>
        <p:spPr>
          <a:xfrm>
            <a:off x="4015071" y="4737750"/>
            <a:ext cx="1877396" cy="545252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8" name="Текст 2">
            <a:extLst>
              <a:ext uri="{FF2B5EF4-FFF2-40B4-BE49-F238E27FC236}">
                <a16:creationId xmlns:a16="http://schemas.microsoft.com/office/drawing/2014/main" id="{CB7AC794-6B16-4835-98FC-2BB3388274C1}"/>
              </a:ext>
            </a:extLst>
          </p:cNvPr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6397204" y="4387618"/>
            <a:ext cx="1877396" cy="24618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ts val="192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</a:t>
            </a:r>
          </a:p>
        </p:txBody>
      </p:sp>
      <p:sp>
        <p:nvSpPr>
          <p:cNvPr id="109" name="Текст 5">
            <a:extLst>
              <a:ext uri="{FF2B5EF4-FFF2-40B4-BE49-F238E27FC236}">
                <a16:creationId xmlns:a16="http://schemas.microsoft.com/office/drawing/2014/main" id="{4F655215-8C2B-45EC-8E34-B7B22609727B}"/>
              </a:ext>
            </a:extLst>
          </p:cNvPr>
          <p:cNvSpPr>
            <a:spLocks noGrp="1"/>
          </p:cNvSpPr>
          <p:nvPr userDrawn="1">
            <p:ph type="body" sz="quarter" idx="33"/>
          </p:nvPr>
        </p:nvSpPr>
        <p:spPr>
          <a:xfrm>
            <a:off x="6382670" y="4715597"/>
            <a:ext cx="1877396" cy="545252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0" name="Текст 2">
            <a:extLst>
              <a:ext uri="{FF2B5EF4-FFF2-40B4-BE49-F238E27FC236}">
                <a16:creationId xmlns:a16="http://schemas.microsoft.com/office/drawing/2014/main" id="{8FEB028D-EA92-4653-8D7A-C0F8FD68507E}"/>
              </a:ext>
            </a:extLst>
          </p:cNvPr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748470" y="5086059"/>
            <a:ext cx="2644179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</a:t>
            </a:r>
          </a:p>
        </p:txBody>
      </p:sp>
      <p:sp>
        <p:nvSpPr>
          <p:cNvPr id="111" name="Текст 5">
            <a:extLst>
              <a:ext uri="{FF2B5EF4-FFF2-40B4-BE49-F238E27FC236}">
                <a16:creationId xmlns:a16="http://schemas.microsoft.com/office/drawing/2014/main" id="{BE1D1178-0E40-47F7-B374-13D7CCAE0495}"/>
              </a:ext>
            </a:extLst>
          </p:cNvPr>
          <p:cNvSpPr>
            <a:spLocks noGrp="1"/>
          </p:cNvSpPr>
          <p:nvPr userDrawn="1">
            <p:ph type="body" sz="quarter" idx="35"/>
          </p:nvPr>
        </p:nvSpPr>
        <p:spPr>
          <a:xfrm>
            <a:off x="733936" y="5414038"/>
            <a:ext cx="2644179" cy="54525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2" name="Текст 2">
            <a:extLst>
              <a:ext uri="{FF2B5EF4-FFF2-40B4-BE49-F238E27FC236}">
                <a16:creationId xmlns:a16="http://schemas.microsoft.com/office/drawing/2014/main" id="{5D31FD95-6142-4B01-A620-A1787AA00490}"/>
              </a:ext>
            </a:extLst>
          </p:cNvPr>
          <p:cNvSpPr>
            <a:spLocks noGrp="1"/>
          </p:cNvSpPr>
          <p:nvPr userDrawn="1">
            <p:ph type="body" sz="quarter" idx="36" hasCustomPrompt="1"/>
          </p:nvPr>
        </p:nvSpPr>
        <p:spPr>
          <a:xfrm>
            <a:off x="8894582" y="1728516"/>
            <a:ext cx="2630668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</a:t>
            </a:r>
          </a:p>
        </p:txBody>
      </p:sp>
      <p:sp>
        <p:nvSpPr>
          <p:cNvPr id="113" name="Текст 5">
            <a:extLst>
              <a:ext uri="{FF2B5EF4-FFF2-40B4-BE49-F238E27FC236}">
                <a16:creationId xmlns:a16="http://schemas.microsoft.com/office/drawing/2014/main" id="{9BE718C1-ECA5-4944-99B1-9FC9A53AB16C}"/>
              </a:ext>
            </a:extLst>
          </p:cNvPr>
          <p:cNvSpPr>
            <a:spLocks noGrp="1"/>
          </p:cNvSpPr>
          <p:nvPr userDrawn="1">
            <p:ph type="body" sz="quarter" idx="37"/>
          </p:nvPr>
        </p:nvSpPr>
        <p:spPr>
          <a:xfrm>
            <a:off x="8880048" y="2056495"/>
            <a:ext cx="2630668" cy="54525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4" name="Текст 2">
            <a:extLst>
              <a:ext uri="{FF2B5EF4-FFF2-40B4-BE49-F238E27FC236}">
                <a16:creationId xmlns:a16="http://schemas.microsoft.com/office/drawing/2014/main" id="{2D8FAA86-E294-4726-A8A0-71DB7A4E1A27}"/>
              </a:ext>
            </a:extLst>
          </p:cNvPr>
          <p:cNvSpPr>
            <a:spLocks noGrp="1"/>
          </p:cNvSpPr>
          <p:nvPr userDrawn="1">
            <p:ph type="body" sz="quarter" idx="38" hasCustomPrompt="1"/>
          </p:nvPr>
        </p:nvSpPr>
        <p:spPr>
          <a:xfrm>
            <a:off x="8905276" y="3268654"/>
            <a:ext cx="851751" cy="8556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200" spc="-6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115" name="Текст 5">
            <a:extLst>
              <a:ext uri="{FF2B5EF4-FFF2-40B4-BE49-F238E27FC236}">
                <a16:creationId xmlns:a16="http://schemas.microsoft.com/office/drawing/2014/main" id="{A66286F5-5C88-4E32-A361-9E3EB4961E2F}"/>
              </a:ext>
            </a:extLst>
          </p:cNvPr>
          <p:cNvSpPr>
            <a:spLocks noGrp="1"/>
          </p:cNvSpPr>
          <p:nvPr userDrawn="1">
            <p:ph type="body" sz="quarter" idx="39"/>
          </p:nvPr>
        </p:nvSpPr>
        <p:spPr>
          <a:xfrm>
            <a:off x="8901127" y="4208791"/>
            <a:ext cx="2554273" cy="7791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678905129"/>
      </p:ext>
    </p:extLst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зырьковая 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Пузырьковая диаграмма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1829FBE-BA79-4C38-8507-4F3D32298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pic>
        <p:nvPicPr>
          <p:cNvPr id="59" name="Frame 2147204091 [Figma 9887:63783]" descr="Frame 2147204091. прозрачность группы">
            <a:extLst>
              <a:ext uri="{FF2B5EF4-FFF2-40B4-BE49-F238E27FC236}">
                <a16:creationId xmlns:a16="http://schemas.microsoft.com/office/drawing/2014/main" id="{0ADA4248-ACD7-4CD6-92F0-5C35EDA8A79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18106" y="2849987"/>
            <a:ext cx="3174921" cy="3174921"/>
          </a:xfrm>
          <a:prstGeom prst="rect">
            <a:avLst/>
          </a:prstGeom>
        </p:spPr>
      </p:pic>
      <p:sp>
        <p:nvSpPr>
          <p:cNvPr id="82" name="Текст 5">
            <a:extLst>
              <a:ext uri="{FF2B5EF4-FFF2-40B4-BE49-F238E27FC236}">
                <a16:creationId xmlns:a16="http://schemas.microsoft.com/office/drawing/2014/main" id="{6ACF8E65-60E6-4072-AC11-96224D1DF4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50055" y="2373566"/>
            <a:ext cx="5270154" cy="383502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Clr>
                <a:srgbClr val="1E4BD2"/>
              </a:buClr>
              <a:buSzPct val="120000"/>
              <a:buFont typeface="Arial" panose="020B0604020202020204" pitchFamily="34" charset="0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3" name="Текст 2">
            <a:extLst>
              <a:ext uri="{FF2B5EF4-FFF2-40B4-BE49-F238E27FC236}">
                <a16:creationId xmlns:a16="http://schemas.microsoft.com/office/drawing/2014/main" id="{B889F4C0-0613-4921-A3EE-6BAE39976B6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908627" y="1541657"/>
            <a:ext cx="4759498" cy="44673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</a:t>
            </a:r>
          </a:p>
        </p:txBody>
      </p:sp>
      <p:sp>
        <p:nvSpPr>
          <p:cNvPr id="84" name="Текст 2">
            <a:extLst>
              <a:ext uri="{FF2B5EF4-FFF2-40B4-BE49-F238E27FC236}">
                <a16:creationId xmlns:a16="http://schemas.microsoft.com/office/drawing/2014/main" id="{2B1640A0-36E4-4A57-8BA5-C3F775C9B4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97502" y="1528995"/>
            <a:ext cx="5115364" cy="44673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 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0C95A4DB-9C1C-4735-8353-D20AAD7EAE8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83864" y="2209251"/>
            <a:ext cx="631031" cy="1409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D9D2DBBC-C9C8-4C44-A052-7A4EAF2DB95B}"/>
              </a:ext>
            </a:extLst>
          </p:cNvPr>
          <p:cNvSpPr/>
          <p:nvPr userDrawn="1"/>
        </p:nvSpPr>
        <p:spPr>
          <a:xfrm>
            <a:off x="571486" y="2209251"/>
            <a:ext cx="144000" cy="144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85" name="Текст 8">
            <a:extLst>
              <a:ext uri="{FF2B5EF4-FFF2-40B4-BE49-F238E27FC236}">
                <a16:creationId xmlns:a16="http://schemas.microsoft.com/office/drawing/2014/main" id="{E6AB38F0-EF0B-401F-ABC9-F2F9C7E50A9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702294" y="2209251"/>
            <a:ext cx="631031" cy="1409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86" name="Овал 85">
            <a:extLst>
              <a:ext uri="{FF2B5EF4-FFF2-40B4-BE49-F238E27FC236}">
                <a16:creationId xmlns:a16="http://schemas.microsoft.com/office/drawing/2014/main" id="{51D16754-5BD9-4C0C-9F4A-62536C81273E}"/>
              </a:ext>
            </a:extLst>
          </p:cNvPr>
          <p:cNvSpPr/>
          <p:nvPr userDrawn="1"/>
        </p:nvSpPr>
        <p:spPr>
          <a:xfrm>
            <a:off x="1489916" y="2209251"/>
            <a:ext cx="144000" cy="14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89" name="Текст 8">
            <a:extLst>
              <a:ext uri="{FF2B5EF4-FFF2-40B4-BE49-F238E27FC236}">
                <a16:creationId xmlns:a16="http://schemas.microsoft.com/office/drawing/2014/main" id="{442564AD-16C4-452D-823E-6B93D7EE972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621401" y="2209251"/>
            <a:ext cx="631031" cy="1409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90" name="Овал 89">
            <a:extLst>
              <a:ext uri="{FF2B5EF4-FFF2-40B4-BE49-F238E27FC236}">
                <a16:creationId xmlns:a16="http://schemas.microsoft.com/office/drawing/2014/main" id="{CEC48FC3-74EA-4389-BDF3-45E492411916}"/>
              </a:ext>
            </a:extLst>
          </p:cNvPr>
          <p:cNvSpPr/>
          <p:nvPr userDrawn="1"/>
        </p:nvSpPr>
        <p:spPr>
          <a:xfrm>
            <a:off x="2409023" y="2209251"/>
            <a:ext cx="144000" cy="14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91" name="Текст 8">
            <a:extLst>
              <a:ext uri="{FF2B5EF4-FFF2-40B4-BE49-F238E27FC236}">
                <a16:creationId xmlns:a16="http://schemas.microsoft.com/office/drawing/2014/main" id="{72B0736C-1442-4FCD-AC17-463B3C0B703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543218" y="2209251"/>
            <a:ext cx="631031" cy="1409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92" name="Овал 91">
            <a:extLst>
              <a:ext uri="{FF2B5EF4-FFF2-40B4-BE49-F238E27FC236}">
                <a16:creationId xmlns:a16="http://schemas.microsoft.com/office/drawing/2014/main" id="{BCF6C106-3D9C-4508-8A11-5D2ED900ED1A}"/>
              </a:ext>
            </a:extLst>
          </p:cNvPr>
          <p:cNvSpPr/>
          <p:nvPr userDrawn="1"/>
        </p:nvSpPr>
        <p:spPr>
          <a:xfrm>
            <a:off x="3330840" y="2209251"/>
            <a:ext cx="144000" cy="144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93" name="Текст 8">
            <a:extLst>
              <a:ext uri="{FF2B5EF4-FFF2-40B4-BE49-F238E27FC236}">
                <a16:creationId xmlns:a16="http://schemas.microsoft.com/office/drawing/2014/main" id="{FC3E76E5-8845-485D-94D7-02094D49405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83864" y="2438728"/>
            <a:ext cx="631031" cy="1409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94" name="Овал 93">
            <a:extLst>
              <a:ext uri="{FF2B5EF4-FFF2-40B4-BE49-F238E27FC236}">
                <a16:creationId xmlns:a16="http://schemas.microsoft.com/office/drawing/2014/main" id="{F0F6FB23-943B-4232-A8E4-24A27654B752}"/>
              </a:ext>
            </a:extLst>
          </p:cNvPr>
          <p:cNvSpPr/>
          <p:nvPr userDrawn="1"/>
        </p:nvSpPr>
        <p:spPr>
          <a:xfrm>
            <a:off x="571486" y="2438728"/>
            <a:ext cx="144000" cy="144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95" name="Текст 8">
            <a:extLst>
              <a:ext uri="{FF2B5EF4-FFF2-40B4-BE49-F238E27FC236}">
                <a16:creationId xmlns:a16="http://schemas.microsoft.com/office/drawing/2014/main" id="{2AE5C641-8419-4610-8E55-9B193413F35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702294" y="2438728"/>
            <a:ext cx="631031" cy="1409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96" name="Овал 95">
            <a:extLst>
              <a:ext uri="{FF2B5EF4-FFF2-40B4-BE49-F238E27FC236}">
                <a16:creationId xmlns:a16="http://schemas.microsoft.com/office/drawing/2014/main" id="{0797E723-6244-483C-B1A2-06FE503C9B5E}"/>
              </a:ext>
            </a:extLst>
          </p:cNvPr>
          <p:cNvSpPr/>
          <p:nvPr userDrawn="1"/>
        </p:nvSpPr>
        <p:spPr>
          <a:xfrm>
            <a:off x="1489916" y="2438728"/>
            <a:ext cx="144000" cy="14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97" name="Текст 8">
            <a:extLst>
              <a:ext uri="{FF2B5EF4-FFF2-40B4-BE49-F238E27FC236}">
                <a16:creationId xmlns:a16="http://schemas.microsoft.com/office/drawing/2014/main" id="{F5BBB98B-B9A7-4357-A750-960A6C5D755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621401" y="2438728"/>
            <a:ext cx="631031" cy="1409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04" name="Овал 103">
            <a:extLst>
              <a:ext uri="{FF2B5EF4-FFF2-40B4-BE49-F238E27FC236}">
                <a16:creationId xmlns:a16="http://schemas.microsoft.com/office/drawing/2014/main" id="{77FC2925-B01A-4587-9F22-79BE6468D157}"/>
              </a:ext>
            </a:extLst>
          </p:cNvPr>
          <p:cNvSpPr/>
          <p:nvPr userDrawn="1"/>
        </p:nvSpPr>
        <p:spPr>
          <a:xfrm>
            <a:off x="2409023" y="2438728"/>
            <a:ext cx="144000" cy="14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105" name="Текст 8">
            <a:extLst>
              <a:ext uri="{FF2B5EF4-FFF2-40B4-BE49-F238E27FC236}">
                <a16:creationId xmlns:a16="http://schemas.microsoft.com/office/drawing/2014/main" id="{1B9FFA4A-F4A3-4C2F-9D13-6A85776473A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543218" y="2438728"/>
            <a:ext cx="631031" cy="1409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06" name="Овал 105">
            <a:extLst>
              <a:ext uri="{FF2B5EF4-FFF2-40B4-BE49-F238E27FC236}">
                <a16:creationId xmlns:a16="http://schemas.microsoft.com/office/drawing/2014/main" id="{D1269040-F0F2-46E2-9430-296934C558D7}"/>
              </a:ext>
            </a:extLst>
          </p:cNvPr>
          <p:cNvSpPr/>
          <p:nvPr userDrawn="1"/>
        </p:nvSpPr>
        <p:spPr>
          <a:xfrm>
            <a:off x="3330840" y="2438728"/>
            <a:ext cx="144000" cy="144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107" name="Текст 8">
            <a:extLst>
              <a:ext uri="{FF2B5EF4-FFF2-40B4-BE49-F238E27FC236}">
                <a16:creationId xmlns:a16="http://schemas.microsoft.com/office/drawing/2014/main" id="{925EF63B-8D13-45B5-8B1D-F6647CAA5D3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920023" y="2838493"/>
            <a:ext cx="914744" cy="26095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строчки</a:t>
            </a:r>
          </a:p>
        </p:txBody>
      </p:sp>
      <p:sp>
        <p:nvSpPr>
          <p:cNvPr id="109" name="Текст 8">
            <a:extLst>
              <a:ext uri="{FF2B5EF4-FFF2-40B4-BE49-F238E27FC236}">
                <a16:creationId xmlns:a16="http://schemas.microsoft.com/office/drawing/2014/main" id="{0766D8B1-AFF9-4237-98B2-2485AEDF008B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938333" y="3353338"/>
            <a:ext cx="914744" cy="13924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10" name="Текст 8">
            <a:extLst>
              <a:ext uri="{FF2B5EF4-FFF2-40B4-BE49-F238E27FC236}">
                <a16:creationId xmlns:a16="http://schemas.microsoft.com/office/drawing/2014/main" id="{0B11F69F-3029-4579-942A-AAF5B28D8CA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938333" y="4378997"/>
            <a:ext cx="914744" cy="13924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11" name="Текст 8">
            <a:extLst>
              <a:ext uri="{FF2B5EF4-FFF2-40B4-BE49-F238E27FC236}">
                <a16:creationId xmlns:a16="http://schemas.microsoft.com/office/drawing/2014/main" id="{801E9BAE-07B9-4799-B15C-5CEB5C44B2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938333" y="5425012"/>
            <a:ext cx="914744" cy="13924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12" name="Текст 8">
            <a:extLst>
              <a:ext uri="{FF2B5EF4-FFF2-40B4-BE49-F238E27FC236}">
                <a16:creationId xmlns:a16="http://schemas.microsoft.com/office/drawing/2014/main" id="{19D5D318-45BD-4ADA-9F42-EE3891D6293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60180" y="6094234"/>
            <a:ext cx="792843" cy="13924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960"/>
              </a:lnSpc>
              <a:buNone/>
              <a:defRPr sz="8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13" name="Текст 8">
            <a:extLst>
              <a:ext uri="{FF2B5EF4-FFF2-40B4-BE49-F238E27FC236}">
                <a16:creationId xmlns:a16="http://schemas.microsoft.com/office/drawing/2014/main" id="{2C7B6D5E-E98F-4077-9C51-728DC45BE47E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809144" y="6117944"/>
            <a:ext cx="792843" cy="13924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960"/>
              </a:lnSpc>
              <a:buNone/>
              <a:defRPr sz="8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14" name="Текст 8">
            <a:extLst>
              <a:ext uri="{FF2B5EF4-FFF2-40B4-BE49-F238E27FC236}">
                <a16:creationId xmlns:a16="http://schemas.microsoft.com/office/drawing/2014/main" id="{58AF2E7C-6B83-4176-BFFB-2F9836687AD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858108" y="6117944"/>
            <a:ext cx="792843" cy="13924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960"/>
              </a:lnSpc>
              <a:buNone/>
              <a:defRPr sz="8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15" name="Текст 8">
            <a:extLst>
              <a:ext uri="{FF2B5EF4-FFF2-40B4-BE49-F238E27FC236}">
                <a16:creationId xmlns:a16="http://schemas.microsoft.com/office/drawing/2014/main" id="{7A2681FD-8DB0-4854-B312-D1916D616FDE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71485" y="5947633"/>
            <a:ext cx="932574" cy="26095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строчки</a:t>
            </a:r>
          </a:p>
        </p:txBody>
      </p:sp>
      <p:sp>
        <p:nvSpPr>
          <p:cNvPr id="118" name="Текст 8">
            <a:extLst>
              <a:ext uri="{FF2B5EF4-FFF2-40B4-BE49-F238E27FC236}">
                <a16:creationId xmlns:a16="http://schemas.microsoft.com/office/drawing/2014/main" id="{21C6D5A7-A41F-4965-B92F-63E66B2E322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391754" y="3048001"/>
            <a:ext cx="345390" cy="30533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buNone/>
              <a:defRPr sz="1400" kern="400" spc="-1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121" name="Текст 8">
            <a:extLst>
              <a:ext uri="{FF2B5EF4-FFF2-40B4-BE49-F238E27FC236}">
                <a16:creationId xmlns:a16="http://schemas.microsoft.com/office/drawing/2014/main" id="{2157C86C-AE77-4D15-AEA1-5C2652060B31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784796" y="4024398"/>
            <a:ext cx="345390" cy="30533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buNone/>
              <a:defRPr sz="1400" kern="400" spc="-1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122" name="Текст 8">
            <a:extLst>
              <a:ext uri="{FF2B5EF4-FFF2-40B4-BE49-F238E27FC236}">
                <a16:creationId xmlns:a16="http://schemas.microsoft.com/office/drawing/2014/main" id="{2B468D17-1AC4-40BE-9EB1-B326D9385B2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629065" y="3621221"/>
            <a:ext cx="345390" cy="30533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buNone/>
              <a:defRPr sz="1400" kern="400" spc="-1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123" name="Текст 8">
            <a:extLst>
              <a:ext uri="{FF2B5EF4-FFF2-40B4-BE49-F238E27FC236}">
                <a16:creationId xmlns:a16="http://schemas.microsoft.com/office/drawing/2014/main" id="{45E5E3DC-BFFF-4BB0-8AF5-42F7C809745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4274703" y="3806509"/>
            <a:ext cx="345390" cy="30533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buNone/>
              <a:defRPr sz="1400" kern="400" spc="-1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124" name="Текст 8">
            <a:extLst>
              <a:ext uri="{FF2B5EF4-FFF2-40B4-BE49-F238E27FC236}">
                <a16:creationId xmlns:a16="http://schemas.microsoft.com/office/drawing/2014/main" id="{1839F083-B673-4BF4-B8A5-6B6CA933972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205565" y="5411592"/>
            <a:ext cx="345390" cy="30533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buNone/>
              <a:defRPr sz="1400" kern="400" spc="-1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125" name="Текст 8">
            <a:extLst>
              <a:ext uri="{FF2B5EF4-FFF2-40B4-BE49-F238E27FC236}">
                <a16:creationId xmlns:a16="http://schemas.microsoft.com/office/drawing/2014/main" id="{C388E098-50DA-41C3-9D6C-EEBD4B139CA5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566871" y="4995658"/>
            <a:ext cx="248641" cy="2008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buNone/>
              <a:defRPr sz="1400" kern="400" spc="-1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126" name="Текст 8">
            <a:extLst>
              <a:ext uri="{FF2B5EF4-FFF2-40B4-BE49-F238E27FC236}">
                <a16:creationId xmlns:a16="http://schemas.microsoft.com/office/drawing/2014/main" id="{A8D43105-6F24-458D-BA40-4304BC86DFF4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208199" y="4392849"/>
            <a:ext cx="218112" cy="20758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buNone/>
              <a:defRPr sz="1400" kern="400" spc="-1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684869116"/>
      </p:ext>
    </p:extLst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Диаграммы и карточ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2 Диаграммы и карточка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1829FBE-BA79-4C38-8507-4F3D32298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5" name="Текст 4">
            <a:extLst>
              <a:ext uri="{FF2B5EF4-FFF2-40B4-BE49-F238E27FC236}">
                <a16:creationId xmlns:a16="http://schemas.microsoft.com/office/drawing/2014/main" id="{29A9E8E6-08ED-4159-872F-C655C7080CD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86762" y="1578497"/>
            <a:ext cx="4748888" cy="37412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раздела</a:t>
            </a:r>
          </a:p>
        </p:txBody>
      </p:sp>
      <p:sp>
        <p:nvSpPr>
          <p:cNvPr id="63" name="Текст 4">
            <a:extLst>
              <a:ext uri="{FF2B5EF4-FFF2-40B4-BE49-F238E27FC236}">
                <a16:creationId xmlns:a16="http://schemas.microsoft.com/office/drawing/2014/main" id="{6F184D21-8E1D-47E9-8716-D2D68C1C692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861943" y="1578497"/>
            <a:ext cx="4748888" cy="37412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</a:t>
            </a:r>
            <a:r>
              <a:rPr lang="ru-RU" dirty="0" err="1"/>
              <a:t>разздела</a:t>
            </a:r>
            <a:endParaRPr lang="ru-RU" dirty="0"/>
          </a:p>
        </p:txBody>
      </p:sp>
      <p:sp>
        <p:nvSpPr>
          <p:cNvPr id="65" name="Текст 4">
            <a:extLst>
              <a:ext uri="{FF2B5EF4-FFF2-40B4-BE49-F238E27FC236}">
                <a16:creationId xmlns:a16="http://schemas.microsoft.com/office/drawing/2014/main" id="{B4FF79CC-6C81-4E3D-9CBB-B4FD5652107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95328" y="5212012"/>
            <a:ext cx="2484142" cy="37412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800"/>
              </a:lnSpc>
              <a:buNone/>
              <a:defRPr sz="18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раздела</a:t>
            </a:r>
          </a:p>
        </p:txBody>
      </p:sp>
      <p:sp>
        <p:nvSpPr>
          <p:cNvPr id="70" name="Текст 4">
            <a:extLst>
              <a:ext uri="{FF2B5EF4-FFF2-40B4-BE49-F238E27FC236}">
                <a16:creationId xmlns:a16="http://schemas.microsoft.com/office/drawing/2014/main" id="{9AE42752-DC29-479D-A8FD-DB669126503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71485" y="5669292"/>
            <a:ext cx="7591439" cy="49249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ts val="16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896535031"/>
      </p:ext>
    </p:extLst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Кольцевая 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77501"/>
            <a:ext cx="9154800" cy="495624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>
                <a:effectLst/>
              </a:rPr>
              <a:t>пузырьковая диаграмма</a:t>
            </a:r>
            <a:endParaRPr lang="ru-RU" dirty="0"/>
          </a:p>
        </p:txBody>
      </p:sp>
      <p:sp>
        <p:nvSpPr>
          <p:cNvPr id="16" name="Номер слайда 4">
            <a:extLst>
              <a:ext uri="{FF2B5EF4-FFF2-40B4-BE49-F238E27FC236}">
                <a16:creationId xmlns:a16="http://schemas.microsoft.com/office/drawing/2014/main" id="{15898042-DD2A-4A1C-8E4F-A38FFDF3D34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4FA5F9-3777-43AA-8E5A-9BAC1BCBECEA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5FB2A88-F839-4508-B107-B1B544FE62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70" name="Текст 69">
            <a:extLst>
              <a:ext uri="{FF2B5EF4-FFF2-40B4-BE49-F238E27FC236}">
                <a16:creationId xmlns:a16="http://schemas.microsoft.com/office/drawing/2014/main" id="{4D912E6B-7E22-4ECD-9C47-79265761794C}"/>
              </a:ext>
            </a:extLst>
          </p:cNvPr>
          <p:cNvSpPr>
            <a:spLocks noGrp="1"/>
          </p:cNvSpPr>
          <p:nvPr userDrawn="1">
            <p:ph type="body" sz="quarter" idx="22"/>
          </p:nvPr>
        </p:nvSpPr>
        <p:spPr>
          <a:xfrm>
            <a:off x="6908800" y="1532847"/>
            <a:ext cx="4677410" cy="51053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69">
            <a:extLst>
              <a:ext uri="{FF2B5EF4-FFF2-40B4-BE49-F238E27FC236}">
                <a16:creationId xmlns:a16="http://schemas.microsoft.com/office/drawing/2014/main" id="{0FC53DB5-60B5-4385-92AF-A6DC80E3134A}"/>
              </a:ext>
            </a:extLst>
          </p:cNvPr>
          <p:cNvSpPr>
            <a:spLocks noGrp="1"/>
          </p:cNvSpPr>
          <p:nvPr userDrawn="1">
            <p:ph type="body" sz="quarter" idx="23"/>
          </p:nvPr>
        </p:nvSpPr>
        <p:spPr>
          <a:xfrm>
            <a:off x="6908800" y="2416885"/>
            <a:ext cx="4677410" cy="3358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69">
            <a:extLst>
              <a:ext uri="{FF2B5EF4-FFF2-40B4-BE49-F238E27FC236}">
                <a16:creationId xmlns:a16="http://schemas.microsoft.com/office/drawing/2014/main" id="{96436BF2-CDF4-4603-A5EC-AB171A47DB1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7841" y="5586587"/>
            <a:ext cx="3726213" cy="594849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ts val="14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69">
            <a:extLst>
              <a:ext uri="{FF2B5EF4-FFF2-40B4-BE49-F238E27FC236}">
                <a16:creationId xmlns:a16="http://schemas.microsoft.com/office/drawing/2014/main" id="{66CF7010-0B08-467F-954C-FFD2044995F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413340" y="5102097"/>
            <a:ext cx="5172870" cy="1054709"/>
          </a:xfrm>
          <a:prstGeom prst="rect">
            <a:avLst/>
          </a:prstGeom>
        </p:spPr>
        <p:txBody>
          <a:bodyPr lIns="0" tIns="0" rIns="0" bIns="0" anchor="t" anchorCtr="0"/>
          <a:lstStyle>
            <a:lvl1pPr marL="179388" indent="-179388">
              <a:lnSpc>
                <a:spcPts val="1400"/>
              </a:lnSpc>
              <a:buClr>
                <a:schemeClr val="tx1"/>
              </a:buClr>
              <a:buSzPct val="120000"/>
              <a:buFont typeface="VTB Group Light" panose="020B0403040504020204" pitchFamily="34" charset="-52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  <a:endParaRPr lang="en-US" dirty="0"/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69">
            <a:extLst>
              <a:ext uri="{FF2B5EF4-FFF2-40B4-BE49-F238E27FC236}">
                <a16:creationId xmlns:a16="http://schemas.microsoft.com/office/drawing/2014/main" id="{5E4C52A8-B90A-4B1E-A457-C3C6E098170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168372" y="1532847"/>
            <a:ext cx="4677410" cy="51053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69">
            <a:extLst>
              <a:ext uri="{FF2B5EF4-FFF2-40B4-BE49-F238E27FC236}">
                <a16:creationId xmlns:a16="http://schemas.microsoft.com/office/drawing/2014/main" id="{294D9EAF-D4F1-418B-A9CF-6858DB3CB6D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908800" y="3409396"/>
            <a:ext cx="4677410" cy="3358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117588793"/>
      </p:ext>
    </p:extLst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Лепестковая 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Текст 69">
            <a:extLst>
              <a:ext uri="{FF2B5EF4-FFF2-40B4-BE49-F238E27FC236}">
                <a16:creationId xmlns:a16="http://schemas.microsoft.com/office/drawing/2014/main" id="{D49FA5EF-39E6-42FD-A94A-CADD778324B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71486" y="5014253"/>
            <a:ext cx="4082948" cy="38607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7" name="Текст 69">
            <a:extLst>
              <a:ext uri="{FF2B5EF4-FFF2-40B4-BE49-F238E27FC236}">
                <a16:creationId xmlns:a16="http://schemas.microsoft.com/office/drawing/2014/main" id="{1AF8A0D3-09D2-4F66-954C-A53CBF804B4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71486" y="5527315"/>
            <a:ext cx="4082948" cy="813175"/>
          </a:xfrm>
          <a:prstGeom prst="rect">
            <a:avLst/>
          </a:prstGeom>
        </p:spPr>
        <p:txBody>
          <a:bodyPr lIns="0" tIns="0" rIns="0" bIns="0" anchor="t" anchorCtr="0"/>
          <a:lstStyle>
            <a:lvl1pPr marL="179388" indent="-179388">
              <a:lnSpc>
                <a:spcPts val="1400"/>
              </a:lnSpc>
              <a:buClr>
                <a:schemeClr val="tx1"/>
              </a:buClr>
              <a:buSzPct val="120000"/>
              <a:buFont typeface="VTB Group Light" panose="020B0403040504020204" pitchFamily="34" charset="-52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  <a:endParaRPr lang="en-US" dirty="0"/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77501"/>
            <a:ext cx="9154800" cy="495624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>
                <a:effectLst/>
              </a:rPr>
              <a:t>лепестковая диаграмма</a:t>
            </a:r>
            <a:endParaRPr lang="ru-RU" dirty="0"/>
          </a:p>
        </p:txBody>
      </p:sp>
      <p:sp>
        <p:nvSpPr>
          <p:cNvPr id="16" name="Номер слайда 4">
            <a:extLst>
              <a:ext uri="{FF2B5EF4-FFF2-40B4-BE49-F238E27FC236}">
                <a16:creationId xmlns:a16="http://schemas.microsoft.com/office/drawing/2014/main" id="{15898042-DD2A-4A1C-8E4F-A38FFDF3D34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4FA5F9-3777-43AA-8E5A-9BAC1BCBECEA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5FB2A88-F839-4508-B107-B1B544FE62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103" name="Текст 69">
            <a:extLst>
              <a:ext uri="{FF2B5EF4-FFF2-40B4-BE49-F238E27FC236}">
                <a16:creationId xmlns:a16="http://schemas.microsoft.com/office/drawing/2014/main" id="{22D29AAC-E8B1-4814-83C4-1D1AC4DBCA8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486" y="1530299"/>
            <a:ext cx="4082948" cy="38607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4" name="Текст 69">
            <a:extLst>
              <a:ext uri="{FF2B5EF4-FFF2-40B4-BE49-F238E27FC236}">
                <a16:creationId xmlns:a16="http://schemas.microsoft.com/office/drawing/2014/main" id="{73FA3067-9B19-442C-9CBC-F436E39E73A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1486" y="2043361"/>
            <a:ext cx="4082948" cy="813175"/>
          </a:xfrm>
          <a:prstGeom prst="rect">
            <a:avLst/>
          </a:prstGeom>
        </p:spPr>
        <p:txBody>
          <a:bodyPr lIns="0" tIns="0" rIns="0" bIns="0" anchor="t" anchorCtr="0"/>
          <a:lstStyle>
            <a:lvl1pPr marL="179388" indent="-179388">
              <a:lnSpc>
                <a:spcPts val="1400"/>
              </a:lnSpc>
              <a:buClr>
                <a:schemeClr val="tx1"/>
              </a:buClr>
              <a:buSzPct val="120000"/>
              <a:buFont typeface="VTB Group Light" panose="020B0403040504020204" pitchFamily="34" charset="-52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  <a:endParaRPr lang="en-US" dirty="0"/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9" name="Текст 69">
            <a:extLst>
              <a:ext uri="{FF2B5EF4-FFF2-40B4-BE49-F238E27FC236}">
                <a16:creationId xmlns:a16="http://schemas.microsoft.com/office/drawing/2014/main" id="{DE2DCFCE-0D55-4ABA-9C37-4B7145E0DC10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71486" y="3262817"/>
            <a:ext cx="4082948" cy="38607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0" name="Текст 69">
            <a:extLst>
              <a:ext uri="{FF2B5EF4-FFF2-40B4-BE49-F238E27FC236}">
                <a16:creationId xmlns:a16="http://schemas.microsoft.com/office/drawing/2014/main" id="{179694DC-C04E-49FC-AF8B-CD18D1F3298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71486" y="3775879"/>
            <a:ext cx="4082948" cy="813175"/>
          </a:xfrm>
          <a:prstGeom prst="rect">
            <a:avLst/>
          </a:prstGeom>
        </p:spPr>
        <p:txBody>
          <a:bodyPr lIns="0" tIns="0" rIns="0" bIns="0" anchor="t" anchorCtr="0"/>
          <a:lstStyle>
            <a:lvl1pPr marL="179388" indent="-179388">
              <a:lnSpc>
                <a:spcPts val="1400"/>
              </a:lnSpc>
              <a:buClr>
                <a:schemeClr val="tx1"/>
              </a:buClr>
              <a:buSzPct val="120000"/>
              <a:buFont typeface="VTB Group Light" panose="020B0403040504020204" pitchFamily="34" charset="-52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  <a:endParaRPr lang="en-US" dirty="0"/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3" name="Текст 69">
            <a:extLst>
              <a:ext uri="{FF2B5EF4-FFF2-40B4-BE49-F238E27FC236}">
                <a16:creationId xmlns:a16="http://schemas.microsoft.com/office/drawing/2014/main" id="{E7CBE3E2-D8ED-466F-A287-FF222B4FA1B8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1092889" y="3176548"/>
            <a:ext cx="857825" cy="17253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800"/>
              </a:lnSpc>
              <a:buNone/>
              <a:defRPr sz="8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4" name="Текст 69">
            <a:extLst>
              <a:ext uri="{FF2B5EF4-FFF2-40B4-BE49-F238E27FC236}">
                <a16:creationId xmlns:a16="http://schemas.microsoft.com/office/drawing/2014/main" id="{C66D2BC6-F0BE-4973-9B8B-BE44AF8430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0092869" y="3689506"/>
            <a:ext cx="1718141" cy="416464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ts val="14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6" name="Текст 69">
            <a:extLst>
              <a:ext uri="{FF2B5EF4-FFF2-40B4-BE49-F238E27FC236}">
                <a16:creationId xmlns:a16="http://schemas.microsoft.com/office/drawing/2014/main" id="{AFBDD3A6-A990-46EA-808D-4C8A13188D3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9468532" y="5572533"/>
            <a:ext cx="1848933" cy="416464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ts val="14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8" name="Текст 69">
            <a:extLst>
              <a:ext uri="{FF2B5EF4-FFF2-40B4-BE49-F238E27FC236}">
                <a16:creationId xmlns:a16="http://schemas.microsoft.com/office/drawing/2014/main" id="{7FA7E962-2AB6-4262-9D4F-25F03E0D94D2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05430" y="5572533"/>
            <a:ext cx="1848933" cy="416464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r">
              <a:lnSpc>
                <a:spcPts val="14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0" name="Текст 69">
            <a:extLst>
              <a:ext uri="{FF2B5EF4-FFF2-40B4-BE49-F238E27FC236}">
                <a16:creationId xmlns:a16="http://schemas.microsoft.com/office/drawing/2014/main" id="{C9D833C4-142D-4314-8AD0-FAA5551A8E7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0197" y="3689506"/>
            <a:ext cx="1309617" cy="416464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r">
              <a:lnSpc>
                <a:spcPts val="14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2" name="Текст 69">
            <a:extLst>
              <a:ext uri="{FF2B5EF4-FFF2-40B4-BE49-F238E27FC236}">
                <a16:creationId xmlns:a16="http://schemas.microsoft.com/office/drawing/2014/main" id="{48DE2511-ABD0-4A6F-8DB3-BF501E362DC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915754" y="1968500"/>
            <a:ext cx="1950445" cy="376293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ts val="14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6" name="Текст 69">
            <a:extLst>
              <a:ext uri="{FF2B5EF4-FFF2-40B4-BE49-F238E27FC236}">
                <a16:creationId xmlns:a16="http://schemas.microsoft.com/office/drawing/2014/main" id="{7CFBC5BE-C028-49EC-8EEB-13D7FB52B58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082644" y="3651820"/>
            <a:ext cx="524905" cy="17253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6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00%</a:t>
            </a:r>
          </a:p>
        </p:txBody>
      </p:sp>
      <p:sp>
        <p:nvSpPr>
          <p:cNvPr id="128" name="Текст 69">
            <a:extLst>
              <a:ext uri="{FF2B5EF4-FFF2-40B4-BE49-F238E27FC236}">
                <a16:creationId xmlns:a16="http://schemas.microsoft.com/office/drawing/2014/main" id="{12D1E27D-ED6B-4BFA-AF88-FE671D962EC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863569" y="4426939"/>
            <a:ext cx="524905" cy="17253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6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00%</a:t>
            </a:r>
          </a:p>
        </p:txBody>
      </p:sp>
      <p:sp>
        <p:nvSpPr>
          <p:cNvPr id="129" name="Текст 69">
            <a:extLst>
              <a:ext uri="{FF2B5EF4-FFF2-40B4-BE49-F238E27FC236}">
                <a16:creationId xmlns:a16="http://schemas.microsoft.com/office/drawing/2014/main" id="{E2F78813-2958-4589-BDDB-58D51E8D252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239681" y="3069627"/>
            <a:ext cx="524905" cy="17253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6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00%</a:t>
            </a:r>
          </a:p>
        </p:txBody>
      </p:sp>
      <p:sp>
        <p:nvSpPr>
          <p:cNvPr id="130" name="Текст 69">
            <a:extLst>
              <a:ext uri="{FF2B5EF4-FFF2-40B4-BE49-F238E27FC236}">
                <a16:creationId xmlns:a16="http://schemas.microsoft.com/office/drawing/2014/main" id="{9ACF6651-5639-4544-9734-6C4C1163F049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615794" y="4841716"/>
            <a:ext cx="524905" cy="17253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6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00%</a:t>
            </a:r>
          </a:p>
        </p:txBody>
      </p:sp>
    </p:spTree>
    <p:extLst>
      <p:ext uri="{BB962C8B-B14F-4D97-AF65-F5344CB8AC3E}">
        <p14:creationId xmlns:p14="http://schemas.microsoft.com/office/powerpoint/2010/main" val="481604811"/>
      </p:ext>
    </p:extLst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иаграмма Ганн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77501"/>
            <a:ext cx="9154800" cy="495624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>
                <a:effectLst/>
              </a:rPr>
              <a:t>Диаграмма </a:t>
            </a:r>
            <a:r>
              <a:rPr lang="ru-RU" dirty="0" err="1">
                <a:effectLst/>
              </a:rPr>
              <a:t>ганна</a:t>
            </a:r>
            <a:endParaRPr lang="ru-RU" dirty="0"/>
          </a:p>
        </p:txBody>
      </p:sp>
      <p:sp>
        <p:nvSpPr>
          <p:cNvPr id="16" name="Номер слайда 4">
            <a:extLst>
              <a:ext uri="{FF2B5EF4-FFF2-40B4-BE49-F238E27FC236}">
                <a16:creationId xmlns:a16="http://schemas.microsoft.com/office/drawing/2014/main" id="{15898042-DD2A-4A1C-8E4F-A38FFDF3D34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4FA5F9-3777-43AA-8E5A-9BAC1BCBECEA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5FB2A88-F839-4508-B107-B1B544FE62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556470"/>
      </p:ext>
    </p:extLst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тр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матрица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1829FBE-BA79-4C38-8507-4F3D32298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83" name="Текст 2">
            <a:extLst>
              <a:ext uri="{FF2B5EF4-FFF2-40B4-BE49-F238E27FC236}">
                <a16:creationId xmlns:a16="http://schemas.microsoft.com/office/drawing/2014/main" id="{B889F4C0-0613-4921-A3EE-6BAE39976B6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249714" y="1410681"/>
            <a:ext cx="7890982" cy="44673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92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</a:t>
            </a:r>
          </a:p>
        </p:txBody>
      </p:sp>
      <p:sp>
        <p:nvSpPr>
          <p:cNvPr id="84" name="Текст 2">
            <a:extLst>
              <a:ext uri="{FF2B5EF4-FFF2-40B4-BE49-F238E27FC236}">
                <a16:creationId xmlns:a16="http://schemas.microsoft.com/office/drawing/2014/main" id="{2B1640A0-36E4-4A57-8BA5-C3F775C9B4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80991" y="2225114"/>
            <a:ext cx="1393056" cy="44673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 </a:t>
            </a:r>
          </a:p>
        </p:txBody>
      </p:sp>
      <p:sp>
        <p:nvSpPr>
          <p:cNvPr id="110" name="Текст 8">
            <a:extLst>
              <a:ext uri="{FF2B5EF4-FFF2-40B4-BE49-F238E27FC236}">
                <a16:creationId xmlns:a16="http://schemas.microsoft.com/office/drawing/2014/main" id="{0B11F69F-3029-4579-942A-AAF5B28D8CA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1071" y="6132678"/>
            <a:ext cx="792843" cy="20757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>
              <a:lnSpc>
                <a:spcPct val="100000"/>
              </a:lnSpc>
              <a:buNone/>
              <a:defRPr sz="10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75" name="Текст 8">
            <a:extLst>
              <a:ext uri="{FF2B5EF4-FFF2-40B4-BE49-F238E27FC236}">
                <a16:creationId xmlns:a16="http://schemas.microsoft.com/office/drawing/2014/main" id="{B32A765B-9177-441C-86A8-1D227DA9050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981204" y="2000200"/>
            <a:ext cx="792843" cy="20757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>
              <a:lnSpc>
                <a:spcPct val="100000"/>
              </a:lnSpc>
              <a:buNone/>
              <a:defRPr sz="10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76" name="Текст 8">
            <a:extLst>
              <a:ext uri="{FF2B5EF4-FFF2-40B4-BE49-F238E27FC236}">
                <a16:creationId xmlns:a16="http://schemas.microsoft.com/office/drawing/2014/main" id="{618A559C-539F-4E32-B044-3D623A02F09D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0512282" y="6154862"/>
            <a:ext cx="792843" cy="20757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buNone/>
              <a:defRPr sz="10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79" name="Текст 2">
            <a:extLst>
              <a:ext uri="{FF2B5EF4-FFF2-40B4-BE49-F238E27FC236}">
                <a16:creationId xmlns:a16="http://schemas.microsoft.com/office/drawing/2014/main" id="{65E75AC2-7279-4458-8381-F86A3330B88B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512282" y="5609592"/>
            <a:ext cx="1393056" cy="44673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 </a:t>
            </a:r>
          </a:p>
        </p:txBody>
      </p:sp>
      <p:sp>
        <p:nvSpPr>
          <p:cNvPr id="80" name="Текст 2">
            <a:extLst>
              <a:ext uri="{FF2B5EF4-FFF2-40B4-BE49-F238E27FC236}">
                <a16:creationId xmlns:a16="http://schemas.microsoft.com/office/drawing/2014/main" id="{A387A644-5BE5-43A8-8EB2-0815282DCCAC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999959" y="3309671"/>
            <a:ext cx="3841895" cy="67359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920"/>
              </a:lnSpc>
              <a:buNone/>
              <a:defRPr sz="20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Название блока </a:t>
            </a:r>
          </a:p>
        </p:txBody>
      </p:sp>
      <p:sp>
        <p:nvSpPr>
          <p:cNvPr id="81" name="Текст 2">
            <a:extLst>
              <a:ext uri="{FF2B5EF4-FFF2-40B4-BE49-F238E27FC236}">
                <a16:creationId xmlns:a16="http://schemas.microsoft.com/office/drawing/2014/main" id="{470FFE1B-C8D7-4F68-9A9E-5A54E1585D2C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6350146" y="3307287"/>
            <a:ext cx="3841895" cy="67359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920"/>
              </a:lnSpc>
              <a:buNone/>
              <a:defRPr sz="20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Название блока </a:t>
            </a:r>
          </a:p>
        </p:txBody>
      </p:sp>
      <p:sp>
        <p:nvSpPr>
          <p:cNvPr id="87" name="Текст 2">
            <a:extLst>
              <a:ext uri="{FF2B5EF4-FFF2-40B4-BE49-F238E27FC236}">
                <a16:creationId xmlns:a16="http://schemas.microsoft.com/office/drawing/2014/main" id="{F79DA348-BC4B-40FD-8A95-FBC7F4D582CF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999807" y="5457985"/>
            <a:ext cx="3841895" cy="67359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920"/>
              </a:lnSpc>
              <a:buNone/>
              <a:defRPr sz="20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Название блока </a:t>
            </a:r>
          </a:p>
        </p:txBody>
      </p:sp>
      <p:sp>
        <p:nvSpPr>
          <p:cNvPr id="88" name="Текст 2">
            <a:extLst>
              <a:ext uri="{FF2B5EF4-FFF2-40B4-BE49-F238E27FC236}">
                <a16:creationId xmlns:a16="http://schemas.microsoft.com/office/drawing/2014/main" id="{05B00497-2400-4B85-BBD4-F7AA681B10CD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349994" y="5480840"/>
            <a:ext cx="3841895" cy="67359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920"/>
              </a:lnSpc>
              <a:buNone/>
              <a:defRPr sz="20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Название блока </a:t>
            </a:r>
          </a:p>
        </p:txBody>
      </p:sp>
    </p:spTree>
    <p:extLst>
      <p:ext uri="{BB962C8B-B14F-4D97-AF65-F5344CB8AC3E}">
        <p14:creationId xmlns:p14="http://schemas.microsoft.com/office/powerpoint/2010/main" val="360105666"/>
      </p:ext>
    </p:extLst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ймлай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 err="1"/>
              <a:t>Таймлайн</a:t>
            </a:r>
            <a:endParaRPr lang="ru-RU" dirty="0"/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1829FBE-BA79-4C38-8507-4F3D32298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554" name="Текст 9">
            <a:extLst>
              <a:ext uri="{FF2B5EF4-FFF2-40B4-BE49-F238E27FC236}">
                <a16:creationId xmlns:a16="http://schemas.microsoft.com/office/drawing/2014/main" id="{DEA490BF-A048-43B9-8298-7B7509BE22F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50919" y="1895525"/>
            <a:ext cx="70885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2020</a:t>
            </a:r>
            <a:endParaRPr lang="ru-RU" dirty="0"/>
          </a:p>
        </p:txBody>
      </p:sp>
      <p:pic>
        <p:nvPicPr>
          <p:cNvPr id="1065" name="Vector 36 [Figma 9887:67786]" descr="Vector 36. градиент в обводке">
            <a:extLst>
              <a:ext uri="{FF2B5EF4-FFF2-40B4-BE49-F238E27FC236}">
                <a16:creationId xmlns:a16="http://schemas.microsoft.com/office/drawing/2014/main" id="{E13ECE86-E6A0-47E0-B808-8244FD10668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3919440"/>
            <a:ext cx="12191695" cy="15875"/>
          </a:xfrm>
          <a:prstGeom prst="rect">
            <a:avLst/>
          </a:prstGeom>
        </p:spPr>
      </p:pic>
      <p:sp>
        <p:nvSpPr>
          <p:cNvPr id="1113" name="Текст 9">
            <a:extLst>
              <a:ext uri="{FF2B5EF4-FFF2-40B4-BE49-F238E27FC236}">
                <a16:creationId xmlns:a16="http://schemas.microsoft.com/office/drawing/2014/main" id="{B9582C21-D990-4715-9AA2-C0B08F60FC1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242140" y="2624237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0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14" name="Текст 9">
            <a:extLst>
              <a:ext uri="{FF2B5EF4-FFF2-40B4-BE49-F238E27FC236}">
                <a16:creationId xmlns:a16="http://schemas.microsoft.com/office/drawing/2014/main" id="{DCC3052A-058C-4292-B88B-D9280453B61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527237" y="5496047"/>
            <a:ext cx="70885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2020</a:t>
            </a:r>
            <a:endParaRPr lang="ru-RU" dirty="0"/>
          </a:p>
        </p:txBody>
      </p:sp>
      <p:sp>
        <p:nvSpPr>
          <p:cNvPr id="1118" name="Текст 9">
            <a:extLst>
              <a:ext uri="{FF2B5EF4-FFF2-40B4-BE49-F238E27FC236}">
                <a16:creationId xmlns:a16="http://schemas.microsoft.com/office/drawing/2014/main" id="{8E276605-B9ED-4C68-A6A8-A25B7692D40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790855" y="1211168"/>
            <a:ext cx="70885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2020</a:t>
            </a:r>
            <a:endParaRPr lang="ru-RU" dirty="0"/>
          </a:p>
        </p:txBody>
      </p:sp>
      <p:sp>
        <p:nvSpPr>
          <p:cNvPr id="1122" name="Текст 9">
            <a:extLst>
              <a:ext uri="{FF2B5EF4-FFF2-40B4-BE49-F238E27FC236}">
                <a16:creationId xmlns:a16="http://schemas.microsoft.com/office/drawing/2014/main" id="{D188547B-4206-4197-BC2D-80BE747C57A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048124" y="4808662"/>
            <a:ext cx="70885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2020</a:t>
            </a:r>
            <a:endParaRPr lang="ru-RU" dirty="0"/>
          </a:p>
        </p:txBody>
      </p:sp>
      <p:sp>
        <p:nvSpPr>
          <p:cNvPr id="1126" name="Текст 9">
            <a:extLst>
              <a:ext uri="{FF2B5EF4-FFF2-40B4-BE49-F238E27FC236}">
                <a16:creationId xmlns:a16="http://schemas.microsoft.com/office/drawing/2014/main" id="{2BF3ECB9-3224-45D1-ACAC-304FDB345C9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15222" y="1730265"/>
            <a:ext cx="70885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2020</a:t>
            </a:r>
            <a:endParaRPr lang="ru-RU" dirty="0"/>
          </a:p>
        </p:txBody>
      </p:sp>
      <p:sp>
        <p:nvSpPr>
          <p:cNvPr id="1130" name="Текст 9">
            <a:extLst>
              <a:ext uri="{FF2B5EF4-FFF2-40B4-BE49-F238E27FC236}">
                <a16:creationId xmlns:a16="http://schemas.microsoft.com/office/drawing/2014/main" id="{746598E2-0F17-4CF9-BB99-B96F7A70619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880153" y="5496047"/>
            <a:ext cx="70885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2020</a:t>
            </a:r>
            <a:endParaRPr lang="ru-RU" dirty="0"/>
          </a:p>
        </p:txBody>
      </p:sp>
      <p:sp>
        <p:nvSpPr>
          <p:cNvPr id="1134" name="Текст 9">
            <a:extLst>
              <a:ext uri="{FF2B5EF4-FFF2-40B4-BE49-F238E27FC236}">
                <a16:creationId xmlns:a16="http://schemas.microsoft.com/office/drawing/2014/main" id="{7EF3551B-00BA-498B-BCD2-A4345265B8A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219970" y="1211168"/>
            <a:ext cx="70885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2020</a:t>
            </a:r>
            <a:endParaRPr lang="ru-RU" dirty="0"/>
          </a:p>
        </p:txBody>
      </p:sp>
      <p:sp>
        <p:nvSpPr>
          <p:cNvPr id="34" name="Текст 9">
            <a:extLst>
              <a:ext uri="{FF2B5EF4-FFF2-40B4-BE49-F238E27FC236}">
                <a16:creationId xmlns:a16="http://schemas.microsoft.com/office/drawing/2014/main" id="{52999795-826E-4F24-8FD3-BD1E074100D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242139" y="2361840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5" name="Текст 9">
            <a:extLst>
              <a:ext uri="{FF2B5EF4-FFF2-40B4-BE49-F238E27FC236}">
                <a16:creationId xmlns:a16="http://schemas.microsoft.com/office/drawing/2014/main" id="{E0721123-2E0D-4C0B-B2C0-6A5BCBA362BF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3790856" y="1943051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0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6" name="Текст 9">
            <a:extLst>
              <a:ext uri="{FF2B5EF4-FFF2-40B4-BE49-F238E27FC236}">
                <a16:creationId xmlns:a16="http://schemas.microsoft.com/office/drawing/2014/main" id="{19AF734D-BC7E-4B5D-B453-DF8514C8B59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3790855" y="1680654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7" name="Текст 9">
            <a:extLst>
              <a:ext uri="{FF2B5EF4-FFF2-40B4-BE49-F238E27FC236}">
                <a16:creationId xmlns:a16="http://schemas.microsoft.com/office/drawing/2014/main" id="{B468A81F-F97E-4795-86CD-8D66EA73DDAC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315223" y="2466329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0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8" name="Текст 9">
            <a:extLst>
              <a:ext uri="{FF2B5EF4-FFF2-40B4-BE49-F238E27FC236}">
                <a16:creationId xmlns:a16="http://schemas.microsoft.com/office/drawing/2014/main" id="{760D3191-7C58-40A4-8302-F60796C070C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6315222" y="2203932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9" name="Текст 9">
            <a:extLst>
              <a:ext uri="{FF2B5EF4-FFF2-40B4-BE49-F238E27FC236}">
                <a16:creationId xmlns:a16="http://schemas.microsoft.com/office/drawing/2014/main" id="{F08B95F6-63E4-4F0D-9099-4ECFDB269F5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9219971" y="1926186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0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0" name="Текст 9">
            <a:extLst>
              <a:ext uri="{FF2B5EF4-FFF2-40B4-BE49-F238E27FC236}">
                <a16:creationId xmlns:a16="http://schemas.microsoft.com/office/drawing/2014/main" id="{345B571A-40AF-4C4C-B44C-6A3AE1C8D0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9219970" y="1663789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1" name="Текст 9">
            <a:extLst>
              <a:ext uri="{FF2B5EF4-FFF2-40B4-BE49-F238E27FC236}">
                <a16:creationId xmlns:a16="http://schemas.microsoft.com/office/drawing/2014/main" id="{9B7C3458-6D16-437B-8FA1-99DE43CC0F43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7880154" y="6225996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0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2" name="Текст 9">
            <a:extLst>
              <a:ext uri="{FF2B5EF4-FFF2-40B4-BE49-F238E27FC236}">
                <a16:creationId xmlns:a16="http://schemas.microsoft.com/office/drawing/2014/main" id="{2EC9A564-A1DC-46BC-AE8A-4BF0F8FBDEE0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7880153" y="5963599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3" name="Текст 9">
            <a:extLst>
              <a:ext uri="{FF2B5EF4-FFF2-40B4-BE49-F238E27FC236}">
                <a16:creationId xmlns:a16="http://schemas.microsoft.com/office/drawing/2014/main" id="{77604964-C9E5-4236-BBDD-99E3301B5CEE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5048125" y="5523676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0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4" name="Текст 9">
            <a:extLst>
              <a:ext uri="{FF2B5EF4-FFF2-40B4-BE49-F238E27FC236}">
                <a16:creationId xmlns:a16="http://schemas.microsoft.com/office/drawing/2014/main" id="{3196D22A-C934-43C1-8C26-ECDB1008A475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048124" y="5261279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5" name="Текст 9">
            <a:extLst>
              <a:ext uri="{FF2B5EF4-FFF2-40B4-BE49-F238E27FC236}">
                <a16:creationId xmlns:a16="http://schemas.microsoft.com/office/drawing/2014/main" id="{28F6CB83-5E57-40A5-A1B6-A5D58F0DD95D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2532183" y="6221627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0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6" name="Текст 9">
            <a:extLst>
              <a:ext uri="{FF2B5EF4-FFF2-40B4-BE49-F238E27FC236}">
                <a16:creationId xmlns:a16="http://schemas.microsoft.com/office/drawing/2014/main" id="{E27530BF-94E8-42B9-BDD8-0E29D561BC77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2532182" y="5959230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85746781"/>
      </p:ext>
    </p:extLst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а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2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Контакты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1829FBE-BA79-4C38-8507-4F3D32298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pic>
        <p:nvPicPr>
          <p:cNvPr id="26" name="Line [Figma 9887:67838]" descr="Line. градиент в обводке">
            <a:extLst>
              <a:ext uri="{FF2B5EF4-FFF2-40B4-BE49-F238E27FC236}">
                <a16:creationId xmlns:a16="http://schemas.microsoft.com/office/drawing/2014/main" id="{2B6EBC08-B468-469E-924D-42171CE086C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0212" y="1339816"/>
            <a:ext cx="6606" cy="2520000"/>
          </a:xfrm>
          <a:prstGeom prst="rect">
            <a:avLst/>
          </a:prstGeom>
        </p:spPr>
      </p:pic>
      <p:pic>
        <p:nvPicPr>
          <p:cNvPr id="27" name="Vector [Figma 9887:67839]" descr="Vector. градиент в обводке">
            <a:extLst>
              <a:ext uri="{FF2B5EF4-FFF2-40B4-BE49-F238E27FC236}">
                <a16:creationId xmlns:a16="http://schemas.microsoft.com/office/drawing/2014/main" id="{E56B74DE-0252-4864-8AD6-5E049F184DD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3387" y="2362141"/>
            <a:ext cx="8089698" cy="6350"/>
          </a:xfrm>
          <a:prstGeom prst="rect">
            <a:avLst/>
          </a:prstGeom>
        </p:spPr>
      </p:pic>
      <p:pic>
        <p:nvPicPr>
          <p:cNvPr id="28" name="Vector [Figma 9887:67840]" descr="Vector. градиент в обводке">
            <a:extLst>
              <a:ext uri="{FF2B5EF4-FFF2-40B4-BE49-F238E27FC236}">
                <a16:creationId xmlns:a16="http://schemas.microsoft.com/office/drawing/2014/main" id="{09DD1619-D895-47E6-AE03-3613D1EA1EB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5247" y="3210192"/>
            <a:ext cx="8089698" cy="6350"/>
          </a:xfrm>
          <a:prstGeom prst="rect">
            <a:avLst/>
          </a:prstGeom>
        </p:spPr>
      </p:pic>
      <p:sp>
        <p:nvSpPr>
          <p:cNvPr id="10" name="Текст 9">
            <a:extLst>
              <a:ext uri="{FF2B5EF4-FFF2-40B4-BE49-F238E27FC236}">
                <a16:creationId xmlns:a16="http://schemas.microsoft.com/office/drawing/2014/main" id="{F729E2AA-E15D-4755-9855-3A226B5260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66020" y="1981956"/>
            <a:ext cx="3255962" cy="2825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buNone/>
              <a:defRPr sz="20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54" name="Текст 9">
            <a:extLst>
              <a:ext uri="{FF2B5EF4-FFF2-40B4-BE49-F238E27FC236}">
                <a16:creationId xmlns:a16="http://schemas.microsoft.com/office/drawing/2014/main" id="{DEA490BF-A048-43B9-8298-7B7509BE22F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6020" y="1605189"/>
            <a:ext cx="447454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3200"/>
              </a:lnSpc>
              <a:buNone/>
              <a:defRPr sz="26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555" name="Текст 9">
            <a:extLst>
              <a:ext uri="{FF2B5EF4-FFF2-40B4-BE49-F238E27FC236}">
                <a16:creationId xmlns:a16="http://schemas.microsoft.com/office/drawing/2014/main" id="{9041DA87-DE44-4A52-B76A-221BB9E9D57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54074" y="3283420"/>
            <a:ext cx="1701348" cy="28258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8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8(900) 000-00-00</a:t>
            </a:r>
          </a:p>
        </p:txBody>
      </p:sp>
      <p:sp>
        <p:nvSpPr>
          <p:cNvPr id="556" name="Текст 9">
            <a:extLst>
              <a:ext uri="{FF2B5EF4-FFF2-40B4-BE49-F238E27FC236}">
                <a16:creationId xmlns:a16="http://schemas.microsoft.com/office/drawing/2014/main" id="{F594D22D-38EA-441B-8BA9-3BF11DA203A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368691" y="3283420"/>
            <a:ext cx="1740168" cy="28258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8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name@vtb.ru</a:t>
            </a:r>
            <a:endParaRPr lang="ru-RU" dirty="0"/>
          </a:p>
        </p:txBody>
      </p:sp>
      <p:sp>
        <p:nvSpPr>
          <p:cNvPr id="557" name="Текст 9">
            <a:extLst>
              <a:ext uri="{FF2B5EF4-FFF2-40B4-BE49-F238E27FC236}">
                <a16:creationId xmlns:a16="http://schemas.microsoft.com/office/drawing/2014/main" id="{2DC6E15E-917B-44FC-BB80-CAD6EEC4033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816543" y="3314079"/>
            <a:ext cx="1740168" cy="28258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8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Описание </a:t>
            </a:r>
            <a:r>
              <a:rPr lang="en-US" dirty="0"/>
              <a:t>QR</a:t>
            </a:r>
            <a:endParaRPr lang="ru-RU" dirty="0"/>
          </a:p>
        </p:txBody>
      </p:sp>
      <p:sp>
        <p:nvSpPr>
          <p:cNvPr id="558" name="Текст 9">
            <a:extLst>
              <a:ext uri="{FF2B5EF4-FFF2-40B4-BE49-F238E27FC236}">
                <a16:creationId xmlns:a16="http://schemas.microsoft.com/office/drawing/2014/main" id="{6FECFB43-AF64-4CBB-801F-E9DC4EE554D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66020" y="4518206"/>
            <a:ext cx="3255962" cy="2825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buNone/>
              <a:defRPr sz="20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59" name="Текст 9">
            <a:extLst>
              <a:ext uri="{FF2B5EF4-FFF2-40B4-BE49-F238E27FC236}">
                <a16:creationId xmlns:a16="http://schemas.microsoft.com/office/drawing/2014/main" id="{6CA01C6D-BAEC-4FCF-BBBD-2F29E121C2B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66020" y="4141439"/>
            <a:ext cx="447454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3200"/>
              </a:lnSpc>
              <a:buNone/>
              <a:defRPr sz="26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560" name="Текст 9">
            <a:extLst>
              <a:ext uri="{FF2B5EF4-FFF2-40B4-BE49-F238E27FC236}">
                <a16:creationId xmlns:a16="http://schemas.microsoft.com/office/drawing/2014/main" id="{8A9B6AB2-48C3-4B41-AB64-CA690B528CF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54074" y="5819670"/>
            <a:ext cx="1701348" cy="28258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800"/>
              </a:lnSpc>
              <a:buNone/>
              <a:defRPr sz="14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8(900) 000-00-00</a:t>
            </a:r>
          </a:p>
        </p:txBody>
      </p:sp>
      <p:sp>
        <p:nvSpPr>
          <p:cNvPr id="561" name="Текст 9">
            <a:extLst>
              <a:ext uri="{FF2B5EF4-FFF2-40B4-BE49-F238E27FC236}">
                <a16:creationId xmlns:a16="http://schemas.microsoft.com/office/drawing/2014/main" id="{6F10D35F-3F1E-44A9-95DD-59CF8D0971E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368691" y="5819670"/>
            <a:ext cx="1740168" cy="28258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800"/>
              </a:lnSpc>
              <a:buNone/>
              <a:defRPr sz="14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name@vtb.ru</a:t>
            </a:r>
            <a:endParaRPr lang="ru-RU" dirty="0"/>
          </a:p>
        </p:txBody>
      </p:sp>
      <p:sp>
        <p:nvSpPr>
          <p:cNvPr id="562" name="Текст 9">
            <a:extLst>
              <a:ext uri="{FF2B5EF4-FFF2-40B4-BE49-F238E27FC236}">
                <a16:creationId xmlns:a16="http://schemas.microsoft.com/office/drawing/2014/main" id="{39A3763A-8E3F-4593-A4E0-54B25CE50C0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816543" y="5850329"/>
            <a:ext cx="1740168" cy="28258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800"/>
              </a:lnSpc>
              <a:buNone/>
              <a:defRPr sz="14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Описание </a:t>
            </a:r>
            <a:r>
              <a:rPr lang="en-US" dirty="0"/>
              <a:t>QR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14406796"/>
      </p:ext>
    </p:extLst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устой слайд (Чёрный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Номер слайда 4">
            <a:extLst>
              <a:ext uri="{FF2B5EF4-FFF2-40B4-BE49-F238E27FC236}">
                <a16:creationId xmlns:a16="http://schemas.microsoft.com/office/drawing/2014/main" id="{15898042-DD2A-4A1C-8E4F-A38FFDF3D34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728450" y="6270625"/>
            <a:ext cx="463550" cy="587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800" kern="1200">
                <a:solidFill>
                  <a:srgbClr val="ACB6C3"/>
                </a:solidFill>
                <a:latin typeface="VTB Group Book" panose="020B0503040504020204" pitchFamily="34" charset="-52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9pPr>
          </a:lstStyle>
          <a:p>
            <a:pPr>
              <a:defRPr/>
            </a:pPr>
            <a:fld id="{FCD04C69-8FC8-4C03-8ACF-0472C4A98B9D}" type="slidenum">
              <a:rPr lang="ru-RU" smtClean="0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5FB2A88-F839-4508-B107-B1B544FE62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73CB44E0-99CC-45B9-8F40-352025978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0" y="457201"/>
            <a:ext cx="9154800" cy="91440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>
              <a:lnSpc>
                <a:spcPts val="4200"/>
              </a:lnSpc>
              <a:defRPr sz="4000" b="0" i="0" cap="all" baseline="0">
                <a:solidFill>
                  <a:schemeClr val="tx1"/>
                </a:solidFill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Пустой слайд</a:t>
            </a:r>
          </a:p>
        </p:txBody>
      </p:sp>
    </p:spTree>
    <p:extLst>
      <p:ext uri="{BB962C8B-B14F-4D97-AF65-F5344CB8AC3E}">
        <p14:creationId xmlns:p14="http://schemas.microsoft.com/office/powerpoint/2010/main" val="1975251341"/>
      </p:ext>
    </p:extLst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устой слайд (Белый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457201"/>
            <a:ext cx="9154800" cy="91440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>
              <a:lnSpc>
                <a:spcPts val="4200"/>
              </a:lnSpc>
              <a:defRPr sz="4000" b="0" i="0" cap="all" baseline="0">
                <a:solidFill>
                  <a:schemeClr val="bg1"/>
                </a:solidFill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Пустой слайд</a:t>
            </a:r>
          </a:p>
        </p:txBody>
      </p:sp>
      <p:sp>
        <p:nvSpPr>
          <p:cNvPr id="16" name="Номер слайда 4">
            <a:extLst>
              <a:ext uri="{FF2B5EF4-FFF2-40B4-BE49-F238E27FC236}">
                <a16:creationId xmlns:a16="http://schemas.microsoft.com/office/drawing/2014/main" id="{15898042-DD2A-4A1C-8E4F-A38FFDF3D34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728450" y="6270625"/>
            <a:ext cx="463550" cy="587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800" kern="1200">
                <a:solidFill>
                  <a:srgbClr val="ACB6C3"/>
                </a:solidFill>
                <a:latin typeface="VTB Group Book" panose="020B0503040504020204" pitchFamily="34" charset="-52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9pPr>
          </a:lstStyle>
          <a:p>
            <a:pPr>
              <a:defRPr/>
            </a:pPr>
            <a:fld id="{FCD04C69-8FC8-4C03-8ACF-0472C4A98B9D}" type="slidenum">
              <a:rPr lang="ru-RU" smtClean="0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B80958F-F964-4FB2-98AB-C385146611C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544941"/>
      </p:ext>
    </p:extLst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2">
            <a:extLst>
              <a:ext uri="{FF2B5EF4-FFF2-40B4-BE49-F238E27FC236}">
                <a16:creationId xmlns:a16="http://schemas.microsoft.com/office/drawing/2014/main" id="{4E57FACD-605B-4062-9CB7-366C5EA6CE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3175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FF28E98-C74B-4A78-852B-AE98D83C9F0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4165" y="376145"/>
            <a:ext cx="1825200" cy="322869"/>
          </a:xfrm>
          <a:prstGeom prst="rect">
            <a:avLst/>
          </a:prstGeom>
        </p:spPr>
      </p:pic>
      <p:pic>
        <p:nvPicPr>
          <p:cNvPr id="6" name="Rectangle [Figma 9043:6349]" descr="Rectangle. отражение или наклон">
            <a:extLst>
              <a:ext uri="{FF2B5EF4-FFF2-40B4-BE49-F238E27FC236}">
                <a16:creationId xmlns:a16="http://schemas.microsoft.com/office/drawing/2014/main" id="{0FBBAB90-54DA-4763-9AAF-94217145FF3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588" y="1443038"/>
            <a:ext cx="6751637" cy="293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" name="Объект 48"/>
          <p:cNvSpPr>
            <a:spLocks noGrp="1"/>
          </p:cNvSpPr>
          <p:nvPr>
            <p:ph sz="quarter" idx="11"/>
          </p:nvPr>
        </p:nvSpPr>
        <p:spPr>
          <a:xfrm>
            <a:off x="10331483" y="344279"/>
            <a:ext cx="1489042" cy="40996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ts val="1440"/>
              </a:lnSpc>
              <a:spcBef>
                <a:spcPts val="150"/>
              </a:spcBef>
              <a:buNone/>
              <a:defRPr sz="12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65" y="2423641"/>
            <a:ext cx="7162809" cy="1983627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5600"/>
              </a:lnSpc>
              <a:defRPr sz="5400" cap="all" spc="-150" baseline="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Образец заголовка в строчку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2"/>
          </p:nvPr>
        </p:nvSpPr>
        <p:spPr>
          <a:xfrm>
            <a:off x="384165" y="4856766"/>
            <a:ext cx="6632575" cy="3302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640"/>
              </a:lnSpc>
              <a:buNone/>
              <a:defRPr sz="2200" b="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18" name="Line [Figma 10114:38482]" descr="Line. градиент в обводке">
            <a:extLst>
              <a:ext uri="{FF2B5EF4-FFF2-40B4-BE49-F238E27FC236}">
                <a16:creationId xmlns:a16="http://schemas.microsoft.com/office/drawing/2014/main" id="{3F028B11-2380-4112-A9E9-FABC00285E5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4400462"/>
            <a:ext cx="12188523" cy="15871"/>
          </a:xfrm>
          <a:prstGeom prst="rect">
            <a:avLst/>
          </a:prstGeom>
        </p:spPr>
      </p:pic>
      <p:pic>
        <p:nvPicPr>
          <p:cNvPr id="19" name="Line [Figma 10114:38483]" descr="Line. градиент в обводке">
            <a:extLst>
              <a:ext uri="{FF2B5EF4-FFF2-40B4-BE49-F238E27FC236}">
                <a16:creationId xmlns:a16="http://schemas.microsoft.com/office/drawing/2014/main" id="{8152C276-EF7E-49F5-90A0-C489AEF2A31B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" y="1622223"/>
            <a:ext cx="12191692" cy="15871"/>
          </a:xfrm>
          <a:prstGeom prst="rect">
            <a:avLst/>
          </a:prstGeom>
        </p:spPr>
      </p:pic>
      <p:pic>
        <p:nvPicPr>
          <p:cNvPr id="20" name="Line [Figma 10114:38484]" descr="Line. градиент в обводке">
            <a:extLst>
              <a:ext uri="{FF2B5EF4-FFF2-40B4-BE49-F238E27FC236}">
                <a16:creationId xmlns:a16="http://schemas.microsoft.com/office/drawing/2014/main" id="{4B298FED-7DB4-40A8-8D71-2F8F830202F9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71511" y="64"/>
            <a:ext cx="15875" cy="6857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969026"/>
      </p:ext>
    </p:extLst>
  </p:cSld>
  <p:clrMapOvr>
    <a:masterClrMapping/>
  </p:clrMapOvr>
</p:sldLayout>
</file>

<file path=ppt/slideLayouts/slideLayout4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блож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991DDC19-2530-4A00-9CD0-A5004A82D0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Line [Figma 9043:6352]" descr="Line. градиент в обводке">
            <a:extLst>
              <a:ext uri="{FF2B5EF4-FFF2-40B4-BE49-F238E27FC236}">
                <a16:creationId xmlns:a16="http://schemas.microsoft.com/office/drawing/2014/main" id="{2F42EBB4-5A52-45AA-9A2F-7E98BDDDEEB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78325"/>
            <a:ext cx="12192000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Line [Figma 9043:6353]" descr="Line. градиент в обводке">
            <a:extLst>
              <a:ext uri="{FF2B5EF4-FFF2-40B4-BE49-F238E27FC236}">
                <a16:creationId xmlns:a16="http://schemas.microsoft.com/office/drawing/2014/main" id="{9DB53208-2B32-44D6-949D-8A09B2C402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2406650"/>
            <a:ext cx="12188825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66" y="2423641"/>
            <a:ext cx="5437198" cy="2402359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000"/>
              </a:lnSpc>
              <a:defRPr sz="4000" cap="all" spc="-150" baseline="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три строчки</a:t>
            </a:r>
            <a:br>
              <a:rPr lang="ru-RU" dirty="0"/>
            </a:br>
            <a:r>
              <a:rPr lang="ru-RU" dirty="0"/>
              <a:t>для образца</a:t>
            </a:r>
          </a:p>
        </p:txBody>
      </p:sp>
      <p:pic>
        <p:nvPicPr>
          <p:cNvPr id="24" name="Vector [Figma 9887:63687]" descr="Vector. векторный контур">
            <a:extLst>
              <a:ext uri="{FF2B5EF4-FFF2-40B4-BE49-F238E27FC236}">
                <a16:creationId xmlns:a16="http://schemas.microsoft.com/office/drawing/2014/main" id="{2661AED5-C05A-45FA-89B3-4EB497770F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26249" y="493410"/>
            <a:ext cx="100208" cy="99030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BB646A09-6137-43E0-9A8F-D483F1FF1AC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27157" y="368300"/>
            <a:ext cx="823585" cy="349200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9BC10B26-CA27-431F-8ED0-E501B650E448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1475" y="368300"/>
            <a:ext cx="879464" cy="319213"/>
          </a:xfrm>
          <a:prstGeom prst="rect">
            <a:avLst/>
          </a:prstGeom>
        </p:spPr>
      </p:pic>
      <p:sp>
        <p:nvSpPr>
          <p:cNvPr id="11" name="Rectangle 240662521 [Figma 9887:63708]">
            <a:extLst>
              <a:ext uri="{FF2B5EF4-FFF2-40B4-BE49-F238E27FC236}">
                <a16:creationId xmlns:a16="http://schemas.microsoft.com/office/drawing/2014/main" id="{A69E263A-BE3B-4333-8BE4-AF1D105F0707}"/>
              </a:ext>
            </a:extLst>
          </p:cNvPr>
          <p:cNvSpPr/>
          <p:nvPr userDrawn="1"/>
        </p:nvSpPr>
        <p:spPr>
          <a:xfrm>
            <a:off x="380990" y="5930752"/>
            <a:ext cx="25399" cy="546086"/>
          </a:xfrm>
          <a:prstGeom prst="roundRect">
            <a:avLst>
              <a:gd name="adj" fmla="val 50001"/>
            </a:avLst>
          </a:prstGeom>
          <a:solidFill>
            <a:schemeClr val="tx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Текст 3">
            <a:extLst>
              <a:ext uri="{FF2B5EF4-FFF2-40B4-BE49-F238E27FC236}">
                <a16:creationId xmlns:a16="http://schemas.microsoft.com/office/drawing/2014/main" id="{0C0B2ADB-8DDE-4BE4-A204-3A91FE6327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8673" y="6040283"/>
            <a:ext cx="4017085" cy="1635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3" name="Текст 3">
            <a:extLst>
              <a:ext uri="{FF2B5EF4-FFF2-40B4-BE49-F238E27FC236}">
                <a16:creationId xmlns:a16="http://schemas.microsoft.com/office/drawing/2014/main" id="{5F53FA86-0E43-49D0-BB48-8FE1D95862D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8674" y="6247288"/>
            <a:ext cx="4017085" cy="1635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ACB6C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Месяц 2000</a:t>
            </a:r>
          </a:p>
        </p:txBody>
      </p:sp>
    </p:spTree>
    <p:extLst>
      <p:ext uri="{BB962C8B-B14F-4D97-AF65-F5344CB8AC3E}">
        <p14:creationId xmlns:p14="http://schemas.microsoft.com/office/powerpoint/2010/main" val="1301422409"/>
      </p:ext>
    </p:extLst>
  </p:cSld>
  <p:clrMapOvr>
    <a:masterClrMapping/>
  </p:clrMapOvr>
</p:sldLayout>
</file>

<file path=ppt/slideLayouts/slideLayout4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Облож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35A827E-29BE-463A-AC2E-F538B2B1DF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-13914"/>
            <a:ext cx="12192000" cy="6858000"/>
          </a:xfrm>
          <a:prstGeom prst="rect">
            <a:avLst/>
          </a:prstGeom>
        </p:spPr>
      </p:pic>
      <p:grpSp>
        <p:nvGrpSpPr>
          <p:cNvPr id="10" name="Группа 8">
            <a:extLst>
              <a:ext uri="{FF2B5EF4-FFF2-40B4-BE49-F238E27FC236}">
                <a16:creationId xmlns:a16="http://schemas.microsoft.com/office/drawing/2014/main" id="{69F32D47-B582-49A4-9562-F684B3DCDEA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381000" y="381000"/>
            <a:ext cx="1903413" cy="330200"/>
            <a:chOff x="380990" y="380990"/>
            <a:chExt cx="1903907" cy="330193"/>
          </a:xfrm>
        </p:grpSpPr>
        <p:pic>
          <p:nvPicPr>
            <p:cNvPr id="11" name="Vector [Figma I9043:6356;6148:374]" descr="Vector. векторный контур">
              <a:extLst>
                <a:ext uri="{FF2B5EF4-FFF2-40B4-BE49-F238E27FC236}">
                  <a16:creationId xmlns:a16="http://schemas.microsoft.com/office/drawing/2014/main" id="{5EDDBF01-E245-4987-8586-E991595C74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0990" y="380990"/>
              <a:ext cx="284237" cy="176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" name="Vector [Figma I9043:6356;6148:375]" descr="Vector. векторный контур">
              <a:extLst>
                <a:ext uri="{FF2B5EF4-FFF2-40B4-BE49-F238E27FC236}">
                  <a16:creationId xmlns:a16="http://schemas.microsoft.com/office/drawing/2014/main" id="{85A90AE1-9C6F-49AA-B068-1A4091717F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9688" y="447664"/>
              <a:ext cx="598642" cy="2635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" name="Vector [Figma I9043:6356;6159:12582]" descr="Vector. векторный контур">
              <a:extLst>
                <a:ext uri="{FF2B5EF4-FFF2-40B4-BE49-F238E27FC236}">
                  <a16:creationId xmlns:a16="http://schemas.microsoft.com/office/drawing/2014/main" id="{2432D2DE-0F2D-4B65-8E1A-3DC08D2702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95666" y="447664"/>
              <a:ext cx="889231" cy="888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4" name="Line [Figma 9043:6357]" descr="Line. векторный контур">
            <a:extLst>
              <a:ext uri="{FF2B5EF4-FFF2-40B4-BE49-F238E27FC236}">
                <a16:creationId xmlns:a16="http://schemas.microsoft.com/office/drawing/2014/main" id="{45E28719-9A7A-4002-89B5-46B1DC6BA75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0" y="542925"/>
            <a:ext cx="7810500" cy="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" name="Объект 48"/>
          <p:cNvSpPr>
            <a:spLocks noGrp="1"/>
          </p:cNvSpPr>
          <p:nvPr>
            <p:ph sz="quarter" idx="11"/>
          </p:nvPr>
        </p:nvSpPr>
        <p:spPr>
          <a:xfrm>
            <a:off x="10331483" y="344279"/>
            <a:ext cx="1489042" cy="40996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ts val="1440"/>
              </a:lnSpc>
              <a:spcBef>
                <a:spcPts val="150"/>
              </a:spcBef>
              <a:buNone/>
              <a:defRPr sz="12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781031" y="2683474"/>
            <a:ext cx="7410470" cy="1983627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5600"/>
              </a:lnSpc>
              <a:defRPr sz="5400" cap="all" spc="-150" baseline="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Образец</a:t>
            </a:r>
            <a:br>
              <a:rPr lang="ru-RU" dirty="0"/>
            </a:br>
            <a:r>
              <a:rPr lang="ru-RU" dirty="0"/>
              <a:t>заголовка</a:t>
            </a:r>
            <a:br>
              <a:rPr lang="ru-RU" dirty="0"/>
            </a:br>
            <a:r>
              <a:rPr lang="ru-RU" dirty="0"/>
              <a:t>в строчки</a:t>
            </a:r>
          </a:p>
        </p:txBody>
      </p:sp>
      <p:sp>
        <p:nvSpPr>
          <p:cNvPr id="25" name="Line 6 [Figma 9887:47854]">
            <a:extLst>
              <a:ext uri="{FF2B5EF4-FFF2-40B4-BE49-F238E27FC236}">
                <a16:creationId xmlns:a16="http://schemas.microsoft.com/office/drawing/2014/main" id="{E66A2A3A-DA0F-4E3E-93FA-733AD86D6CB5}"/>
              </a:ext>
            </a:extLst>
          </p:cNvPr>
          <p:cNvSpPr/>
          <p:nvPr userDrawn="1"/>
        </p:nvSpPr>
        <p:spPr>
          <a:xfrm rot="16200000">
            <a:off x="-1719920" y="3355790"/>
            <a:ext cx="5040000" cy="0"/>
          </a:xfrm>
          <a:prstGeom prst="line">
            <a:avLst/>
          </a:prstGeom>
          <a:noFill/>
          <a:ln w="15875">
            <a:solidFill>
              <a:srgbClr val="FFFFFF">
                <a:alpha val="47596"/>
              </a:srgbClr>
            </a:solidFill>
            <a:prstDash val="solid"/>
          </a:ln>
        </p:spPr>
      </p:sp>
      <p:sp>
        <p:nvSpPr>
          <p:cNvPr id="26" name="Line 7 [Figma 9887:47855]">
            <a:extLst>
              <a:ext uri="{FF2B5EF4-FFF2-40B4-BE49-F238E27FC236}">
                <a16:creationId xmlns:a16="http://schemas.microsoft.com/office/drawing/2014/main" id="{D8F1FE5F-901F-4259-A0D7-4187368A6313}"/>
              </a:ext>
            </a:extLst>
          </p:cNvPr>
          <p:cNvSpPr/>
          <p:nvPr userDrawn="1"/>
        </p:nvSpPr>
        <p:spPr>
          <a:xfrm rot="10800000">
            <a:off x="-38100" y="4679801"/>
            <a:ext cx="10440000" cy="0"/>
          </a:xfrm>
          <a:prstGeom prst="line">
            <a:avLst/>
          </a:prstGeom>
          <a:noFill/>
          <a:ln w="15875">
            <a:solidFill>
              <a:srgbClr val="FFFFFF">
                <a:alpha val="47596"/>
              </a:srgbClr>
            </a:solidFill>
            <a:prstDash val="solid"/>
          </a:ln>
        </p:spPr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A736215D-9386-4730-B49A-4B9D0CBAB9B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4175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006124"/>
      </p:ext>
    </p:extLst>
  </p:cSld>
  <p:clrMapOvr>
    <a:masterClrMapping/>
  </p:clrMapOvr>
</p:sldLayout>
</file>

<file path=ppt/slideLayouts/slideLayout4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Облож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2">
            <a:extLst>
              <a:ext uri="{FF2B5EF4-FFF2-40B4-BE49-F238E27FC236}">
                <a16:creationId xmlns:a16="http://schemas.microsoft.com/office/drawing/2014/main" id="{A5DB11A2-C92F-44A4-B59A-1669D70D9E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3175" y="-171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" name="Объект 48"/>
          <p:cNvSpPr>
            <a:spLocks noGrp="1"/>
          </p:cNvSpPr>
          <p:nvPr>
            <p:ph sz="quarter" idx="11"/>
          </p:nvPr>
        </p:nvSpPr>
        <p:spPr>
          <a:xfrm>
            <a:off x="10331483" y="344279"/>
            <a:ext cx="1489042" cy="40996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lnSpc>
                <a:spcPts val="1440"/>
              </a:lnSpc>
              <a:spcBef>
                <a:spcPts val="150"/>
              </a:spcBef>
              <a:buNone/>
              <a:defRPr sz="12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37" name="Rectangle [Figma 9887:47869]" descr="Rectangle. градиент">
            <a:extLst>
              <a:ext uri="{FF2B5EF4-FFF2-40B4-BE49-F238E27FC236}">
                <a16:creationId xmlns:a16="http://schemas.microsoft.com/office/drawing/2014/main" id="{5A63E8BE-3B30-469D-ACAF-816AC2D02A1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16015" y="0"/>
            <a:ext cx="9283468" cy="4444889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428553" y="2413143"/>
            <a:ext cx="9270929" cy="2054478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5600"/>
              </a:lnSpc>
              <a:defRPr sz="5400" cap="all" spc="-150" baseline="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Образец</a:t>
            </a:r>
            <a:br>
              <a:rPr lang="ru-RU" dirty="0"/>
            </a:br>
            <a:r>
              <a:rPr lang="ru-RU" dirty="0"/>
              <a:t>заголовка</a:t>
            </a:r>
            <a:br>
              <a:rPr lang="ru-RU" dirty="0"/>
            </a:br>
            <a:r>
              <a:rPr lang="ru-RU" dirty="0"/>
              <a:t>в три строчки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AD9185C-9B36-49F7-8433-42C685D54AC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4165" y="376145"/>
            <a:ext cx="1825200" cy="322869"/>
          </a:xfrm>
          <a:prstGeom prst="rect">
            <a:avLst/>
          </a:prstGeom>
        </p:spPr>
      </p:pic>
      <p:pic>
        <p:nvPicPr>
          <p:cNvPr id="16" name="Line [Figma 10114:38482]" descr="Line. градиент в обводке">
            <a:extLst>
              <a:ext uri="{FF2B5EF4-FFF2-40B4-BE49-F238E27FC236}">
                <a16:creationId xmlns:a16="http://schemas.microsoft.com/office/drawing/2014/main" id="{91ACDE30-5EFC-41F5-B31C-753001478AF4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0" y="4400462"/>
            <a:ext cx="12188523" cy="15871"/>
          </a:xfrm>
          <a:prstGeom prst="rect">
            <a:avLst/>
          </a:prstGeom>
        </p:spPr>
      </p:pic>
      <p:pic>
        <p:nvPicPr>
          <p:cNvPr id="17" name="Line [Figma 10114:38483]" descr="Line. градиент в обводке">
            <a:extLst>
              <a:ext uri="{FF2B5EF4-FFF2-40B4-BE49-F238E27FC236}">
                <a16:creationId xmlns:a16="http://schemas.microsoft.com/office/drawing/2014/main" id="{863FE477-78B8-4CF5-B18D-F9861F7F6B81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" y="1622223"/>
            <a:ext cx="12191692" cy="15871"/>
          </a:xfrm>
          <a:prstGeom prst="rect">
            <a:avLst/>
          </a:prstGeom>
        </p:spPr>
      </p:pic>
      <p:pic>
        <p:nvPicPr>
          <p:cNvPr id="18" name="Line [Figma 10114:38484]" descr="Line. градиент в обводке">
            <a:extLst>
              <a:ext uri="{FF2B5EF4-FFF2-40B4-BE49-F238E27FC236}">
                <a16:creationId xmlns:a16="http://schemas.microsoft.com/office/drawing/2014/main" id="{7E886FF9-6E52-479B-8A5A-41D1C3BF5C0E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428553" y="64"/>
            <a:ext cx="15875" cy="6857765"/>
          </a:xfrm>
          <a:prstGeom prst="rect">
            <a:avLst/>
          </a:prstGeom>
        </p:spPr>
      </p:pic>
      <p:pic>
        <p:nvPicPr>
          <p:cNvPr id="19" name="Line [Figma 10114:38484]" descr="Line. градиент в обводке">
            <a:extLst>
              <a:ext uri="{FF2B5EF4-FFF2-40B4-BE49-F238E27FC236}">
                <a16:creationId xmlns:a16="http://schemas.microsoft.com/office/drawing/2014/main" id="{531CF36E-CE7B-42CE-983E-6BC5999C30E6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711596" y="94407"/>
            <a:ext cx="15875" cy="6857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462922"/>
      </p:ext>
    </p:extLst>
  </p:cSld>
  <p:clrMapOvr>
    <a:masterClrMapping/>
  </p:clrMapOvr>
</p:sldLayout>
</file>

<file path=ppt/slideLayouts/slideLayout4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Облож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C6857E9-FE4E-4B7D-A03B-A8AE9451A1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Line [Figma 9043:6352]" descr="Line. градиент в обводке">
            <a:extLst>
              <a:ext uri="{FF2B5EF4-FFF2-40B4-BE49-F238E27FC236}">
                <a16:creationId xmlns:a16="http://schemas.microsoft.com/office/drawing/2014/main" id="{2F42EBB4-5A52-45AA-9A2F-7E98BDDDEEB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78325"/>
            <a:ext cx="12192000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Line [Figma 9043:6353]" descr="Line. градиент в обводке">
            <a:extLst>
              <a:ext uri="{FF2B5EF4-FFF2-40B4-BE49-F238E27FC236}">
                <a16:creationId xmlns:a16="http://schemas.microsoft.com/office/drawing/2014/main" id="{9DB53208-2B32-44D6-949D-8A09B2C402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2406650"/>
            <a:ext cx="12188825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66" y="2423641"/>
            <a:ext cx="5437198" cy="2402359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000"/>
              </a:lnSpc>
              <a:defRPr sz="4000" cap="all" spc="-150" baseline="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три строчки</a:t>
            </a:r>
            <a:br>
              <a:rPr lang="ru-RU" dirty="0"/>
            </a:br>
            <a:r>
              <a:rPr lang="ru-RU" dirty="0"/>
              <a:t>для образца</a:t>
            </a:r>
          </a:p>
        </p:txBody>
      </p:sp>
      <p:pic>
        <p:nvPicPr>
          <p:cNvPr id="31" name="Vector [Figma 9887:63687]" descr="Vector. векторный контур">
            <a:extLst>
              <a:ext uri="{FF2B5EF4-FFF2-40B4-BE49-F238E27FC236}">
                <a16:creationId xmlns:a16="http://schemas.microsoft.com/office/drawing/2014/main" id="{134CF360-0F39-4435-BD95-4A629699A07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26249" y="493410"/>
            <a:ext cx="100208" cy="99030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F28CD005-6DC3-4013-90DE-A46B546D7F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27157" y="368300"/>
            <a:ext cx="823585" cy="349200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9A16CF99-F442-4A44-B3EF-6F103B54E17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1475" y="368300"/>
            <a:ext cx="879464" cy="319213"/>
          </a:xfrm>
          <a:prstGeom prst="rect">
            <a:avLst/>
          </a:prstGeom>
        </p:spPr>
      </p:pic>
      <p:sp>
        <p:nvSpPr>
          <p:cNvPr id="11" name="Rectangle 240662521 [Figma 9887:63708]">
            <a:extLst>
              <a:ext uri="{FF2B5EF4-FFF2-40B4-BE49-F238E27FC236}">
                <a16:creationId xmlns:a16="http://schemas.microsoft.com/office/drawing/2014/main" id="{D17B948A-C879-4014-822C-489FE967D402}"/>
              </a:ext>
            </a:extLst>
          </p:cNvPr>
          <p:cNvSpPr/>
          <p:nvPr userDrawn="1"/>
        </p:nvSpPr>
        <p:spPr>
          <a:xfrm>
            <a:off x="380990" y="5930752"/>
            <a:ext cx="25399" cy="546086"/>
          </a:xfrm>
          <a:prstGeom prst="roundRect">
            <a:avLst>
              <a:gd name="adj" fmla="val 50001"/>
            </a:avLst>
          </a:prstGeom>
          <a:solidFill>
            <a:schemeClr val="tx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Текст 3">
            <a:extLst>
              <a:ext uri="{FF2B5EF4-FFF2-40B4-BE49-F238E27FC236}">
                <a16:creationId xmlns:a16="http://schemas.microsoft.com/office/drawing/2014/main" id="{500F2E23-8BF1-4208-8B85-553A5800A1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8673" y="6040283"/>
            <a:ext cx="4017085" cy="1635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3" name="Текст 3">
            <a:extLst>
              <a:ext uri="{FF2B5EF4-FFF2-40B4-BE49-F238E27FC236}">
                <a16:creationId xmlns:a16="http://schemas.microsoft.com/office/drawing/2014/main" id="{6807F705-F8F9-40EB-AF4D-B91B8C60D0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8674" y="6247288"/>
            <a:ext cx="4017085" cy="1635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ACB6C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Месяц 2000</a:t>
            </a:r>
          </a:p>
        </p:txBody>
      </p:sp>
    </p:spTree>
    <p:extLst>
      <p:ext uri="{BB962C8B-B14F-4D97-AF65-F5344CB8AC3E}">
        <p14:creationId xmlns:p14="http://schemas.microsoft.com/office/powerpoint/2010/main" val="1240560727"/>
      </p:ext>
    </p:extLst>
  </p:cSld>
  <p:clrMapOvr>
    <a:masterClrMapping/>
  </p:clrMapOvr>
</p:sldLayout>
</file>

<file path=ppt/slideLayouts/slideLayout4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Облож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ine [Figma 9043:6352]" descr="Line. градиент в обводке">
            <a:extLst>
              <a:ext uri="{FF2B5EF4-FFF2-40B4-BE49-F238E27FC236}">
                <a16:creationId xmlns:a16="http://schemas.microsoft.com/office/drawing/2014/main" id="{2F42EBB4-5A52-45AA-9A2F-7E98BDDDEEB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78325"/>
            <a:ext cx="12192000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Line [Figma 9043:6353]" descr="Line. градиент в обводке">
            <a:extLst>
              <a:ext uri="{FF2B5EF4-FFF2-40B4-BE49-F238E27FC236}">
                <a16:creationId xmlns:a16="http://schemas.microsoft.com/office/drawing/2014/main" id="{9DB53208-2B32-44D6-949D-8A09B2C402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2406650"/>
            <a:ext cx="12188825" cy="1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66" y="2423641"/>
            <a:ext cx="5437198" cy="2402359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000"/>
              </a:lnSpc>
              <a:defRPr sz="4000" cap="all" spc="-150" baseline="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три строчки</a:t>
            </a:r>
            <a:br>
              <a:rPr lang="ru-RU" dirty="0"/>
            </a:br>
            <a:r>
              <a:rPr lang="ru-RU" dirty="0"/>
              <a:t>для образца</a:t>
            </a:r>
          </a:p>
        </p:txBody>
      </p:sp>
      <p:sp>
        <p:nvSpPr>
          <p:cNvPr id="18" name="Rectangle 240662521 [Figma 9887:63708]">
            <a:extLst>
              <a:ext uri="{FF2B5EF4-FFF2-40B4-BE49-F238E27FC236}">
                <a16:creationId xmlns:a16="http://schemas.microsoft.com/office/drawing/2014/main" id="{2628694C-5803-41AB-B185-87803EC49C98}"/>
              </a:ext>
            </a:extLst>
          </p:cNvPr>
          <p:cNvSpPr/>
          <p:nvPr userDrawn="1"/>
        </p:nvSpPr>
        <p:spPr>
          <a:xfrm>
            <a:off x="380990" y="5930752"/>
            <a:ext cx="25399" cy="546086"/>
          </a:xfrm>
          <a:prstGeom prst="roundRect">
            <a:avLst>
              <a:gd name="adj" fmla="val 50001"/>
            </a:avLst>
          </a:prstGeom>
          <a:solidFill>
            <a:schemeClr val="tx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1" name="Vector [Figma 9887:63687]" descr="Vector. векторный контур">
            <a:extLst>
              <a:ext uri="{FF2B5EF4-FFF2-40B4-BE49-F238E27FC236}">
                <a16:creationId xmlns:a16="http://schemas.microsoft.com/office/drawing/2014/main" id="{134CF360-0F39-4435-BD95-4A629699A07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26249" y="493410"/>
            <a:ext cx="100208" cy="99030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F28CD005-6DC3-4013-90DE-A46B546D7F9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27157" y="368300"/>
            <a:ext cx="823585" cy="349200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9A16CF99-F442-4A44-B3EF-6F103B54E170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1475" y="368300"/>
            <a:ext cx="879464" cy="319213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D7D6D98B-8B33-4F5E-94FD-8CE49E9758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8673" y="6040283"/>
            <a:ext cx="4017085" cy="1635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3" name="Текст 3">
            <a:extLst>
              <a:ext uri="{FF2B5EF4-FFF2-40B4-BE49-F238E27FC236}">
                <a16:creationId xmlns:a16="http://schemas.microsoft.com/office/drawing/2014/main" id="{7DE74441-5EC9-4BC7-B53A-DF50B7A9EA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8674" y="6247288"/>
            <a:ext cx="4017085" cy="16351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ACB6C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Месяц 2000</a:t>
            </a:r>
          </a:p>
        </p:txBody>
      </p:sp>
    </p:spTree>
    <p:extLst>
      <p:ext uri="{BB962C8B-B14F-4D97-AF65-F5344CB8AC3E}">
        <p14:creationId xmlns:p14="http://schemas.microsoft.com/office/powerpoint/2010/main" val="4113977615"/>
      </p:ext>
    </p:extLst>
  </p:cSld>
  <p:clrMapOvr>
    <a:masterClrMapping/>
  </p:clrMapOvr>
</p:sldLayout>
</file>

<file path=ppt/slideLayouts/slideLayout4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Содержание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9544F697-9F7C-4100-B82E-76597C13058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4519" y="2794152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solidFill>
                  <a:schemeClr val="tx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en-US" dirty="0"/>
              <a:t>1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4BCD6BF-C470-4F3A-A6A9-72D0CBF5A03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61160" y="2794153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Титульные слайды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C43D4F18-5A57-40C1-AA38-9EEF0B5BB9E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61160" y="3356013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09</a:t>
            </a:r>
          </a:p>
        </p:txBody>
      </p:sp>
      <p:sp>
        <p:nvSpPr>
          <p:cNvPr id="143" name="Текст 9">
            <a:extLst>
              <a:ext uri="{FF2B5EF4-FFF2-40B4-BE49-F238E27FC236}">
                <a16:creationId xmlns:a16="http://schemas.microsoft.com/office/drawing/2014/main" id="{1C1CEE07-3BB3-468D-9ECA-05DB27A574F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55795" y="2794152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solidFill>
                  <a:schemeClr val="tx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2</a:t>
            </a:r>
          </a:p>
        </p:txBody>
      </p:sp>
      <p:sp>
        <p:nvSpPr>
          <p:cNvPr id="144" name="Текст 4">
            <a:extLst>
              <a:ext uri="{FF2B5EF4-FFF2-40B4-BE49-F238E27FC236}">
                <a16:creationId xmlns:a16="http://schemas.microsoft.com/office/drawing/2014/main" id="{511B0CF8-1C4D-44DF-BDEB-36A7E34C3DC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12436" y="2794153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Раздельные слайды</a:t>
            </a:r>
          </a:p>
        </p:txBody>
      </p:sp>
      <p:sp>
        <p:nvSpPr>
          <p:cNvPr id="145" name="Текст 7">
            <a:extLst>
              <a:ext uri="{FF2B5EF4-FFF2-40B4-BE49-F238E27FC236}">
                <a16:creationId xmlns:a16="http://schemas.microsoft.com/office/drawing/2014/main" id="{6DEB178C-EBBD-44AB-A171-90B021CBF66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512436" y="3356013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13</a:t>
            </a:r>
          </a:p>
        </p:txBody>
      </p:sp>
      <p:sp>
        <p:nvSpPr>
          <p:cNvPr id="147" name="Текст 9">
            <a:extLst>
              <a:ext uri="{FF2B5EF4-FFF2-40B4-BE49-F238E27FC236}">
                <a16:creationId xmlns:a16="http://schemas.microsoft.com/office/drawing/2014/main" id="{879B0177-D0F3-4571-A571-8E6D449FBEA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07071" y="2785762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solidFill>
                  <a:schemeClr val="tx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3</a:t>
            </a:r>
          </a:p>
        </p:txBody>
      </p:sp>
      <p:sp>
        <p:nvSpPr>
          <p:cNvPr id="148" name="Текст 4">
            <a:extLst>
              <a:ext uri="{FF2B5EF4-FFF2-40B4-BE49-F238E27FC236}">
                <a16:creationId xmlns:a16="http://schemas.microsoft.com/office/drawing/2014/main" id="{381B60CC-166A-48D9-9F0E-31A7EDCCBF0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363712" y="2785763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Навигация</a:t>
            </a:r>
          </a:p>
        </p:txBody>
      </p:sp>
      <p:sp>
        <p:nvSpPr>
          <p:cNvPr id="149" name="Текст 7">
            <a:extLst>
              <a:ext uri="{FF2B5EF4-FFF2-40B4-BE49-F238E27FC236}">
                <a16:creationId xmlns:a16="http://schemas.microsoft.com/office/drawing/2014/main" id="{B91BC7B4-31F5-4319-948D-22D0382AE18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363712" y="3347623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15</a:t>
            </a:r>
          </a:p>
        </p:txBody>
      </p:sp>
      <p:sp>
        <p:nvSpPr>
          <p:cNvPr id="151" name="Текст 9">
            <a:extLst>
              <a:ext uri="{FF2B5EF4-FFF2-40B4-BE49-F238E27FC236}">
                <a16:creationId xmlns:a16="http://schemas.microsoft.com/office/drawing/2014/main" id="{ADB4BCD0-0D97-4C88-83D5-27A10DF574F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98836" y="4104416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solidFill>
                  <a:schemeClr val="tx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4</a:t>
            </a:r>
          </a:p>
        </p:txBody>
      </p:sp>
      <p:sp>
        <p:nvSpPr>
          <p:cNvPr id="152" name="Текст 4">
            <a:extLst>
              <a:ext uri="{FF2B5EF4-FFF2-40B4-BE49-F238E27FC236}">
                <a16:creationId xmlns:a16="http://schemas.microsoft.com/office/drawing/2014/main" id="{460A92A5-4C17-497A-97C8-53421EA28BC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677227" y="4104417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Контентные слайды</a:t>
            </a:r>
          </a:p>
        </p:txBody>
      </p:sp>
      <p:sp>
        <p:nvSpPr>
          <p:cNvPr id="153" name="Текст 7">
            <a:extLst>
              <a:ext uri="{FF2B5EF4-FFF2-40B4-BE49-F238E27FC236}">
                <a16:creationId xmlns:a16="http://schemas.microsoft.com/office/drawing/2014/main" id="{FAB8F0F1-780B-46F7-8C5E-7DC3C10E5BC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655477" y="4666277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16</a:t>
            </a:r>
          </a:p>
        </p:txBody>
      </p:sp>
      <p:sp>
        <p:nvSpPr>
          <p:cNvPr id="155" name="Текст 9">
            <a:extLst>
              <a:ext uri="{FF2B5EF4-FFF2-40B4-BE49-F238E27FC236}">
                <a16:creationId xmlns:a16="http://schemas.microsoft.com/office/drawing/2014/main" id="{07AFE387-0F4F-4E87-87BB-5B2C9D7631A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450112" y="4104416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solidFill>
                  <a:schemeClr val="tx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5</a:t>
            </a:r>
          </a:p>
        </p:txBody>
      </p:sp>
      <p:sp>
        <p:nvSpPr>
          <p:cNvPr id="156" name="Текст 4">
            <a:extLst>
              <a:ext uri="{FF2B5EF4-FFF2-40B4-BE49-F238E27FC236}">
                <a16:creationId xmlns:a16="http://schemas.microsoft.com/office/drawing/2014/main" id="{E53A190A-4919-414B-B6E1-B1608C7CCE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528503" y="4104417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Таблицы</a:t>
            </a:r>
          </a:p>
        </p:txBody>
      </p:sp>
      <p:sp>
        <p:nvSpPr>
          <p:cNvPr id="157" name="Текст 7">
            <a:extLst>
              <a:ext uri="{FF2B5EF4-FFF2-40B4-BE49-F238E27FC236}">
                <a16:creationId xmlns:a16="http://schemas.microsoft.com/office/drawing/2014/main" id="{F58AF3C2-4320-444B-9D46-7FABE832E60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506753" y="4666277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36</a:t>
            </a:r>
          </a:p>
        </p:txBody>
      </p:sp>
      <p:sp>
        <p:nvSpPr>
          <p:cNvPr id="159" name="Текст 9">
            <a:extLst>
              <a:ext uri="{FF2B5EF4-FFF2-40B4-BE49-F238E27FC236}">
                <a16:creationId xmlns:a16="http://schemas.microsoft.com/office/drawing/2014/main" id="{B1798F73-1F2A-4DE6-8862-F8CA4FFD860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01388" y="4096026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solidFill>
                  <a:schemeClr val="tx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6</a:t>
            </a:r>
          </a:p>
        </p:txBody>
      </p:sp>
      <p:sp>
        <p:nvSpPr>
          <p:cNvPr id="160" name="Текст 4">
            <a:extLst>
              <a:ext uri="{FF2B5EF4-FFF2-40B4-BE49-F238E27FC236}">
                <a16:creationId xmlns:a16="http://schemas.microsoft.com/office/drawing/2014/main" id="{57D222AD-8D23-4711-8885-8D8A06CC797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9358029" y="4096027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Схемы и диаграммы</a:t>
            </a:r>
          </a:p>
        </p:txBody>
      </p:sp>
      <p:sp>
        <p:nvSpPr>
          <p:cNvPr id="161" name="Текст 7">
            <a:extLst>
              <a:ext uri="{FF2B5EF4-FFF2-40B4-BE49-F238E27FC236}">
                <a16:creationId xmlns:a16="http://schemas.microsoft.com/office/drawing/2014/main" id="{682FB1BA-8725-4891-8167-07B7E169A3E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358029" y="4657887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39</a:t>
            </a:r>
          </a:p>
        </p:txBody>
      </p:sp>
      <p:sp>
        <p:nvSpPr>
          <p:cNvPr id="163" name="Текст 9">
            <a:extLst>
              <a:ext uri="{FF2B5EF4-FFF2-40B4-BE49-F238E27FC236}">
                <a16:creationId xmlns:a16="http://schemas.microsoft.com/office/drawing/2014/main" id="{13EDD3DC-C617-44C7-9365-1CA061923D5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90277" y="5374885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solidFill>
                  <a:schemeClr val="tx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7</a:t>
            </a:r>
          </a:p>
        </p:txBody>
      </p:sp>
      <p:sp>
        <p:nvSpPr>
          <p:cNvPr id="164" name="Текст 4">
            <a:extLst>
              <a:ext uri="{FF2B5EF4-FFF2-40B4-BE49-F238E27FC236}">
                <a16:creationId xmlns:a16="http://schemas.microsoft.com/office/drawing/2014/main" id="{7A1E98E3-C2C1-4010-AB25-4AB104FC397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668668" y="5374886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sp>
        <p:nvSpPr>
          <p:cNvPr id="165" name="Текст 7">
            <a:extLst>
              <a:ext uri="{FF2B5EF4-FFF2-40B4-BE49-F238E27FC236}">
                <a16:creationId xmlns:a16="http://schemas.microsoft.com/office/drawing/2014/main" id="{1A4B8D07-FA18-4BA0-A707-9F88B634E34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646918" y="5936746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49</a:t>
            </a:r>
          </a:p>
        </p:txBody>
      </p:sp>
      <p:sp>
        <p:nvSpPr>
          <p:cNvPr id="167" name="Текст 9">
            <a:extLst>
              <a:ext uri="{FF2B5EF4-FFF2-40B4-BE49-F238E27FC236}">
                <a16:creationId xmlns:a16="http://schemas.microsoft.com/office/drawing/2014/main" id="{BCF1674D-2B2B-4E77-8D13-EAC3081B65F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441553" y="5374885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solidFill>
                  <a:schemeClr val="tx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8</a:t>
            </a:r>
          </a:p>
        </p:txBody>
      </p:sp>
      <p:sp>
        <p:nvSpPr>
          <p:cNvPr id="168" name="Текст 4">
            <a:extLst>
              <a:ext uri="{FF2B5EF4-FFF2-40B4-BE49-F238E27FC236}">
                <a16:creationId xmlns:a16="http://schemas.microsoft.com/office/drawing/2014/main" id="{C239EB68-AAD1-4014-BDA3-507D5AABB63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519944" y="5374886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Направления и паттерны</a:t>
            </a:r>
          </a:p>
        </p:txBody>
      </p:sp>
      <p:sp>
        <p:nvSpPr>
          <p:cNvPr id="169" name="Текст 7">
            <a:extLst>
              <a:ext uri="{FF2B5EF4-FFF2-40B4-BE49-F238E27FC236}">
                <a16:creationId xmlns:a16="http://schemas.microsoft.com/office/drawing/2014/main" id="{33A42EF0-A894-4C04-BA3D-82C3361A287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498194" y="5936746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50</a:t>
            </a:r>
          </a:p>
        </p:txBody>
      </p:sp>
      <p:sp>
        <p:nvSpPr>
          <p:cNvPr id="171" name="Текст 9">
            <a:extLst>
              <a:ext uri="{FF2B5EF4-FFF2-40B4-BE49-F238E27FC236}">
                <a16:creationId xmlns:a16="http://schemas.microsoft.com/office/drawing/2014/main" id="{6D583F18-AA6D-4DB7-A0D2-DE3A8D0A17C8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292829" y="5366495"/>
            <a:ext cx="930605" cy="742175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 algn="l">
              <a:buNone/>
              <a:defRPr sz="7200" kern="0" spc="-800" baseline="0">
                <a:solidFill>
                  <a:schemeClr val="tx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9</a:t>
            </a:r>
          </a:p>
        </p:txBody>
      </p:sp>
      <p:sp>
        <p:nvSpPr>
          <p:cNvPr id="172" name="Текст 4">
            <a:extLst>
              <a:ext uri="{FF2B5EF4-FFF2-40B4-BE49-F238E27FC236}">
                <a16:creationId xmlns:a16="http://schemas.microsoft.com/office/drawing/2014/main" id="{E73E9EAE-6367-4B05-86DB-815BF0D0DE7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371220" y="5366496"/>
            <a:ext cx="2357230" cy="505433"/>
          </a:xfrm>
          <a:prstGeom prst="rect">
            <a:avLst/>
          </a:prstGeom>
        </p:spPr>
        <p:txBody>
          <a:bodyPr lIns="0" tIns="0" rIns="0" bIns="0"/>
          <a:lstStyle>
            <a:lvl1pPr marL="0" indent="-14400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Дополнительные элементы</a:t>
            </a:r>
          </a:p>
        </p:txBody>
      </p:sp>
      <p:sp>
        <p:nvSpPr>
          <p:cNvPr id="173" name="Текст 7">
            <a:extLst>
              <a:ext uri="{FF2B5EF4-FFF2-40B4-BE49-F238E27FC236}">
                <a16:creationId xmlns:a16="http://schemas.microsoft.com/office/drawing/2014/main" id="{67EEDA7B-59F1-4C6D-8986-CB8A474AFAED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349470" y="5928356"/>
            <a:ext cx="2357230" cy="1803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5pPr>
              <a:defRPr/>
            </a:lvl5pPr>
          </a:lstStyle>
          <a:p>
            <a:pPr lvl="0"/>
            <a:r>
              <a:rPr lang="ru-RU" dirty="0"/>
              <a:t>Стр. 60</a:t>
            </a:r>
          </a:p>
        </p:txBody>
      </p:sp>
      <p:pic>
        <p:nvPicPr>
          <p:cNvPr id="174" name="Рисунок 173">
            <a:extLst>
              <a:ext uri="{FF2B5EF4-FFF2-40B4-BE49-F238E27FC236}">
                <a16:creationId xmlns:a16="http://schemas.microsoft.com/office/drawing/2014/main" id="{B006C905-A940-44A0-B9A7-78DA4F62DF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65371"/>
      </p:ext>
    </p:extLst>
  </p:cSld>
  <p:clrMapOvr>
    <a:masterClrMapping/>
  </p:clrMapOvr>
</p:sldLayout>
</file>

<file path=ppt/slideLayouts/slideLayout4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уллиты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буллиты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4" name="Рисунок 173">
            <a:extLst>
              <a:ext uri="{FF2B5EF4-FFF2-40B4-BE49-F238E27FC236}">
                <a16:creationId xmlns:a16="http://schemas.microsoft.com/office/drawing/2014/main" id="{B006C905-A940-44A0-B9A7-78DA4F62DF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E37772B0-CB9E-497D-AFF0-3DEE16D0138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320767" y="1584325"/>
            <a:ext cx="922023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73ED74C-5170-49D2-8C4A-37748C9F7AE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0667" y="1584325"/>
            <a:ext cx="800100" cy="76517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kern="200" spc="-200" baseline="0">
                <a:solidFill>
                  <a:schemeClr val="accent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76" name="Текст 2">
            <a:extLst>
              <a:ext uri="{FF2B5EF4-FFF2-40B4-BE49-F238E27FC236}">
                <a16:creationId xmlns:a16="http://schemas.microsoft.com/office/drawing/2014/main" id="{761ACA31-4C74-48A5-92D9-AAA100218A7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320767" y="2830085"/>
            <a:ext cx="922023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77" name="Текст 5">
            <a:extLst>
              <a:ext uri="{FF2B5EF4-FFF2-40B4-BE49-F238E27FC236}">
                <a16:creationId xmlns:a16="http://schemas.microsoft.com/office/drawing/2014/main" id="{F3FDE278-6D2D-41D7-8953-68AF70AA58A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0667" y="2830085"/>
            <a:ext cx="800100" cy="76517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kern="200" spc="-200" baseline="0">
                <a:solidFill>
                  <a:schemeClr val="accent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78" name="Текст 2">
            <a:extLst>
              <a:ext uri="{FF2B5EF4-FFF2-40B4-BE49-F238E27FC236}">
                <a16:creationId xmlns:a16="http://schemas.microsoft.com/office/drawing/2014/main" id="{552DD092-6782-4BDF-8F89-D748FE53F22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320767" y="4087385"/>
            <a:ext cx="922023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79" name="Текст 5">
            <a:extLst>
              <a:ext uri="{FF2B5EF4-FFF2-40B4-BE49-F238E27FC236}">
                <a16:creationId xmlns:a16="http://schemas.microsoft.com/office/drawing/2014/main" id="{216DB16B-9693-4283-A2B2-4EDC02F2AC3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0667" y="4087385"/>
            <a:ext cx="800100" cy="76517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kern="200" spc="-200" baseline="0">
                <a:solidFill>
                  <a:schemeClr val="accent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82" name="Текст 2">
            <a:extLst>
              <a:ext uri="{FF2B5EF4-FFF2-40B4-BE49-F238E27FC236}">
                <a16:creationId xmlns:a16="http://schemas.microsoft.com/office/drawing/2014/main" id="{AF352D55-F57E-4F38-AF4B-A4D559FD56A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320767" y="5382785"/>
            <a:ext cx="922023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83" name="Текст 5">
            <a:extLst>
              <a:ext uri="{FF2B5EF4-FFF2-40B4-BE49-F238E27FC236}">
                <a16:creationId xmlns:a16="http://schemas.microsoft.com/office/drawing/2014/main" id="{F2C85A90-B8A1-4749-BAE5-2205C6E0E07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20667" y="5382785"/>
            <a:ext cx="800100" cy="76517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kern="200" spc="-200" baseline="0">
                <a:solidFill>
                  <a:schemeClr val="accent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68289766"/>
      </p:ext>
    </p:extLst>
  </p:cSld>
  <p:clrMapOvr>
    <a:masterClrMapping/>
  </p:clrMapOvr>
</p:sldLayout>
</file>

<file path=ppt/slideLayouts/slideLayout4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уллиты с ико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Буллиты с иконками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4" name="Рисунок 173">
            <a:extLst>
              <a:ext uri="{FF2B5EF4-FFF2-40B4-BE49-F238E27FC236}">
                <a16:creationId xmlns:a16="http://schemas.microsoft.com/office/drawing/2014/main" id="{B006C905-A940-44A0-B9A7-78DA4F62DF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E37772B0-CB9E-497D-AFF0-3DEE16D0138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517807" y="1584325"/>
            <a:ext cx="902319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76" name="Текст 2">
            <a:extLst>
              <a:ext uri="{FF2B5EF4-FFF2-40B4-BE49-F238E27FC236}">
                <a16:creationId xmlns:a16="http://schemas.microsoft.com/office/drawing/2014/main" id="{761ACA31-4C74-48A5-92D9-AAA100218A7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517807" y="2830085"/>
            <a:ext cx="902319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78" name="Текст 2">
            <a:extLst>
              <a:ext uri="{FF2B5EF4-FFF2-40B4-BE49-F238E27FC236}">
                <a16:creationId xmlns:a16="http://schemas.microsoft.com/office/drawing/2014/main" id="{552DD092-6782-4BDF-8F89-D748FE53F22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7807" y="4087385"/>
            <a:ext cx="902319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82" name="Текст 2">
            <a:extLst>
              <a:ext uri="{FF2B5EF4-FFF2-40B4-BE49-F238E27FC236}">
                <a16:creationId xmlns:a16="http://schemas.microsoft.com/office/drawing/2014/main" id="{AF352D55-F57E-4F38-AF4B-A4D559FD56A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517807" y="5382785"/>
            <a:ext cx="902319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04551100"/>
      </p:ext>
    </p:extLst>
  </p:cSld>
  <p:clrMapOvr>
    <a:masterClrMapping/>
  </p:clrMapOvr>
</p:sldLayout>
</file>

<file path=ppt/slideLayouts/slideLayout4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уллиты с вывод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Буллиты с выводом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4" name="Рисунок 173">
            <a:extLst>
              <a:ext uri="{FF2B5EF4-FFF2-40B4-BE49-F238E27FC236}">
                <a16:creationId xmlns:a16="http://schemas.microsoft.com/office/drawing/2014/main" id="{B006C905-A940-44A0-B9A7-78DA4F62DF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E37772B0-CB9E-497D-AFF0-3DEE16D0138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517807" y="1584325"/>
            <a:ext cx="902319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76" name="Текст 2">
            <a:extLst>
              <a:ext uri="{FF2B5EF4-FFF2-40B4-BE49-F238E27FC236}">
                <a16:creationId xmlns:a16="http://schemas.microsoft.com/office/drawing/2014/main" id="{761ACA31-4C74-48A5-92D9-AAA100218A7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517807" y="2830085"/>
            <a:ext cx="902319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78" name="Текст 2">
            <a:extLst>
              <a:ext uri="{FF2B5EF4-FFF2-40B4-BE49-F238E27FC236}">
                <a16:creationId xmlns:a16="http://schemas.microsoft.com/office/drawing/2014/main" id="{552DD092-6782-4BDF-8F89-D748FE53F22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7807" y="4087385"/>
            <a:ext cx="9023193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  <p:sp>
        <p:nvSpPr>
          <p:cNvPr id="82" name="Текст 2">
            <a:extLst>
              <a:ext uri="{FF2B5EF4-FFF2-40B4-BE49-F238E27FC236}">
                <a16:creationId xmlns:a16="http://schemas.microsoft.com/office/drawing/2014/main" id="{AF352D55-F57E-4F38-AF4B-A4D559FD56A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47701" y="5382785"/>
            <a:ext cx="9893300" cy="7651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6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  <a:lvl2pPr>
              <a:defRPr sz="1600">
                <a:latin typeface="VTB Group Light" panose="020B0403040504020204" pitchFamily="34" charset="-52"/>
              </a:defRPr>
            </a:lvl2pPr>
            <a:lvl3pPr>
              <a:defRPr sz="1600">
                <a:latin typeface="VTB Group Light" panose="020B0403040504020204" pitchFamily="34" charset="-52"/>
              </a:defRPr>
            </a:lvl3pPr>
            <a:lvl4pPr>
              <a:defRPr sz="1600">
                <a:latin typeface="VTB Group Light" panose="020B0403040504020204" pitchFamily="34" charset="-52"/>
              </a:defRPr>
            </a:lvl4pPr>
            <a:lvl5pPr>
              <a:defRPr sz="1600">
                <a:latin typeface="VTB Group Light" panose="020B0403040504020204" pitchFamily="34" charset="-52"/>
              </a:defRPr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54168985"/>
      </p:ext>
    </p:extLst>
  </p:cSld>
  <p:clrMapOvr>
    <a:masterClrMapping/>
  </p:clrMapOvr>
</p:sldLayout>
</file>

<file path=ppt/slideLayouts/slideLayout4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ертикальные карточ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kern="200" cap="all" spc="-100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Вертикальные карточки</a:t>
            </a:r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26"/>
          </p:nvPr>
        </p:nvSpPr>
        <p:spPr>
          <a:xfrm>
            <a:off x="587375" y="2365946"/>
            <a:ext cx="5168771" cy="293613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lang="ru-RU" sz="1400" kern="0" spc="-10" dirty="0">
                <a:solidFill>
                  <a:srgbClr val="6B7683"/>
                </a:solidFill>
                <a:latin typeface="VTB Group Light" pitchFamily="34" charset="0"/>
                <a:ea typeface="VTB Group Light" pitchFamily="34" charset="-122"/>
                <a:cs typeface="VTB Group Light" pitchFamily="34" charset="-120"/>
              </a:rPr>
              <a:t>Образец текста</a:t>
            </a:r>
            <a:endParaRPr lang="en-US" sz="1400" dirty="0"/>
          </a:p>
        </p:txBody>
      </p:sp>
      <p:sp>
        <p:nvSpPr>
          <p:cNvPr id="28" name="Номер слайда 61">
            <a:extLst>
              <a:ext uri="{FF2B5EF4-FFF2-40B4-BE49-F238E27FC236}">
                <a16:creationId xmlns:a16="http://schemas.microsoft.com/office/drawing/2014/main" id="{4B3CCE28-E7E0-403A-B034-114643900A0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F891E-63B0-45CA-9A92-96A490F157E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E25524F-03A3-4C05-8759-4E2C8A2DD4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07D207F9-024E-43D3-88C4-A978615F851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913296" y="1535874"/>
            <a:ext cx="4707003" cy="50985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раздела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5B28C48-F733-4EE0-9BF2-6F141D80FFB1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407149" y="2365375"/>
            <a:ext cx="5213150" cy="2936703"/>
          </a:xfrm>
          <a:prstGeom prst="rect">
            <a:avLst/>
          </a:prstGeom>
        </p:spPr>
        <p:txBody>
          <a:bodyPr lIns="0" tIns="0" rIns="0" bIns="0"/>
          <a:lstStyle>
            <a:lvl1pPr marL="180975" indent="-180975">
              <a:buClr>
                <a:schemeClr val="accent1"/>
              </a:buClr>
              <a:buSzPct val="120000"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marL="180975" marR="0" lvl="0" indent="-1809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lang="ru-RU" dirty="0"/>
              <a:t>Образец текста</a:t>
            </a:r>
          </a:p>
          <a:p>
            <a:pPr lvl="0"/>
            <a:endParaRPr lang="ru-RU" dirty="0"/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A88CC75A-F951-488C-B4F5-D3561E0A3406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131749" y="1514601"/>
            <a:ext cx="4624397" cy="50985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раздела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12486904"/>
      </p:ext>
    </p:extLst>
  </p:cSld>
  <p:clrMapOvr>
    <a:masterClrMapping/>
  </p:clrMapOvr>
</p:sldLayout>
</file>

<file path=ppt/slideLayouts/slideLayout4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ертикальные карточки с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kern="200" cap="all" spc="-100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Вертикальные карточки с фото</a:t>
            </a:r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26"/>
          </p:nvPr>
        </p:nvSpPr>
        <p:spPr>
          <a:xfrm>
            <a:off x="587375" y="2365946"/>
            <a:ext cx="5168771" cy="173615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lang="ru-RU" sz="1400" kern="0" spc="-10" dirty="0">
                <a:solidFill>
                  <a:srgbClr val="6B7683"/>
                </a:solidFill>
                <a:latin typeface="VTB Group Light" pitchFamily="34" charset="0"/>
                <a:ea typeface="VTB Group Light" pitchFamily="34" charset="-122"/>
                <a:cs typeface="VTB Group Light" pitchFamily="34" charset="-120"/>
              </a:rPr>
              <a:t>Образец текста</a:t>
            </a:r>
            <a:endParaRPr lang="en-US" sz="1400" dirty="0"/>
          </a:p>
        </p:txBody>
      </p:sp>
      <p:sp>
        <p:nvSpPr>
          <p:cNvPr id="28" name="Номер слайда 61">
            <a:extLst>
              <a:ext uri="{FF2B5EF4-FFF2-40B4-BE49-F238E27FC236}">
                <a16:creationId xmlns:a16="http://schemas.microsoft.com/office/drawing/2014/main" id="{4B3CCE28-E7E0-403A-B034-114643900A0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F891E-63B0-45CA-9A92-96A490F157E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E25524F-03A3-4C05-8759-4E2C8A2DD4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07D207F9-024E-43D3-88C4-A978615F851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913296" y="1535874"/>
            <a:ext cx="4707003" cy="50985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раздела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CFD4DAE-EC25-475D-978A-9222B19796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350000" y="2365375"/>
            <a:ext cx="5254625" cy="1736725"/>
          </a:xfrm>
          <a:prstGeom prst="rect">
            <a:avLst/>
          </a:prstGeom>
        </p:spPr>
        <p:txBody>
          <a:bodyPr lIns="0" tIns="0" rIns="0" bIns="0"/>
          <a:lstStyle>
            <a:lvl1pPr marL="177800" indent="-177800">
              <a:buClr>
                <a:schemeClr val="accent1"/>
              </a:buClr>
              <a:buSzPct val="120000"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">
            <a:extLst>
              <a:ext uri="{FF2B5EF4-FFF2-40B4-BE49-F238E27FC236}">
                <a16:creationId xmlns:a16="http://schemas.microsoft.com/office/drawing/2014/main" id="{4C99A5C8-4F60-4412-AA31-B9831CCADDD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130227" y="1514601"/>
            <a:ext cx="4625919" cy="50985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раздела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566206"/>
      </p:ext>
    </p:extLst>
  </p:cSld>
  <p:clrMapOvr>
    <a:masterClrMapping/>
  </p:clrMapOvr>
</p:sldLayout>
</file>

<file path=ppt/slideLayouts/slideLayout4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Вертикальные карточ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kern="200" cap="all" spc="-100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3 Вертикальные карточки</a:t>
            </a:r>
          </a:p>
        </p:txBody>
      </p:sp>
      <p:sp>
        <p:nvSpPr>
          <p:cNvPr id="28" name="Номер слайда 61">
            <a:extLst>
              <a:ext uri="{FF2B5EF4-FFF2-40B4-BE49-F238E27FC236}">
                <a16:creationId xmlns:a16="http://schemas.microsoft.com/office/drawing/2014/main" id="{4B3CCE28-E7E0-403A-B034-114643900A0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F891E-63B0-45CA-9A92-96A490F157E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E25524F-03A3-4C05-8759-4E2C8A2DD4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38" name="Текст 7">
            <a:extLst>
              <a:ext uri="{FF2B5EF4-FFF2-40B4-BE49-F238E27FC236}">
                <a16:creationId xmlns:a16="http://schemas.microsoft.com/office/drawing/2014/main" id="{F40AA270-8957-4F14-8503-2A0D8057F2E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87376" y="2365945"/>
            <a:ext cx="3274620" cy="360896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marL="0" indent="0" algn="l">
              <a:lnSpc>
                <a:spcPct val="100000"/>
              </a:lnSpc>
              <a:buNone/>
            </a:pPr>
            <a:r>
              <a:rPr lang="ru-RU" sz="1400" kern="0" spc="-10" dirty="0">
                <a:solidFill>
                  <a:srgbClr val="6B7683"/>
                </a:solidFill>
                <a:latin typeface="VTB Group Light" pitchFamily="34" charset="0"/>
                <a:ea typeface="VTB Group Light" pitchFamily="34" charset="-122"/>
                <a:cs typeface="VTB Group Light" pitchFamily="34" charset="-120"/>
              </a:rPr>
              <a:t>Образец текста</a:t>
            </a:r>
            <a:endParaRPr lang="en-US" sz="14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C6EF8C7-3D96-4813-A2DC-D70244D4252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902559" y="1524185"/>
            <a:ext cx="2721684" cy="48755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раздела</a:t>
            </a:r>
            <a:endParaRPr lang="ru-RU" dirty="0"/>
          </a:p>
        </p:txBody>
      </p:sp>
      <p:sp>
        <p:nvSpPr>
          <p:cNvPr id="54" name="Текст 3">
            <a:extLst>
              <a:ext uri="{FF2B5EF4-FFF2-40B4-BE49-F238E27FC236}">
                <a16:creationId xmlns:a16="http://schemas.microsoft.com/office/drawing/2014/main" id="{CF08A062-F4E6-4849-95CC-ED36DE3BAD2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180191" y="1524185"/>
            <a:ext cx="2721684" cy="48755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раздела</a:t>
            </a:r>
            <a:endParaRPr lang="ru-RU" dirty="0"/>
          </a:p>
        </p:txBody>
      </p:sp>
      <p:sp>
        <p:nvSpPr>
          <p:cNvPr id="74" name="Текст 3">
            <a:extLst>
              <a:ext uri="{FF2B5EF4-FFF2-40B4-BE49-F238E27FC236}">
                <a16:creationId xmlns:a16="http://schemas.microsoft.com/office/drawing/2014/main" id="{B3D4F3EF-1458-437C-BE5F-A141CBE5FDB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051472" y="1525753"/>
            <a:ext cx="2721684" cy="48755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раздела</a:t>
            </a:r>
            <a:endParaRPr lang="ru-RU" dirty="0"/>
          </a:p>
        </p:txBody>
      </p:sp>
      <p:sp>
        <p:nvSpPr>
          <p:cNvPr id="26" name="Текст 4">
            <a:extLst>
              <a:ext uri="{FF2B5EF4-FFF2-40B4-BE49-F238E27FC236}">
                <a16:creationId xmlns:a16="http://schemas.microsoft.com/office/drawing/2014/main" id="{AF0923DF-DC38-4E85-A2A6-EA18DF245BF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293100" y="2365375"/>
            <a:ext cx="3311525" cy="3599880"/>
          </a:xfrm>
          <a:prstGeom prst="rect">
            <a:avLst/>
          </a:prstGeom>
        </p:spPr>
        <p:txBody>
          <a:bodyPr lIns="0" tIns="0" rIns="0" bIns="0"/>
          <a:lstStyle>
            <a:lvl1pPr marL="177800" indent="-177800">
              <a:buClr>
                <a:schemeClr val="accent1"/>
              </a:buClr>
              <a:buSzPct val="120000"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7" name="Текст 4">
            <a:extLst>
              <a:ext uri="{FF2B5EF4-FFF2-40B4-BE49-F238E27FC236}">
                <a16:creationId xmlns:a16="http://schemas.microsoft.com/office/drawing/2014/main" id="{222EDED0-AAF1-43EC-AA3D-AAFF6016A9B9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4445321" y="2375470"/>
            <a:ext cx="3311525" cy="3599880"/>
          </a:xfrm>
          <a:prstGeom prst="rect">
            <a:avLst/>
          </a:prstGeom>
        </p:spPr>
        <p:txBody>
          <a:bodyPr lIns="0" tIns="0" rIns="0" bIns="0"/>
          <a:lstStyle>
            <a:lvl1pPr marL="177800" indent="-177800">
              <a:buClr>
                <a:schemeClr val="accent6"/>
              </a:buClr>
              <a:buSzPct val="120000"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242509740"/>
      </p:ext>
    </p:extLst>
  </p:cSld>
  <p:clrMapOvr>
    <a:masterClrMapping/>
  </p:clrMapOvr>
</p:sldLayout>
</file>

<file path=ppt/slideLayouts/slideLayout4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Вертикальные карточки с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8300"/>
            <a:ext cx="9155664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kern="200" cap="all" spc="-100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3 вертикальные карточки с фото</a:t>
            </a:r>
          </a:p>
        </p:txBody>
      </p:sp>
      <p:sp>
        <p:nvSpPr>
          <p:cNvPr id="28" name="Номер слайда 61">
            <a:extLst>
              <a:ext uri="{FF2B5EF4-FFF2-40B4-BE49-F238E27FC236}">
                <a16:creationId xmlns:a16="http://schemas.microsoft.com/office/drawing/2014/main" id="{4B3CCE28-E7E0-403A-B034-114643900A0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F891E-63B0-45CA-9A92-96A490F157E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E25524F-03A3-4C05-8759-4E2C8A2DD4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38" name="Текст 7">
            <a:extLst>
              <a:ext uri="{FF2B5EF4-FFF2-40B4-BE49-F238E27FC236}">
                <a16:creationId xmlns:a16="http://schemas.microsoft.com/office/drawing/2014/main" id="{F40AA270-8957-4F14-8503-2A0D8057F2E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87376" y="2365945"/>
            <a:ext cx="3274620" cy="182505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>
                <a:effectLst/>
              </a:rPr>
              <a:t>Образец текста</a:t>
            </a:r>
          </a:p>
          <a:p>
            <a:pPr marL="0" marR="0" lvl="0" indent="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>
                <a:effectLst/>
              </a:rPr>
              <a:t>Образец текста</a:t>
            </a:r>
          </a:p>
          <a:p>
            <a:pPr marL="0" marR="0" lvl="0" indent="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ru-RU" dirty="0">
              <a:effectLst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C6EF8C7-3D96-4813-A2DC-D70244D4252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902559" y="1524185"/>
            <a:ext cx="2721684" cy="48755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54" name="Текст 3">
            <a:extLst>
              <a:ext uri="{FF2B5EF4-FFF2-40B4-BE49-F238E27FC236}">
                <a16:creationId xmlns:a16="http://schemas.microsoft.com/office/drawing/2014/main" id="{CF08A062-F4E6-4849-95CC-ED36DE3BAD2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180191" y="1524185"/>
            <a:ext cx="2721684" cy="48755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74" name="Текст 3">
            <a:extLst>
              <a:ext uri="{FF2B5EF4-FFF2-40B4-BE49-F238E27FC236}">
                <a16:creationId xmlns:a16="http://schemas.microsoft.com/office/drawing/2014/main" id="{B3D4F3EF-1458-437C-BE5F-A141CBE5FDB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051472" y="1525753"/>
            <a:ext cx="2721684" cy="48755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30" name="Текст 4">
            <a:extLst>
              <a:ext uri="{FF2B5EF4-FFF2-40B4-BE49-F238E27FC236}">
                <a16:creationId xmlns:a16="http://schemas.microsoft.com/office/drawing/2014/main" id="{BC770120-677C-4DE8-B92C-D9781776F8D9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293100" y="2365375"/>
            <a:ext cx="3311525" cy="1815530"/>
          </a:xfrm>
          <a:prstGeom prst="rect">
            <a:avLst/>
          </a:prstGeom>
        </p:spPr>
        <p:txBody>
          <a:bodyPr lIns="0" tIns="0" rIns="0" bIns="0"/>
          <a:lstStyle>
            <a:lvl1pPr marL="177800" indent="-177800">
              <a:buClr>
                <a:schemeClr val="accent1"/>
              </a:buClr>
              <a:buSzPct val="120000"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2" name="Текст 4">
            <a:extLst>
              <a:ext uri="{FF2B5EF4-FFF2-40B4-BE49-F238E27FC236}">
                <a16:creationId xmlns:a16="http://schemas.microsoft.com/office/drawing/2014/main" id="{F7C8BF14-11C2-48D9-96D2-BDE05A40C967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4445321" y="2375470"/>
            <a:ext cx="3311525" cy="1815530"/>
          </a:xfrm>
          <a:prstGeom prst="rect">
            <a:avLst/>
          </a:prstGeom>
        </p:spPr>
        <p:txBody>
          <a:bodyPr lIns="0" tIns="0" rIns="0" bIns="0"/>
          <a:lstStyle>
            <a:lvl1pPr marL="177800" indent="-177800">
              <a:buClr>
                <a:schemeClr val="accent6"/>
              </a:buClr>
              <a:buSzPct val="120000"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09425486"/>
      </p:ext>
    </p:extLst>
  </p:cSld>
  <p:clrMapOvr>
    <a:masterClrMapping/>
  </p:clrMapOvr>
</p:sldLayout>
</file>

<file path=ppt/slideLayouts/slideLayout4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Вертикальные карточ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sult Title [Figma 9043:6384]">
            <a:extLst>
              <a:ext uri="{FF2B5EF4-FFF2-40B4-BE49-F238E27FC236}">
                <a16:creationId xmlns:a16="http://schemas.microsoft.com/office/drawing/2014/main" id="{40C96AB4-6FCA-4126-A57C-E8E73E021FF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239250" y="1485900"/>
            <a:ext cx="1060450" cy="327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VTB Group"/>
              </a:defRPr>
            </a:lvl1pPr>
            <a:lvl2pPr marL="742950" indent="-285750">
              <a:defRPr>
                <a:solidFill>
                  <a:schemeClr val="tx1"/>
                </a:solidFill>
                <a:latin typeface="VTB Group"/>
              </a:defRPr>
            </a:lvl2pPr>
            <a:lvl3pPr marL="1143000" indent="-228600">
              <a:defRPr>
                <a:solidFill>
                  <a:schemeClr val="tx1"/>
                </a:solidFill>
                <a:latin typeface="VTB Group"/>
              </a:defRPr>
            </a:lvl3pPr>
            <a:lvl4pPr marL="1600200" indent="-228600">
              <a:defRPr>
                <a:solidFill>
                  <a:schemeClr val="tx1"/>
                </a:solidFill>
                <a:latin typeface="VTB Group"/>
              </a:defRPr>
            </a:lvl4pPr>
            <a:lvl5pPr marL="2057400" indent="-228600">
              <a:defRPr>
                <a:solidFill>
                  <a:schemeClr val="tx1"/>
                </a:solidFill>
                <a:latin typeface="VTB Group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9pPr>
          </a:lstStyle>
          <a:p>
            <a:pPr eaLnBrk="1" hangingPunct="1">
              <a:defRPr/>
            </a:pPr>
            <a:endParaRPr lang="en-US" altLang="ru-RU" sz="2000" dirty="0">
              <a:latin typeface="VTB Group Book" panose="020B0503040504020204" pitchFamily="34" charset="-52"/>
            </a:endParaRPr>
          </a:p>
        </p:txBody>
      </p:sp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4 вертикальные карточки</a:t>
            </a:r>
          </a:p>
        </p:txBody>
      </p:sp>
      <p:sp>
        <p:nvSpPr>
          <p:cNvPr id="39" name="Текст 2"/>
          <p:cNvSpPr>
            <a:spLocks noGrp="1"/>
          </p:cNvSpPr>
          <p:nvPr>
            <p:ph type="body" sz="quarter" idx="27"/>
          </p:nvPr>
        </p:nvSpPr>
        <p:spPr>
          <a:xfrm>
            <a:off x="571486" y="2322768"/>
            <a:ext cx="2368204" cy="38684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40"/>
              </a:lnSpc>
              <a:buNone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</a:p>
          <a:p>
            <a:pPr marL="0" marR="0" lvl="0" indent="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>
                <a:effectLst/>
              </a:rPr>
              <a:t>Образец текста</a:t>
            </a:r>
          </a:p>
          <a:p>
            <a:pPr lvl="0"/>
            <a:endParaRPr lang="ru-RU" dirty="0">
              <a:effectLst/>
            </a:endParaRPr>
          </a:p>
        </p:txBody>
      </p:sp>
      <p:sp>
        <p:nvSpPr>
          <p:cNvPr id="28" name="Номер слайда 61">
            <a:extLst>
              <a:ext uri="{FF2B5EF4-FFF2-40B4-BE49-F238E27FC236}">
                <a16:creationId xmlns:a16="http://schemas.microsoft.com/office/drawing/2014/main" id="{4B3CCE28-E7E0-403A-B034-114643900A0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F891E-63B0-45CA-9A92-96A490F157E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E25524F-03A3-4C05-8759-4E2C8A2DD4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4F340843-AA78-474D-8F7E-EE14AADD7A6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30273" y="1517115"/>
            <a:ext cx="1822494" cy="504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78" name="Текст 3">
            <a:extLst>
              <a:ext uri="{FF2B5EF4-FFF2-40B4-BE49-F238E27FC236}">
                <a16:creationId xmlns:a16="http://schemas.microsoft.com/office/drawing/2014/main" id="{14B370E1-7C12-492A-BD26-28FAB4C6D12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038217" y="1517116"/>
            <a:ext cx="1822494" cy="504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85" name="Текст 3">
            <a:extLst>
              <a:ext uri="{FF2B5EF4-FFF2-40B4-BE49-F238E27FC236}">
                <a16:creationId xmlns:a16="http://schemas.microsoft.com/office/drawing/2014/main" id="{29F2796F-7C20-46E7-893B-1A52B259BCB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07905" y="1526161"/>
            <a:ext cx="1822494" cy="504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92" name="Текст 3">
            <a:extLst>
              <a:ext uri="{FF2B5EF4-FFF2-40B4-BE49-F238E27FC236}">
                <a16:creationId xmlns:a16="http://schemas.microsoft.com/office/drawing/2014/main" id="{98BAC7AF-B6B5-4C80-9A10-C4C45F5075B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816893" y="1517117"/>
            <a:ext cx="1822494" cy="504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97" name="Текст 2">
            <a:extLst>
              <a:ext uri="{FF2B5EF4-FFF2-40B4-BE49-F238E27FC236}">
                <a16:creationId xmlns:a16="http://schemas.microsoft.com/office/drawing/2014/main" id="{D63239EA-5842-4CE2-A36B-F34246318033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3467415" y="2316467"/>
            <a:ext cx="2368204" cy="3874783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440"/>
              </a:lnSpc>
              <a:buClr>
                <a:schemeClr val="accent6"/>
              </a:buClr>
              <a:buSzPct val="120000"/>
              <a:buFont typeface="VTB Group Light" panose="020B0403040504020204" pitchFamily="34" charset="-52"/>
              <a:buChar char="•"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en-US" dirty="0">
              <a:effectLst/>
            </a:endParaRPr>
          </a:p>
          <a:p>
            <a:pPr lvl="0"/>
            <a:r>
              <a:rPr lang="ru-RU" dirty="0">
                <a:effectLst/>
              </a:rPr>
              <a:t>Образец текста</a:t>
            </a:r>
          </a:p>
          <a:p>
            <a:pPr marL="171450" marR="0" lvl="0" indent="-17145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20000"/>
              <a:buFont typeface="VTB Group Light" panose="020B0403040504020204" pitchFamily="34" charset="-52"/>
              <a:buChar char="•"/>
              <a:tabLst/>
              <a:defRPr/>
            </a:pPr>
            <a:endParaRPr lang="ru-RU" dirty="0">
              <a:effectLst/>
            </a:endParaRPr>
          </a:p>
          <a:p>
            <a:pPr lvl="0"/>
            <a:endParaRPr lang="ru-RU" dirty="0">
              <a:effectLst/>
            </a:endParaRPr>
          </a:p>
        </p:txBody>
      </p:sp>
      <p:sp>
        <p:nvSpPr>
          <p:cNvPr id="99" name="Текст 2">
            <a:extLst>
              <a:ext uri="{FF2B5EF4-FFF2-40B4-BE49-F238E27FC236}">
                <a16:creationId xmlns:a16="http://schemas.microsoft.com/office/drawing/2014/main" id="{69C42475-5A44-4C6D-A727-1ECA57C33406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346220" y="2314561"/>
            <a:ext cx="2368204" cy="3874783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440"/>
              </a:lnSpc>
              <a:buClr>
                <a:schemeClr val="accent1"/>
              </a:buClr>
              <a:buSzPct val="120000"/>
              <a:buFont typeface="VTB Group Light" panose="020B0403040504020204" pitchFamily="34" charset="-52"/>
              <a:buChar char="•"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</a:p>
          <a:p>
            <a:pPr marL="171450" marR="0" lvl="0" indent="-17145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20000"/>
              <a:buFont typeface="VTB Group Light" panose="020B0403040504020204" pitchFamily="34" charset="-52"/>
              <a:buChar char="•"/>
              <a:tabLst/>
              <a:defRPr/>
            </a:pPr>
            <a:r>
              <a:rPr lang="ru-RU" dirty="0">
                <a:effectLst/>
              </a:rPr>
              <a:t>Образец текста</a:t>
            </a:r>
          </a:p>
          <a:p>
            <a:pPr marL="171450" marR="0" lvl="0" indent="-17145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20000"/>
              <a:buFont typeface="VTB Group Light" panose="020B0403040504020204" pitchFamily="34" charset="-52"/>
              <a:buChar char="•"/>
              <a:tabLst/>
              <a:defRPr/>
            </a:pPr>
            <a:endParaRPr lang="ru-RU" dirty="0">
              <a:effectLst/>
            </a:endParaRPr>
          </a:p>
          <a:p>
            <a:pPr lvl="0"/>
            <a:endParaRPr lang="ru-RU" dirty="0">
              <a:effectLst/>
            </a:endParaRPr>
          </a:p>
        </p:txBody>
      </p:sp>
      <p:sp>
        <p:nvSpPr>
          <p:cNvPr id="100" name="Текст 2">
            <a:extLst>
              <a:ext uri="{FF2B5EF4-FFF2-40B4-BE49-F238E27FC236}">
                <a16:creationId xmlns:a16="http://schemas.microsoft.com/office/drawing/2014/main" id="{3DF87732-73DF-4509-A166-5CF822C5F476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9236857" y="2332373"/>
            <a:ext cx="2368204" cy="3856971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1440"/>
              </a:lnSpc>
              <a:buClr>
                <a:schemeClr val="accent1"/>
              </a:buClr>
              <a:buFont typeface="+mj-lt"/>
              <a:buAutoNum type="arabicPeriod"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</a:p>
          <a:p>
            <a:pPr lvl="0"/>
            <a:r>
              <a:rPr lang="ru-RU" dirty="0">
                <a:effectLst/>
              </a:rPr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22520687"/>
      </p:ext>
    </p:extLst>
  </p:cSld>
  <p:clrMapOvr>
    <a:masterClrMapping/>
  </p:clrMapOvr>
</p:sldLayout>
</file>

<file path=ppt/slideLayouts/slideLayout4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Вертикальные карточки с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sult Title [Figma 9043:6384]">
            <a:extLst>
              <a:ext uri="{FF2B5EF4-FFF2-40B4-BE49-F238E27FC236}">
                <a16:creationId xmlns:a16="http://schemas.microsoft.com/office/drawing/2014/main" id="{40C96AB4-6FCA-4126-A57C-E8E73E021FF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239250" y="1485900"/>
            <a:ext cx="1060450" cy="327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VTB Group"/>
              </a:defRPr>
            </a:lvl1pPr>
            <a:lvl2pPr marL="742950" indent="-285750">
              <a:defRPr>
                <a:solidFill>
                  <a:schemeClr val="tx1"/>
                </a:solidFill>
                <a:latin typeface="VTB Group"/>
              </a:defRPr>
            </a:lvl2pPr>
            <a:lvl3pPr marL="1143000" indent="-228600">
              <a:defRPr>
                <a:solidFill>
                  <a:schemeClr val="tx1"/>
                </a:solidFill>
                <a:latin typeface="VTB Group"/>
              </a:defRPr>
            </a:lvl3pPr>
            <a:lvl4pPr marL="1600200" indent="-228600">
              <a:defRPr>
                <a:solidFill>
                  <a:schemeClr val="tx1"/>
                </a:solidFill>
                <a:latin typeface="VTB Group"/>
              </a:defRPr>
            </a:lvl4pPr>
            <a:lvl5pPr marL="2057400" indent="-228600">
              <a:defRPr>
                <a:solidFill>
                  <a:schemeClr val="tx1"/>
                </a:solidFill>
                <a:latin typeface="VTB Group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9pPr>
          </a:lstStyle>
          <a:p>
            <a:pPr eaLnBrk="1" hangingPunct="1">
              <a:defRPr/>
            </a:pPr>
            <a:endParaRPr lang="en-US" altLang="ru-RU" sz="2000" dirty="0">
              <a:latin typeface="VTB Group Book" panose="020B0503040504020204" pitchFamily="34" charset="-52"/>
            </a:endParaRPr>
          </a:p>
        </p:txBody>
      </p:sp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4 вертикальные карточки с фото</a:t>
            </a:r>
          </a:p>
        </p:txBody>
      </p:sp>
      <p:sp>
        <p:nvSpPr>
          <p:cNvPr id="39" name="Текст 2"/>
          <p:cNvSpPr>
            <a:spLocks noGrp="1"/>
          </p:cNvSpPr>
          <p:nvPr>
            <p:ph type="body" sz="quarter" idx="27"/>
          </p:nvPr>
        </p:nvSpPr>
        <p:spPr>
          <a:xfrm>
            <a:off x="571486" y="2322768"/>
            <a:ext cx="2368204" cy="19349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40"/>
              </a:lnSpc>
              <a:buNone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</a:p>
          <a:p>
            <a:pPr marL="0" marR="0" lvl="0" indent="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>
                <a:effectLst/>
              </a:rPr>
              <a:t>Образец текста</a:t>
            </a:r>
          </a:p>
          <a:p>
            <a:pPr lvl="0"/>
            <a:endParaRPr lang="ru-RU" dirty="0">
              <a:effectLst/>
            </a:endParaRPr>
          </a:p>
        </p:txBody>
      </p:sp>
      <p:sp>
        <p:nvSpPr>
          <p:cNvPr id="28" name="Номер слайда 61">
            <a:extLst>
              <a:ext uri="{FF2B5EF4-FFF2-40B4-BE49-F238E27FC236}">
                <a16:creationId xmlns:a16="http://schemas.microsoft.com/office/drawing/2014/main" id="{4B3CCE28-E7E0-403A-B034-114643900A0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F891E-63B0-45CA-9A92-96A490F157E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E25524F-03A3-4C05-8759-4E2C8A2DD4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4F340843-AA78-474D-8F7E-EE14AADD7A6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30273" y="1517115"/>
            <a:ext cx="1822494" cy="504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78" name="Текст 3">
            <a:extLst>
              <a:ext uri="{FF2B5EF4-FFF2-40B4-BE49-F238E27FC236}">
                <a16:creationId xmlns:a16="http://schemas.microsoft.com/office/drawing/2014/main" id="{14B370E1-7C12-492A-BD26-28FAB4C6D12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038217" y="1517116"/>
            <a:ext cx="1822494" cy="504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85" name="Текст 3">
            <a:extLst>
              <a:ext uri="{FF2B5EF4-FFF2-40B4-BE49-F238E27FC236}">
                <a16:creationId xmlns:a16="http://schemas.microsoft.com/office/drawing/2014/main" id="{29F2796F-7C20-46E7-893B-1A52B259BCB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07905" y="1526161"/>
            <a:ext cx="1822494" cy="504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92" name="Текст 3">
            <a:extLst>
              <a:ext uri="{FF2B5EF4-FFF2-40B4-BE49-F238E27FC236}">
                <a16:creationId xmlns:a16="http://schemas.microsoft.com/office/drawing/2014/main" id="{98BAC7AF-B6B5-4C80-9A10-C4C45F5075B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816893" y="1517117"/>
            <a:ext cx="1822494" cy="504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Название пункта</a:t>
            </a:r>
            <a:endParaRPr lang="ru-RU" dirty="0"/>
          </a:p>
        </p:txBody>
      </p:sp>
      <p:sp>
        <p:nvSpPr>
          <p:cNvPr id="97" name="Текст 2">
            <a:extLst>
              <a:ext uri="{FF2B5EF4-FFF2-40B4-BE49-F238E27FC236}">
                <a16:creationId xmlns:a16="http://schemas.microsoft.com/office/drawing/2014/main" id="{D63239EA-5842-4CE2-A36B-F34246318033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3467415" y="2316468"/>
            <a:ext cx="2368204" cy="19412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440"/>
              </a:lnSpc>
              <a:buClr>
                <a:schemeClr val="accent6"/>
              </a:buClr>
              <a:buSzPct val="120000"/>
              <a:buFont typeface="VTB Group Light" panose="020B0403040504020204" pitchFamily="34" charset="-52"/>
              <a:buChar char="•"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</a:p>
          <a:p>
            <a:pPr lvl="0"/>
            <a:r>
              <a:rPr lang="ru-RU" dirty="0">
                <a:effectLst/>
              </a:rPr>
              <a:t>Образец текста</a:t>
            </a:r>
          </a:p>
          <a:p>
            <a:pPr marL="171450" marR="0" lvl="0" indent="-17145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120000"/>
              <a:buFont typeface="VTB Group Light" panose="020B0403040504020204" pitchFamily="34" charset="-52"/>
              <a:buChar char="•"/>
              <a:tabLst/>
              <a:defRPr/>
            </a:pPr>
            <a:endParaRPr lang="ru-RU" dirty="0">
              <a:effectLst/>
            </a:endParaRPr>
          </a:p>
          <a:p>
            <a:pPr lvl="0"/>
            <a:endParaRPr lang="ru-RU" dirty="0">
              <a:effectLst/>
            </a:endParaRPr>
          </a:p>
        </p:txBody>
      </p:sp>
      <p:sp>
        <p:nvSpPr>
          <p:cNvPr id="99" name="Текст 2">
            <a:extLst>
              <a:ext uri="{FF2B5EF4-FFF2-40B4-BE49-F238E27FC236}">
                <a16:creationId xmlns:a16="http://schemas.microsoft.com/office/drawing/2014/main" id="{69C42475-5A44-4C6D-A727-1ECA57C33406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346220" y="2314561"/>
            <a:ext cx="2368204" cy="194311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440"/>
              </a:lnSpc>
              <a:buClr>
                <a:schemeClr val="accent1"/>
              </a:buClr>
              <a:buSzPct val="120000"/>
              <a:buFont typeface="VTB Group Light" panose="020B0403040504020204" pitchFamily="34" charset="-52"/>
              <a:buChar char="•"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</a:p>
          <a:p>
            <a:pPr marL="171450" marR="0" lvl="0" indent="-17145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20000"/>
              <a:buFont typeface="VTB Group Light" panose="020B0403040504020204" pitchFamily="34" charset="-52"/>
              <a:buChar char="•"/>
              <a:tabLst/>
              <a:defRPr/>
            </a:pPr>
            <a:r>
              <a:rPr lang="ru-RU" dirty="0">
                <a:effectLst/>
              </a:rPr>
              <a:t>Образец текста</a:t>
            </a:r>
          </a:p>
          <a:p>
            <a:pPr marL="171450" marR="0" lvl="0" indent="-171450" algn="l" defTabSz="914400" rtl="0" eaLnBrk="0" fontAlgn="base" latinLnBrk="0" hangingPunct="0">
              <a:lnSpc>
                <a:spcPts val="144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20000"/>
              <a:buFont typeface="VTB Group Light" panose="020B0403040504020204" pitchFamily="34" charset="-52"/>
              <a:buChar char="•"/>
              <a:tabLst/>
              <a:defRPr/>
            </a:pPr>
            <a:endParaRPr lang="ru-RU" dirty="0">
              <a:effectLst/>
            </a:endParaRPr>
          </a:p>
          <a:p>
            <a:pPr lvl="0"/>
            <a:endParaRPr lang="ru-RU" dirty="0">
              <a:effectLst/>
            </a:endParaRPr>
          </a:p>
        </p:txBody>
      </p:sp>
      <p:sp>
        <p:nvSpPr>
          <p:cNvPr id="100" name="Текст 2">
            <a:extLst>
              <a:ext uri="{FF2B5EF4-FFF2-40B4-BE49-F238E27FC236}">
                <a16:creationId xmlns:a16="http://schemas.microsoft.com/office/drawing/2014/main" id="{3DF87732-73DF-4509-A166-5CF822C5F476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9236857" y="2332373"/>
            <a:ext cx="2368204" cy="1925303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1440"/>
              </a:lnSpc>
              <a:buClr>
                <a:schemeClr val="accent1"/>
              </a:buClr>
              <a:buFont typeface="+mj-lt"/>
              <a:buAutoNum type="arabicPeriod"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>
                <a:effectLst/>
              </a:rPr>
              <a:t>Образец текста</a:t>
            </a:r>
          </a:p>
          <a:p>
            <a:pPr lvl="0"/>
            <a:r>
              <a:rPr lang="ru-RU" dirty="0">
                <a:effectLst/>
              </a:rPr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073961225"/>
      </p:ext>
    </p:extLst>
  </p:cSld>
  <p:clrMapOvr>
    <a:masterClrMapping/>
  </p:clrMapOvr>
</p:sldLayout>
</file>

<file path=ppt/slideLayouts/slideLayout4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арточки с процес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sult Title [Figma 9043:6384]">
            <a:extLst>
              <a:ext uri="{FF2B5EF4-FFF2-40B4-BE49-F238E27FC236}">
                <a16:creationId xmlns:a16="http://schemas.microsoft.com/office/drawing/2014/main" id="{40C96AB4-6FCA-4126-A57C-E8E73E021FF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239250" y="1485900"/>
            <a:ext cx="1060450" cy="327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VTB Group"/>
              </a:defRPr>
            </a:lvl1pPr>
            <a:lvl2pPr marL="742950" indent="-285750">
              <a:defRPr>
                <a:solidFill>
                  <a:schemeClr val="tx1"/>
                </a:solidFill>
                <a:latin typeface="VTB Group"/>
              </a:defRPr>
            </a:lvl2pPr>
            <a:lvl3pPr marL="1143000" indent="-228600">
              <a:defRPr>
                <a:solidFill>
                  <a:schemeClr val="tx1"/>
                </a:solidFill>
                <a:latin typeface="VTB Group"/>
              </a:defRPr>
            </a:lvl3pPr>
            <a:lvl4pPr marL="1600200" indent="-228600">
              <a:defRPr>
                <a:solidFill>
                  <a:schemeClr val="tx1"/>
                </a:solidFill>
                <a:latin typeface="VTB Group"/>
              </a:defRPr>
            </a:lvl4pPr>
            <a:lvl5pPr marL="2057400" indent="-228600">
              <a:defRPr>
                <a:solidFill>
                  <a:schemeClr val="tx1"/>
                </a:solidFill>
                <a:latin typeface="VTB Group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9pPr>
          </a:lstStyle>
          <a:p>
            <a:pPr eaLnBrk="1" hangingPunct="1">
              <a:defRPr/>
            </a:pPr>
            <a:endParaRPr lang="en-US" altLang="ru-RU" sz="2000" dirty="0">
              <a:latin typeface="VTB Group Book" panose="020B0503040504020204" pitchFamily="34" charset="-52"/>
            </a:endParaRPr>
          </a:p>
        </p:txBody>
      </p:sp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Карточка с процессом</a:t>
            </a:r>
          </a:p>
        </p:txBody>
      </p:sp>
      <p:sp>
        <p:nvSpPr>
          <p:cNvPr id="34" name="Текст 3"/>
          <p:cNvSpPr>
            <a:spLocks noGrp="1"/>
          </p:cNvSpPr>
          <p:nvPr>
            <p:ph type="body" sz="quarter" idx="10" hasCustomPrompt="1"/>
          </p:nvPr>
        </p:nvSpPr>
        <p:spPr>
          <a:xfrm>
            <a:off x="586928" y="1485259"/>
            <a:ext cx="2368222" cy="2444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Шаг 1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25"/>
          </p:nvPr>
        </p:nvSpPr>
        <p:spPr>
          <a:xfrm>
            <a:off x="586928" y="2462557"/>
            <a:ext cx="2368204" cy="30552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40"/>
              </a:lnSpc>
              <a:buNone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26"/>
          </p:nvPr>
        </p:nvSpPr>
        <p:spPr>
          <a:xfrm>
            <a:off x="587375" y="2114173"/>
            <a:ext cx="2367775" cy="2428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2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9" name="Текст 2"/>
          <p:cNvSpPr>
            <a:spLocks noGrp="1"/>
          </p:cNvSpPr>
          <p:nvPr>
            <p:ph type="body" sz="quarter" idx="27"/>
          </p:nvPr>
        </p:nvSpPr>
        <p:spPr>
          <a:xfrm>
            <a:off x="3466653" y="2461228"/>
            <a:ext cx="2368204" cy="30552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40"/>
              </a:lnSpc>
              <a:buNone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4" name="Текст 7"/>
          <p:cNvSpPr>
            <a:spLocks noGrp="1"/>
          </p:cNvSpPr>
          <p:nvPr>
            <p:ph type="body" sz="quarter" idx="28"/>
          </p:nvPr>
        </p:nvSpPr>
        <p:spPr>
          <a:xfrm>
            <a:off x="3467100" y="2112844"/>
            <a:ext cx="2367775" cy="2428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2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3" name="Текст 2"/>
          <p:cNvSpPr>
            <a:spLocks noGrp="1"/>
          </p:cNvSpPr>
          <p:nvPr>
            <p:ph type="body" sz="quarter" idx="29"/>
          </p:nvPr>
        </p:nvSpPr>
        <p:spPr>
          <a:xfrm>
            <a:off x="6347966" y="2462557"/>
            <a:ext cx="2368204" cy="30552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40"/>
              </a:lnSpc>
              <a:buNone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5" name="Текст 7"/>
          <p:cNvSpPr>
            <a:spLocks noGrp="1"/>
          </p:cNvSpPr>
          <p:nvPr>
            <p:ph type="body" sz="quarter" idx="30"/>
          </p:nvPr>
        </p:nvSpPr>
        <p:spPr>
          <a:xfrm>
            <a:off x="6348413" y="2114173"/>
            <a:ext cx="2367775" cy="2428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2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6" name="Текст 2"/>
          <p:cNvSpPr>
            <a:spLocks noGrp="1"/>
          </p:cNvSpPr>
          <p:nvPr>
            <p:ph type="body" sz="quarter" idx="31"/>
          </p:nvPr>
        </p:nvSpPr>
        <p:spPr>
          <a:xfrm>
            <a:off x="9227691" y="2465980"/>
            <a:ext cx="2368204" cy="30552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40"/>
              </a:lnSpc>
              <a:buNone/>
              <a:defRPr lang="ru-RU" sz="1200" dirty="0" smtClean="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  <a:lvl2pPr>
              <a:defRPr lang="ru-RU" dirty="0" smtClean="0"/>
            </a:lvl2pPr>
            <a:lvl3pPr>
              <a:defRPr lang="ru-RU" dirty="0" smtClean="0"/>
            </a:lvl3pPr>
            <a:lvl4pPr>
              <a:defRPr lang="ru-RU" dirty="0" smtClean="0"/>
            </a:lvl4pPr>
            <a:lvl5pPr>
              <a:defRPr lang="ru-RU" dirty="0" smtClean="0"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7" name="Текст 7"/>
          <p:cNvSpPr>
            <a:spLocks noGrp="1"/>
          </p:cNvSpPr>
          <p:nvPr>
            <p:ph type="body" sz="quarter" idx="32"/>
          </p:nvPr>
        </p:nvSpPr>
        <p:spPr>
          <a:xfrm>
            <a:off x="9228138" y="2117596"/>
            <a:ext cx="2367775" cy="2428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2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6" name="Текст 3"/>
          <p:cNvSpPr>
            <a:spLocks noGrp="1"/>
          </p:cNvSpPr>
          <p:nvPr>
            <p:ph type="body" sz="quarter" idx="33" hasCustomPrompt="1"/>
          </p:nvPr>
        </p:nvSpPr>
        <p:spPr>
          <a:xfrm>
            <a:off x="3467100" y="1485259"/>
            <a:ext cx="2368222" cy="2444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Шаг 2</a:t>
            </a:r>
          </a:p>
        </p:txBody>
      </p:sp>
      <p:sp>
        <p:nvSpPr>
          <p:cNvPr id="67" name="Текст 3"/>
          <p:cNvSpPr>
            <a:spLocks noGrp="1"/>
          </p:cNvSpPr>
          <p:nvPr>
            <p:ph type="body" sz="quarter" idx="34" hasCustomPrompt="1"/>
          </p:nvPr>
        </p:nvSpPr>
        <p:spPr>
          <a:xfrm>
            <a:off x="6356325" y="1485259"/>
            <a:ext cx="2368222" cy="2444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Шаг 3</a:t>
            </a:r>
          </a:p>
        </p:txBody>
      </p:sp>
      <p:sp>
        <p:nvSpPr>
          <p:cNvPr id="68" name="Текст 3"/>
          <p:cNvSpPr>
            <a:spLocks noGrp="1"/>
          </p:cNvSpPr>
          <p:nvPr>
            <p:ph type="body" sz="quarter" idx="35" hasCustomPrompt="1"/>
          </p:nvPr>
        </p:nvSpPr>
        <p:spPr>
          <a:xfrm>
            <a:off x="9239019" y="1485259"/>
            <a:ext cx="2368222" cy="24444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543050" indent="-171450">
              <a:buFont typeface="Arial" panose="020B0604020202020204" pitchFamily="34" charset="0"/>
              <a:buChar char="•"/>
              <a:defRPr sz="1200"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Шаг 4</a:t>
            </a:r>
          </a:p>
        </p:txBody>
      </p:sp>
      <p:sp>
        <p:nvSpPr>
          <p:cNvPr id="28" name="Номер слайда 61">
            <a:extLst>
              <a:ext uri="{FF2B5EF4-FFF2-40B4-BE49-F238E27FC236}">
                <a16:creationId xmlns:a16="http://schemas.microsoft.com/office/drawing/2014/main" id="{4B3CCE28-E7E0-403A-B034-114643900A0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F891E-63B0-45CA-9A92-96A490F157E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E25524F-03A3-4C05-8759-4E2C8A2DD4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69272"/>
      </p:ext>
    </p:extLst>
  </p:cSld>
  <p:clrMapOvr>
    <a:masterClrMapping/>
  </p:clrMapOvr>
</p:sldLayout>
</file>

<file path=ppt/slideLayouts/slideLayout4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арточка + фото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54A704A-F1FF-4B1F-AFA1-DD244AA826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8" name="Номер слайда 61">
            <a:extLst>
              <a:ext uri="{FF2B5EF4-FFF2-40B4-BE49-F238E27FC236}">
                <a16:creationId xmlns:a16="http://schemas.microsoft.com/office/drawing/2014/main" id="{4B3CCE28-E7E0-403A-B034-114643900A0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F891E-63B0-45CA-9A92-96A490F157E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E25524F-03A3-4C05-8759-4E2C8A2DD4B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30" name="Paragraph [Figma 9914:16679]">
            <a:extLst>
              <a:ext uri="{FF2B5EF4-FFF2-40B4-BE49-F238E27FC236}">
                <a16:creationId xmlns:a16="http://schemas.microsoft.com/office/drawing/2014/main" id="{F9885F08-9AB6-4BF4-8F80-48174250E92C}"/>
              </a:ext>
            </a:extLst>
          </p:cNvPr>
          <p:cNvSpPr txBox="1"/>
          <p:nvPr userDrawn="1"/>
        </p:nvSpPr>
        <p:spPr>
          <a:xfrm>
            <a:off x="11759903" y="6440006"/>
            <a:ext cx="114297" cy="140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kern="0" spc="-15" dirty="0">
                <a:solidFill>
                  <a:srgbClr val="A3ABB4"/>
                </a:solidFill>
                <a:latin typeface="VTB Group Book" panose="020B0503040504020204" pitchFamily="34" charset="-52"/>
                <a:ea typeface="VTB Group" pitchFamily="34" charset="-122"/>
                <a:cs typeface="VTB Group" pitchFamily="34" charset="-120"/>
              </a:rPr>
              <a:t>01</a:t>
            </a:r>
            <a:endParaRPr lang="en-US" sz="800" dirty="0">
              <a:latin typeface="VTB Group Book" panose="020B0503040504020204" pitchFamily="34" charset="-52"/>
            </a:endParaRPr>
          </a:p>
        </p:txBody>
      </p:sp>
      <p:pic>
        <p:nvPicPr>
          <p:cNvPr id="82" name="Line [Figma 9914:16764]" descr="Line. градиент в обводке">
            <a:extLst>
              <a:ext uri="{FF2B5EF4-FFF2-40B4-BE49-F238E27FC236}">
                <a16:creationId xmlns:a16="http://schemas.microsoft.com/office/drawing/2014/main" id="{C4FE02D0-EE44-4F28-B2E7-EBD1042B30D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6865" y="0"/>
            <a:ext cx="6350" cy="6857829"/>
          </a:xfrm>
          <a:prstGeom prst="rect">
            <a:avLst/>
          </a:prstGeom>
        </p:spPr>
      </p:pic>
      <p:pic>
        <p:nvPicPr>
          <p:cNvPr id="83" name="Vector [Figma 9914:16765]" descr="Vector. градиент в обводке">
            <a:extLst>
              <a:ext uri="{FF2B5EF4-FFF2-40B4-BE49-F238E27FC236}">
                <a16:creationId xmlns:a16="http://schemas.microsoft.com/office/drawing/2014/main" id="{0516C773-3744-4EA5-8E96-16FC2FE68CCC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82233" y="1684943"/>
            <a:ext cx="11893246" cy="4432189"/>
          </a:xfrm>
          <a:prstGeom prst="rect">
            <a:avLst/>
          </a:prstGeom>
        </p:spPr>
      </p:pic>
      <p:pic>
        <p:nvPicPr>
          <p:cNvPr id="88" name="Vector 33 [Figma 9914:16773]" descr="Vector 33. градиент в обводке">
            <a:extLst>
              <a:ext uri="{FF2B5EF4-FFF2-40B4-BE49-F238E27FC236}">
                <a16:creationId xmlns:a16="http://schemas.microsoft.com/office/drawing/2014/main" id="{4B23F869-159B-46E1-AA4D-093619C24638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12740" y="3930552"/>
            <a:ext cx="4076598" cy="6350"/>
          </a:xfrm>
          <a:prstGeom prst="rect">
            <a:avLst/>
          </a:prstGeom>
        </p:spPr>
      </p:pic>
      <p:pic>
        <p:nvPicPr>
          <p:cNvPr id="94" name="Vector 34 [Figma 9914:16777]" descr="Vector 34. градиент в обводке">
            <a:extLst>
              <a:ext uri="{FF2B5EF4-FFF2-40B4-BE49-F238E27FC236}">
                <a16:creationId xmlns:a16="http://schemas.microsoft.com/office/drawing/2014/main" id="{B93B64BA-F822-43DD-AEED-5ACCCC039406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12740" y="4660783"/>
            <a:ext cx="4076598" cy="6350"/>
          </a:xfrm>
          <a:prstGeom prst="rect">
            <a:avLst/>
          </a:prstGeom>
        </p:spPr>
      </p:pic>
      <p:pic>
        <p:nvPicPr>
          <p:cNvPr id="98" name="Vector 35 [Figma 9914:16781]" descr="Vector 35. градиент в обводке">
            <a:extLst>
              <a:ext uri="{FF2B5EF4-FFF2-40B4-BE49-F238E27FC236}">
                <a16:creationId xmlns:a16="http://schemas.microsoft.com/office/drawing/2014/main" id="{0CEE9480-05A3-4121-908E-221F44541922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12740" y="5391015"/>
            <a:ext cx="4076598" cy="6350"/>
          </a:xfrm>
          <a:prstGeom prst="rect">
            <a:avLst/>
          </a:prstGeom>
        </p:spPr>
      </p:pic>
      <p:pic>
        <p:nvPicPr>
          <p:cNvPr id="102" name="Vector 183 [Figma 9914:16791]" descr="Vector 183. отражение или наклон">
            <a:extLst>
              <a:ext uri="{FF2B5EF4-FFF2-40B4-BE49-F238E27FC236}">
                <a16:creationId xmlns:a16="http://schemas.microsoft.com/office/drawing/2014/main" id="{B1E52D53-4702-47EC-B7F4-0D8375FDBEE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0987" y="1698583"/>
            <a:ext cx="38099" cy="4429014"/>
          </a:xfrm>
          <a:prstGeom prst="rect">
            <a:avLst/>
          </a:prstGeom>
        </p:spPr>
      </p:pic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8300"/>
            <a:ext cx="7797810" cy="102870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solidFill>
                  <a:schemeClr val="bg1"/>
                </a:solidFill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Карточка + фото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CF15E343-C6BA-4E22-8A61-391DF55096AC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060424" y="3330063"/>
            <a:ext cx="4359305" cy="468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3" name="Текст 12">
            <a:extLst>
              <a:ext uri="{FF2B5EF4-FFF2-40B4-BE49-F238E27FC236}">
                <a16:creationId xmlns:a16="http://schemas.microsoft.com/office/drawing/2014/main" id="{AE93EA79-A89E-4703-AF26-01AFA548548E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060424" y="4072923"/>
            <a:ext cx="4359305" cy="468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4" name="Текст 12">
            <a:extLst>
              <a:ext uri="{FF2B5EF4-FFF2-40B4-BE49-F238E27FC236}">
                <a16:creationId xmlns:a16="http://schemas.microsoft.com/office/drawing/2014/main" id="{8FBFF8D3-43B4-4A6B-AE46-37069EAD23B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060424" y="4796804"/>
            <a:ext cx="4359305" cy="468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5" name="Текст 12">
            <a:extLst>
              <a:ext uri="{FF2B5EF4-FFF2-40B4-BE49-F238E27FC236}">
                <a16:creationId xmlns:a16="http://schemas.microsoft.com/office/drawing/2014/main" id="{A6F161CB-7A9F-4972-A85E-CC4405831874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064438" y="5519269"/>
            <a:ext cx="4359305" cy="4688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2" name="Текст 21">
            <a:extLst>
              <a:ext uri="{FF2B5EF4-FFF2-40B4-BE49-F238E27FC236}">
                <a16:creationId xmlns:a16="http://schemas.microsoft.com/office/drawing/2014/main" id="{0A348889-2100-4835-88BB-9885FBCC4EEE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523549" y="1815270"/>
            <a:ext cx="4900194" cy="120891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000"/>
              </a:lnSpc>
              <a:buNone/>
              <a:defRPr sz="18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>
                <a:effectLst/>
              </a:rPr>
              <a:t>Образец текста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07050105"/>
      </p:ext>
    </p:extLst>
  </p:cSld>
  <p:clrMapOvr>
    <a:masterClrMapping/>
  </p:clrMapOvr>
</p:sldLayout>
</file>

<file path=ppt/slideLayouts/slideLayout4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арточка + фото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74" y="370687"/>
            <a:ext cx="9154800" cy="49594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Карточка + фото</a:t>
            </a:r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4233B6F-F0ED-4FDE-B00E-BB76299C06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94C1B-C881-42F5-9B4F-0D613082994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F3D2157-8889-45C3-9EEB-E6CE7315C1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10" name="Текст 9">
            <a:extLst>
              <a:ext uri="{FF2B5EF4-FFF2-40B4-BE49-F238E27FC236}">
                <a16:creationId xmlns:a16="http://schemas.microsoft.com/office/drawing/2014/main" id="{E6694DAF-00CB-464F-9EBC-EC1E1AB02AF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1487" y="1520825"/>
            <a:ext cx="4159144" cy="7225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0" name="Текст 9">
            <a:extLst>
              <a:ext uri="{FF2B5EF4-FFF2-40B4-BE49-F238E27FC236}">
                <a16:creationId xmlns:a16="http://schemas.microsoft.com/office/drawing/2014/main" id="{8A1F07A6-16AD-4835-BEB6-BDA0505C89A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35495" y="2677928"/>
            <a:ext cx="3695136" cy="67054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1" name="Текст 9">
            <a:extLst>
              <a:ext uri="{FF2B5EF4-FFF2-40B4-BE49-F238E27FC236}">
                <a16:creationId xmlns:a16="http://schemas.microsoft.com/office/drawing/2014/main" id="{EC3027CD-D9D6-4DA2-B769-B4B3F01E221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035495" y="4621344"/>
            <a:ext cx="3695136" cy="67054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2" name="Текст 9">
            <a:extLst>
              <a:ext uri="{FF2B5EF4-FFF2-40B4-BE49-F238E27FC236}">
                <a16:creationId xmlns:a16="http://schemas.microsoft.com/office/drawing/2014/main" id="{5CD51459-1C3D-4520-AEB4-AEFB3FA003B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035495" y="3637928"/>
            <a:ext cx="3695136" cy="67054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3" name="Текст 9">
            <a:extLst>
              <a:ext uri="{FF2B5EF4-FFF2-40B4-BE49-F238E27FC236}">
                <a16:creationId xmlns:a16="http://schemas.microsoft.com/office/drawing/2014/main" id="{FCD68D12-BEF4-4CCE-8C01-222CCD85A23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034056" y="5553224"/>
            <a:ext cx="3695136" cy="67054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39891247"/>
      </p:ext>
    </p:extLst>
  </p:cSld>
  <p:clrMapOvr>
    <a:masterClrMapping/>
  </p:clrMapOvr>
</p:sldLayout>
</file>

<file path=ppt/slideLayouts/slideLayout4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Карточки с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74" y="370687"/>
            <a:ext cx="9154800" cy="49594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4 карточки с фотографией</a:t>
            </a:r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4233B6F-F0ED-4FDE-B00E-BB76299C06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94C1B-C881-42F5-9B4F-0D613082994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6"/>
          </p:nvPr>
        </p:nvSpPr>
        <p:spPr>
          <a:xfrm>
            <a:off x="1266539" y="5808840"/>
            <a:ext cx="3294031" cy="28619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80"/>
              </a:lnSpc>
              <a:buNone/>
              <a:defRPr sz="16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CA3DCF73-AF25-41C4-A36C-2F358E67AEC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66539" y="5469095"/>
            <a:ext cx="3294031" cy="33974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600"/>
              </a:lnSpc>
              <a:buNone/>
              <a:defRPr sz="22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9" name="Текст 2">
            <a:extLst>
              <a:ext uri="{FF2B5EF4-FFF2-40B4-BE49-F238E27FC236}">
                <a16:creationId xmlns:a16="http://schemas.microsoft.com/office/drawing/2014/main" id="{6E23A549-E498-499C-8C7F-E5A487D9DAF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02749" y="4566596"/>
            <a:ext cx="3294031" cy="28619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80"/>
              </a:lnSpc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0" name="Текст 9">
            <a:extLst>
              <a:ext uri="{FF2B5EF4-FFF2-40B4-BE49-F238E27FC236}">
                <a16:creationId xmlns:a16="http://schemas.microsoft.com/office/drawing/2014/main" id="{25561C5F-BF2C-4A56-B886-09CC1F7FD93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302749" y="4226851"/>
            <a:ext cx="3294031" cy="33974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600"/>
              </a:lnSpc>
              <a:buNone/>
              <a:defRPr sz="22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1" name="Текст 2">
            <a:extLst>
              <a:ext uri="{FF2B5EF4-FFF2-40B4-BE49-F238E27FC236}">
                <a16:creationId xmlns:a16="http://schemas.microsoft.com/office/drawing/2014/main" id="{19014ABF-9A06-4C13-9D8D-DCD5FD6D680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302749" y="3250665"/>
            <a:ext cx="3294031" cy="28619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80"/>
              </a:lnSpc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2" name="Текст 9">
            <a:extLst>
              <a:ext uri="{FF2B5EF4-FFF2-40B4-BE49-F238E27FC236}">
                <a16:creationId xmlns:a16="http://schemas.microsoft.com/office/drawing/2014/main" id="{9F3084B5-5E9F-48FF-9D39-3D5FA8E4DF3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302749" y="2910920"/>
            <a:ext cx="3294031" cy="33974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600"/>
              </a:lnSpc>
              <a:buNone/>
              <a:defRPr sz="22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3" name="Текст 2">
            <a:extLst>
              <a:ext uri="{FF2B5EF4-FFF2-40B4-BE49-F238E27FC236}">
                <a16:creationId xmlns:a16="http://schemas.microsoft.com/office/drawing/2014/main" id="{590EECC2-0E1E-43F6-9AA0-652156753E9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302749" y="2000830"/>
            <a:ext cx="3294031" cy="28619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80"/>
              </a:lnSpc>
              <a:buNone/>
              <a:defRPr sz="16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4" name="Текст 9">
            <a:extLst>
              <a:ext uri="{FF2B5EF4-FFF2-40B4-BE49-F238E27FC236}">
                <a16:creationId xmlns:a16="http://schemas.microsoft.com/office/drawing/2014/main" id="{1BAEB2DD-C1D4-4FDA-BA92-10B8FEAC9DD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302749" y="1661085"/>
            <a:ext cx="3294031" cy="33974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600"/>
              </a:lnSpc>
              <a:buNone/>
              <a:defRPr sz="22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95" name="Рисунок 94">
            <a:extLst>
              <a:ext uri="{FF2B5EF4-FFF2-40B4-BE49-F238E27FC236}">
                <a16:creationId xmlns:a16="http://schemas.microsoft.com/office/drawing/2014/main" id="{A9656323-3AFF-4509-9FDF-EBCB968AF1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198823"/>
      </p:ext>
    </p:extLst>
  </p:cSld>
  <p:clrMapOvr>
    <a:masterClrMapping/>
  </p:clrMapOvr>
</p:sldLayout>
</file>

<file path=ppt/slideLayouts/slideLayout4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Хайлайто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74" y="370687"/>
            <a:ext cx="9154800" cy="49594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6 </a:t>
            </a:r>
            <a:r>
              <a:rPr lang="ru-RU" dirty="0" err="1"/>
              <a:t>хайлайтов</a:t>
            </a:r>
            <a:endParaRPr lang="ru-RU" dirty="0"/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4233B6F-F0ED-4FDE-B00E-BB76299C06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94C1B-C881-42F5-9B4F-0D613082994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95" name="Рисунок 94">
            <a:extLst>
              <a:ext uri="{FF2B5EF4-FFF2-40B4-BE49-F238E27FC236}">
                <a16:creationId xmlns:a16="http://schemas.microsoft.com/office/drawing/2014/main" id="{A9656323-3AFF-4509-9FDF-EBCB968AF1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CD807739-A64F-4424-AD49-FD1013C8B51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4984" y="2852738"/>
            <a:ext cx="3217253" cy="75460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B7A6274A-585B-4415-AE09-65E0A87E658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4984" y="1594431"/>
            <a:ext cx="3217253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tx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9" name="Текст 7">
            <a:extLst>
              <a:ext uri="{FF2B5EF4-FFF2-40B4-BE49-F238E27FC236}">
                <a16:creationId xmlns:a16="http://schemas.microsoft.com/office/drawing/2014/main" id="{4EB7F2D8-4C7D-4BD0-B78F-58D33746B7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339456" y="2870923"/>
            <a:ext cx="3217253" cy="75460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0" name="Текст 10">
            <a:extLst>
              <a:ext uri="{FF2B5EF4-FFF2-40B4-BE49-F238E27FC236}">
                <a16:creationId xmlns:a16="http://schemas.microsoft.com/office/drawing/2014/main" id="{A82AD2AC-6E49-4A16-B707-9459544DFCA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339456" y="1612616"/>
            <a:ext cx="3217253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tx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31" name="Текст 7">
            <a:extLst>
              <a:ext uri="{FF2B5EF4-FFF2-40B4-BE49-F238E27FC236}">
                <a16:creationId xmlns:a16="http://schemas.microsoft.com/office/drawing/2014/main" id="{8FC0E4F3-942C-4FAD-BC61-021FE6A89E9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487219" y="2878017"/>
            <a:ext cx="3217253" cy="75460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5" name="Текст 7">
            <a:extLst>
              <a:ext uri="{FF2B5EF4-FFF2-40B4-BE49-F238E27FC236}">
                <a16:creationId xmlns:a16="http://schemas.microsoft.com/office/drawing/2014/main" id="{EA92D4CF-D500-4DA3-AD3E-3E9F123B093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34984" y="5389021"/>
            <a:ext cx="3217253" cy="75460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6" name="Текст 10">
            <a:extLst>
              <a:ext uri="{FF2B5EF4-FFF2-40B4-BE49-F238E27FC236}">
                <a16:creationId xmlns:a16="http://schemas.microsoft.com/office/drawing/2014/main" id="{550C9514-4E99-4CB3-A382-8A370A3A54F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4984" y="4168818"/>
            <a:ext cx="3217253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tx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7" name="Текст 7">
            <a:extLst>
              <a:ext uri="{FF2B5EF4-FFF2-40B4-BE49-F238E27FC236}">
                <a16:creationId xmlns:a16="http://schemas.microsoft.com/office/drawing/2014/main" id="{E8198F06-D331-426C-9AB4-3D10685682F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487219" y="5414300"/>
            <a:ext cx="3217253" cy="75460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3" name="Текст 10">
            <a:extLst>
              <a:ext uri="{FF2B5EF4-FFF2-40B4-BE49-F238E27FC236}">
                <a16:creationId xmlns:a16="http://schemas.microsoft.com/office/drawing/2014/main" id="{71AA2D4D-11C8-4161-B64E-CC53FF921FF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39455" y="4166944"/>
            <a:ext cx="3217253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tx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34" name="Текст 7">
            <a:extLst>
              <a:ext uri="{FF2B5EF4-FFF2-40B4-BE49-F238E27FC236}">
                <a16:creationId xmlns:a16="http://schemas.microsoft.com/office/drawing/2014/main" id="{49F209A8-C1B9-4E9D-9CB8-174DD984FAE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339454" y="5414300"/>
            <a:ext cx="3217253" cy="75460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505464219"/>
      </p:ext>
    </p:extLst>
  </p:cSld>
  <p:clrMapOvr>
    <a:masterClrMapping/>
  </p:clrMapOvr>
</p:sldLayout>
</file>

<file path=ppt/slideLayouts/slideLayout4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Хайлайто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74" y="370687"/>
            <a:ext cx="9154800" cy="49594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8 </a:t>
            </a:r>
            <a:r>
              <a:rPr lang="ru-RU" dirty="0" err="1"/>
              <a:t>хайлайтов</a:t>
            </a:r>
            <a:endParaRPr lang="ru-RU" dirty="0"/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4233B6F-F0ED-4FDE-B00E-BB76299C06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94C1B-C881-42F5-9B4F-0D613082994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95" name="Рисунок 94">
            <a:extLst>
              <a:ext uri="{FF2B5EF4-FFF2-40B4-BE49-F238E27FC236}">
                <a16:creationId xmlns:a16="http://schemas.microsoft.com/office/drawing/2014/main" id="{A9656323-3AFF-4509-9FDF-EBCB968AF1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CD807739-A64F-4424-AD49-FD1013C8B51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0913" y="2883694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B7A6274A-585B-4415-AE09-65E0A87E658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0914" y="1594431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tx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0" name="Текст 7">
            <a:extLst>
              <a:ext uri="{FF2B5EF4-FFF2-40B4-BE49-F238E27FC236}">
                <a16:creationId xmlns:a16="http://schemas.microsoft.com/office/drawing/2014/main" id="{F0DC95EC-5517-467C-AE67-7E83BE90717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70321" y="2876894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1" name="Текст 10">
            <a:extLst>
              <a:ext uri="{FF2B5EF4-FFF2-40B4-BE49-F238E27FC236}">
                <a16:creationId xmlns:a16="http://schemas.microsoft.com/office/drawing/2014/main" id="{37A466F8-71C9-4A91-BA3D-B9E3BD286B9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70322" y="1587631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tx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4" name="Текст 7">
            <a:extLst>
              <a:ext uri="{FF2B5EF4-FFF2-40B4-BE49-F238E27FC236}">
                <a16:creationId xmlns:a16="http://schemas.microsoft.com/office/drawing/2014/main" id="{A2DA16A6-FDEA-4429-ACAF-53E78C18C19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253537" y="2879332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5" name="Текст 10">
            <a:extLst>
              <a:ext uri="{FF2B5EF4-FFF2-40B4-BE49-F238E27FC236}">
                <a16:creationId xmlns:a16="http://schemas.microsoft.com/office/drawing/2014/main" id="{D327448E-F295-4028-8E1F-2C44634BA90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53538" y="1590069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tx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6" name="Текст 7">
            <a:extLst>
              <a:ext uri="{FF2B5EF4-FFF2-40B4-BE49-F238E27FC236}">
                <a16:creationId xmlns:a16="http://schemas.microsoft.com/office/drawing/2014/main" id="{423885F1-3974-46C9-A2CA-FCD1C92FCAB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72483" y="2890089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8" name="Текст 7">
            <a:extLst>
              <a:ext uri="{FF2B5EF4-FFF2-40B4-BE49-F238E27FC236}">
                <a16:creationId xmlns:a16="http://schemas.microsoft.com/office/drawing/2014/main" id="{47EBB76D-A6DF-47A2-8DCA-E6098A1A170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80912" y="5448259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9" name="Текст 10">
            <a:extLst>
              <a:ext uri="{FF2B5EF4-FFF2-40B4-BE49-F238E27FC236}">
                <a16:creationId xmlns:a16="http://schemas.microsoft.com/office/drawing/2014/main" id="{A44B0261-AE2F-4624-AC82-A11684FA57F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80913" y="4158996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tx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70" name="Текст 7">
            <a:extLst>
              <a:ext uri="{FF2B5EF4-FFF2-40B4-BE49-F238E27FC236}">
                <a16:creationId xmlns:a16="http://schemas.microsoft.com/office/drawing/2014/main" id="{2ABAC517-C841-4A72-B9AA-3842E5B01E2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370320" y="5441459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1" name="Текст 10">
            <a:extLst>
              <a:ext uri="{FF2B5EF4-FFF2-40B4-BE49-F238E27FC236}">
                <a16:creationId xmlns:a16="http://schemas.microsoft.com/office/drawing/2014/main" id="{7415B901-7FE0-4392-905F-6B54291427C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370321" y="4152196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tx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73" name="Текст 7">
            <a:extLst>
              <a:ext uri="{FF2B5EF4-FFF2-40B4-BE49-F238E27FC236}">
                <a16:creationId xmlns:a16="http://schemas.microsoft.com/office/drawing/2014/main" id="{3F636F65-6BF2-4C06-8E5F-CF38242B3E5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253536" y="5443897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10">
            <a:extLst>
              <a:ext uri="{FF2B5EF4-FFF2-40B4-BE49-F238E27FC236}">
                <a16:creationId xmlns:a16="http://schemas.microsoft.com/office/drawing/2014/main" id="{CF1D5F14-A3C2-4697-8551-E571D4B0944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253537" y="4154634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tx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76" name="Текст 7">
            <a:extLst>
              <a:ext uri="{FF2B5EF4-FFF2-40B4-BE49-F238E27FC236}">
                <a16:creationId xmlns:a16="http://schemas.microsoft.com/office/drawing/2014/main" id="{A70DF76E-5D5B-4ADF-8B4E-1B1C51D92B4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472482" y="5454654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469010520"/>
      </p:ext>
    </p:extLst>
  </p:cSld>
  <p:clrMapOvr>
    <a:masterClrMapping/>
  </p:clrMapOvr>
</p:sldLayout>
</file>

<file path=ppt/slideLayouts/slideLayout4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арточка и 6 Хайлайто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74" y="370687"/>
            <a:ext cx="9154800" cy="49594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Карточка и 6 </a:t>
            </a:r>
            <a:r>
              <a:rPr lang="ru-RU" dirty="0" err="1"/>
              <a:t>хайлайтов</a:t>
            </a:r>
            <a:endParaRPr lang="ru-RU" dirty="0"/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4233B6F-F0ED-4FDE-B00E-BB76299C06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94C1B-C881-42F5-9B4F-0D613082994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95" name="Рисунок 94">
            <a:extLst>
              <a:ext uri="{FF2B5EF4-FFF2-40B4-BE49-F238E27FC236}">
                <a16:creationId xmlns:a16="http://schemas.microsoft.com/office/drawing/2014/main" id="{A9656323-3AFF-4509-9FDF-EBCB968AF1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CD807739-A64F-4424-AD49-FD1013C8B51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0913" y="2384072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B7A6274A-585B-4415-AE09-65E0A87E658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0914" y="1594431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0" name="Текст 7">
            <a:extLst>
              <a:ext uri="{FF2B5EF4-FFF2-40B4-BE49-F238E27FC236}">
                <a16:creationId xmlns:a16="http://schemas.microsoft.com/office/drawing/2014/main" id="{F0DC95EC-5517-467C-AE67-7E83BE90717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70321" y="2876894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1" name="Текст 10">
            <a:extLst>
              <a:ext uri="{FF2B5EF4-FFF2-40B4-BE49-F238E27FC236}">
                <a16:creationId xmlns:a16="http://schemas.microsoft.com/office/drawing/2014/main" id="{37A466F8-71C9-4A91-BA3D-B9E3BD286B9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70322" y="1587631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tx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4" name="Текст 7">
            <a:extLst>
              <a:ext uri="{FF2B5EF4-FFF2-40B4-BE49-F238E27FC236}">
                <a16:creationId xmlns:a16="http://schemas.microsoft.com/office/drawing/2014/main" id="{A2DA16A6-FDEA-4429-ACAF-53E78C18C19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253537" y="2879332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5" name="Текст 10">
            <a:extLst>
              <a:ext uri="{FF2B5EF4-FFF2-40B4-BE49-F238E27FC236}">
                <a16:creationId xmlns:a16="http://schemas.microsoft.com/office/drawing/2014/main" id="{D327448E-F295-4028-8E1F-2C44634BA90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53538" y="1590069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tx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6" name="Текст 7">
            <a:extLst>
              <a:ext uri="{FF2B5EF4-FFF2-40B4-BE49-F238E27FC236}">
                <a16:creationId xmlns:a16="http://schemas.microsoft.com/office/drawing/2014/main" id="{423885F1-3974-46C9-A2CA-FCD1C92FCAB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72483" y="2890089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0" name="Текст 7">
            <a:extLst>
              <a:ext uri="{FF2B5EF4-FFF2-40B4-BE49-F238E27FC236}">
                <a16:creationId xmlns:a16="http://schemas.microsoft.com/office/drawing/2014/main" id="{2ABAC517-C841-4A72-B9AA-3842E5B01E2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370320" y="5441459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1" name="Текст 10">
            <a:extLst>
              <a:ext uri="{FF2B5EF4-FFF2-40B4-BE49-F238E27FC236}">
                <a16:creationId xmlns:a16="http://schemas.microsoft.com/office/drawing/2014/main" id="{7415B901-7FE0-4392-905F-6B54291427C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370321" y="4152196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tx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73" name="Текст 7">
            <a:extLst>
              <a:ext uri="{FF2B5EF4-FFF2-40B4-BE49-F238E27FC236}">
                <a16:creationId xmlns:a16="http://schemas.microsoft.com/office/drawing/2014/main" id="{3F636F65-6BF2-4C06-8E5F-CF38242B3E5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253536" y="5443897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10">
            <a:extLst>
              <a:ext uri="{FF2B5EF4-FFF2-40B4-BE49-F238E27FC236}">
                <a16:creationId xmlns:a16="http://schemas.microsoft.com/office/drawing/2014/main" id="{CF1D5F14-A3C2-4697-8551-E571D4B0944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253537" y="4154634"/>
            <a:ext cx="2357547" cy="57312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400" spc="-600" baseline="0">
                <a:solidFill>
                  <a:schemeClr val="tx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76" name="Текст 7">
            <a:extLst>
              <a:ext uri="{FF2B5EF4-FFF2-40B4-BE49-F238E27FC236}">
                <a16:creationId xmlns:a16="http://schemas.microsoft.com/office/drawing/2014/main" id="{A70DF76E-5D5B-4ADF-8B4E-1B1C51D92B4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472482" y="5454654"/>
            <a:ext cx="2357549" cy="7236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720466330"/>
      </p:ext>
    </p:extLst>
  </p:cSld>
  <p:clrMapOvr>
    <a:masterClrMapping/>
  </p:clrMapOvr>
</p:sldLayout>
</file>

<file path=ppt/slideLayouts/slideLayout4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Мокап ноутбу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3">
            <a:extLst>
              <a:ext uri="{FF2B5EF4-FFF2-40B4-BE49-F238E27FC236}">
                <a16:creationId xmlns:a16="http://schemas.microsoft.com/office/drawing/2014/main" id="{8A045B24-92F6-4E9D-B850-65F1620CB28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77501"/>
            <a:ext cx="9154800" cy="495624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2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 err="1"/>
              <a:t>Мокап</a:t>
            </a:r>
            <a:r>
              <a:rPr lang="ru-RU" dirty="0"/>
              <a:t> ноутбука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6"/>
          </p:nvPr>
        </p:nvSpPr>
        <p:spPr>
          <a:xfrm>
            <a:off x="571485" y="2472606"/>
            <a:ext cx="4076597" cy="53816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440"/>
              </a:lnSpc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5" name="Текст 2"/>
          <p:cNvSpPr>
            <a:spLocks noGrp="1"/>
          </p:cNvSpPr>
          <p:nvPr>
            <p:ph type="body" sz="quarter" idx="17"/>
          </p:nvPr>
        </p:nvSpPr>
        <p:spPr>
          <a:xfrm>
            <a:off x="571487" y="3115532"/>
            <a:ext cx="4076598" cy="53816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440"/>
              </a:lnSpc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20"/>
          </p:nvPr>
        </p:nvSpPr>
        <p:spPr>
          <a:xfrm>
            <a:off x="1073123" y="1547576"/>
            <a:ext cx="3574959" cy="46791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Номер слайда 4">
            <a:extLst>
              <a:ext uri="{FF2B5EF4-FFF2-40B4-BE49-F238E27FC236}">
                <a16:creationId xmlns:a16="http://schemas.microsoft.com/office/drawing/2014/main" id="{15898042-DD2A-4A1C-8E4F-A38FFDF3D34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4FA5F9-3777-43AA-8E5A-9BAC1BCBECEA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5FB2A88-F839-4508-B107-B1B544FE62C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FFFEFD52-8584-445E-A0FE-19D83C464DF9}"/>
              </a:ext>
            </a:extLst>
          </p:cNvPr>
          <p:cNvGrpSpPr/>
          <p:nvPr userDrawn="1"/>
        </p:nvGrpSpPr>
        <p:grpSpPr>
          <a:xfrm>
            <a:off x="572441" y="1569375"/>
            <a:ext cx="402080" cy="402083"/>
            <a:chOff x="572441" y="1569375"/>
            <a:chExt cx="402080" cy="402083"/>
          </a:xfrm>
          <a:solidFill>
            <a:schemeClr val="bg1"/>
          </a:solidFill>
        </p:grpSpPr>
        <p:pic>
          <p:nvPicPr>
            <p:cNvPr id="15" name="Star 3 (Stroke) [Figma I9043:6482;7965:11807]" descr="Star 3 (Stroke). векторный контур">
              <a:extLst>
                <a:ext uri="{FF2B5EF4-FFF2-40B4-BE49-F238E27FC236}">
                  <a16:creationId xmlns:a16="http://schemas.microsoft.com/office/drawing/2014/main" id="{44964070-59F1-4A77-A25E-0A5B18AAEF8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2441" y="1569375"/>
              <a:ext cx="402080" cy="402083"/>
            </a:xfrm>
            <a:prstGeom prst="rect">
              <a:avLst/>
            </a:prstGeom>
          </p:spPr>
        </p:pic>
        <p:pic>
          <p:nvPicPr>
            <p:cNvPr id="18" name="Vector 32 (Stroke) [Figma I9043:6482;7965:11808]" descr="Vector 32 (Stroke). векторный контур">
              <a:extLst>
                <a:ext uri="{FF2B5EF4-FFF2-40B4-BE49-F238E27FC236}">
                  <a16:creationId xmlns:a16="http://schemas.microsoft.com/office/drawing/2014/main" id="{DEB95949-E452-43BE-82EC-A71AF497B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96027" y="1714389"/>
              <a:ext cx="153252" cy="1128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99337944"/>
      </p:ext>
    </p:extLst>
  </p:cSld>
  <p:clrMapOvr>
    <a:masterClrMapping/>
  </p:clrMapOvr>
</p:sldLayout>
</file>

<file path=ppt/slideLayouts/slideLayout4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телефон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77501"/>
            <a:ext cx="9154800" cy="495624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 err="1"/>
              <a:t>Мокап</a:t>
            </a:r>
            <a:r>
              <a:rPr lang="ru-RU" dirty="0"/>
              <a:t> телефона</a:t>
            </a:r>
          </a:p>
        </p:txBody>
      </p:sp>
      <p:sp>
        <p:nvSpPr>
          <p:cNvPr id="16" name="Номер слайда 4">
            <a:extLst>
              <a:ext uri="{FF2B5EF4-FFF2-40B4-BE49-F238E27FC236}">
                <a16:creationId xmlns:a16="http://schemas.microsoft.com/office/drawing/2014/main" id="{15898042-DD2A-4A1C-8E4F-A38FFDF3D34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4FA5F9-3777-43AA-8E5A-9BAC1BCBECEA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5FB2A88-F839-4508-B107-B1B544FE62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pic>
        <p:nvPicPr>
          <p:cNvPr id="25" name="Image [Figma 9931:17643]" descr="Image. картинка в заливке">
            <a:extLst>
              <a:ext uri="{FF2B5EF4-FFF2-40B4-BE49-F238E27FC236}">
                <a16:creationId xmlns:a16="http://schemas.microsoft.com/office/drawing/2014/main" id="{93629BEF-A849-4854-9633-9ECC0798B3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911902" y="1060423"/>
            <a:ext cx="3743554" cy="5797405"/>
          </a:xfrm>
          <a:prstGeom prst="rect">
            <a:avLst/>
          </a:prstGeom>
        </p:spPr>
      </p:pic>
      <p:pic>
        <p:nvPicPr>
          <p:cNvPr id="27" name="Vector [Figma I9887:52703;7965:11868]" descr="Vector. векторный контур">
            <a:extLst>
              <a:ext uri="{FF2B5EF4-FFF2-40B4-BE49-F238E27FC236}">
                <a16:creationId xmlns:a16="http://schemas.microsoft.com/office/drawing/2014/main" id="{2CD2F846-2E3E-4392-8528-F0AA49F1A76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2641" y="1569378"/>
            <a:ext cx="281787" cy="402074"/>
          </a:xfrm>
          <a:prstGeom prst="rect">
            <a:avLst/>
          </a:prstGeom>
        </p:spPr>
      </p:pic>
      <p:pic>
        <p:nvPicPr>
          <p:cNvPr id="28" name="Vector [Figma I9887:52703;7965:11869]" descr="Vector. векторный контур">
            <a:extLst>
              <a:ext uri="{FF2B5EF4-FFF2-40B4-BE49-F238E27FC236}">
                <a16:creationId xmlns:a16="http://schemas.microsoft.com/office/drawing/2014/main" id="{AE304174-9AD5-42E9-8644-B14BCE74A99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3500" y="1640219"/>
            <a:ext cx="140069" cy="141706"/>
          </a:xfrm>
          <a:prstGeom prst="rect">
            <a:avLst/>
          </a:prstGeom>
        </p:spPr>
      </p:pic>
      <p:sp>
        <p:nvSpPr>
          <p:cNvPr id="3" name="Текст 2"/>
          <p:cNvSpPr>
            <a:spLocks noGrp="1"/>
          </p:cNvSpPr>
          <p:nvPr>
            <p:ph type="body" sz="quarter" idx="16"/>
          </p:nvPr>
        </p:nvSpPr>
        <p:spPr>
          <a:xfrm>
            <a:off x="3354659" y="3362324"/>
            <a:ext cx="3757163" cy="115517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440"/>
              </a:lnSpc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6" name="Текст 2">
            <a:extLst>
              <a:ext uri="{FF2B5EF4-FFF2-40B4-BE49-F238E27FC236}">
                <a16:creationId xmlns:a16="http://schemas.microsoft.com/office/drawing/2014/main" id="{6B013C60-93D8-44DC-858E-8387466D836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54659" y="1618313"/>
            <a:ext cx="3757163" cy="115517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ts val="1440"/>
              </a:lnSpc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8" name="Текст 57">
            <a:extLst>
              <a:ext uri="{FF2B5EF4-FFF2-40B4-BE49-F238E27FC236}">
                <a16:creationId xmlns:a16="http://schemas.microsoft.com/office/drawing/2014/main" id="{1F5ED31E-860B-4826-B915-E653D2F138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892453" y="5046827"/>
            <a:ext cx="3219369" cy="3280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1" name="Текст 60">
            <a:extLst>
              <a:ext uri="{FF2B5EF4-FFF2-40B4-BE49-F238E27FC236}">
                <a16:creationId xmlns:a16="http://schemas.microsoft.com/office/drawing/2014/main" id="{422F794A-FCF2-455B-B8FC-530D901EF6F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54659" y="5034894"/>
            <a:ext cx="537794" cy="340024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ts val="3200"/>
              </a:lnSpc>
              <a:buNone/>
              <a:defRPr kern="200" spc="-200" baseline="0">
                <a:solidFill>
                  <a:schemeClr val="accent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3" name="Текст 57">
            <a:extLst>
              <a:ext uri="{FF2B5EF4-FFF2-40B4-BE49-F238E27FC236}">
                <a16:creationId xmlns:a16="http://schemas.microsoft.com/office/drawing/2014/main" id="{7B65048F-4EB2-4548-9A06-112B5DD7A60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892453" y="5511138"/>
            <a:ext cx="3219369" cy="3280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4" name="Текст 60">
            <a:extLst>
              <a:ext uri="{FF2B5EF4-FFF2-40B4-BE49-F238E27FC236}">
                <a16:creationId xmlns:a16="http://schemas.microsoft.com/office/drawing/2014/main" id="{59697712-5A49-4B1A-AAB3-6A9C71C480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354659" y="5499205"/>
            <a:ext cx="537794" cy="340024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ts val="3200"/>
              </a:lnSpc>
              <a:buNone/>
              <a:defRPr kern="200" spc="-200" baseline="0">
                <a:solidFill>
                  <a:schemeClr val="accent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68" name="Текст 57">
            <a:extLst>
              <a:ext uri="{FF2B5EF4-FFF2-40B4-BE49-F238E27FC236}">
                <a16:creationId xmlns:a16="http://schemas.microsoft.com/office/drawing/2014/main" id="{4F3B7DC6-9CBE-45BB-AD41-70260203EC0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64805" y="2518961"/>
            <a:ext cx="2419621" cy="3280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57">
            <a:extLst>
              <a:ext uri="{FF2B5EF4-FFF2-40B4-BE49-F238E27FC236}">
                <a16:creationId xmlns:a16="http://schemas.microsoft.com/office/drawing/2014/main" id="{5EE92B83-90FE-4A4F-9A6F-76DCECCEE4C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110832" y="1704177"/>
            <a:ext cx="1879206" cy="4546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2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57">
            <a:extLst>
              <a:ext uri="{FF2B5EF4-FFF2-40B4-BE49-F238E27FC236}">
                <a16:creationId xmlns:a16="http://schemas.microsoft.com/office/drawing/2014/main" id="{0A2E724E-D062-4523-B125-8C6DFE0027A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64804" y="3273240"/>
            <a:ext cx="2425233" cy="4546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2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57">
            <a:extLst>
              <a:ext uri="{FF2B5EF4-FFF2-40B4-BE49-F238E27FC236}">
                <a16:creationId xmlns:a16="http://schemas.microsoft.com/office/drawing/2014/main" id="{5D7377E8-D22E-433B-82E2-FFE0FF2FBB1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4804" y="4259057"/>
            <a:ext cx="2419621" cy="3280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57">
            <a:extLst>
              <a:ext uri="{FF2B5EF4-FFF2-40B4-BE49-F238E27FC236}">
                <a16:creationId xmlns:a16="http://schemas.microsoft.com/office/drawing/2014/main" id="{7861D39B-BE95-41D3-B447-CAD71A76EB8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64804" y="4975410"/>
            <a:ext cx="2425233" cy="4546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2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57">
            <a:extLst>
              <a:ext uri="{FF2B5EF4-FFF2-40B4-BE49-F238E27FC236}">
                <a16:creationId xmlns:a16="http://schemas.microsoft.com/office/drawing/2014/main" id="{C401CE22-C242-4778-94AF-36C9A7E7EC0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64804" y="5961227"/>
            <a:ext cx="2419621" cy="3280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971950578"/>
      </p:ext>
    </p:extLst>
  </p:cSld>
  <p:clrMapOvr>
    <a:masterClrMapping/>
  </p:clrMapOvr>
</p:sldLayout>
</file>

<file path=ppt/slideLayouts/slideLayout4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фото и текстом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Текст 3"/>
          <p:cNvSpPr>
            <a:spLocks noGrp="1"/>
          </p:cNvSpPr>
          <p:nvPr>
            <p:ph type="body" sz="quarter" idx="14"/>
          </p:nvPr>
        </p:nvSpPr>
        <p:spPr>
          <a:xfrm>
            <a:off x="545928" y="1537086"/>
            <a:ext cx="5295897" cy="198809"/>
          </a:xfrm>
          <a:prstGeom prst="rect">
            <a:avLst/>
          </a:prstGeom>
        </p:spPr>
        <p:txBody>
          <a:bodyPr lIns="0" tIns="0" rIns="0" bIns="0"/>
          <a:lstStyle>
            <a:lvl1pPr marL="0" indent="0" defTabSz="900000">
              <a:lnSpc>
                <a:spcPts val="1680"/>
              </a:lnSpc>
              <a:buNone/>
              <a:defRPr sz="1400" cap="all" baseline="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74" y="370687"/>
            <a:ext cx="9154800" cy="49594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Слайд с фото и текстом (1)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6"/>
          </p:nvPr>
        </p:nvSpPr>
        <p:spPr>
          <a:xfrm>
            <a:off x="1104900" y="2243341"/>
            <a:ext cx="4736954" cy="604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Текст 2"/>
          <p:cNvSpPr>
            <a:spLocks noGrp="1"/>
          </p:cNvSpPr>
          <p:nvPr>
            <p:ph type="body" sz="quarter" idx="17"/>
          </p:nvPr>
        </p:nvSpPr>
        <p:spPr>
          <a:xfrm>
            <a:off x="1104900" y="3057947"/>
            <a:ext cx="4736954" cy="604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5" name="Текст 2"/>
          <p:cNvSpPr>
            <a:spLocks noGrp="1"/>
          </p:cNvSpPr>
          <p:nvPr>
            <p:ph type="body" sz="quarter" idx="18"/>
          </p:nvPr>
        </p:nvSpPr>
        <p:spPr>
          <a:xfrm>
            <a:off x="1104872" y="3887209"/>
            <a:ext cx="4736954" cy="604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6" name="Текст 2"/>
          <p:cNvSpPr>
            <a:spLocks noGrp="1"/>
          </p:cNvSpPr>
          <p:nvPr>
            <p:ph type="body" sz="quarter" idx="19"/>
          </p:nvPr>
        </p:nvSpPr>
        <p:spPr>
          <a:xfrm>
            <a:off x="1104872" y="4723900"/>
            <a:ext cx="4736954" cy="604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4233B6F-F0ED-4FDE-B00E-BB76299C06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94C1B-C881-42F5-9B4F-0D613082994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F3D2157-8889-45C3-9EEB-E6CE7315C1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62648"/>
      </p:ext>
    </p:extLst>
  </p:cSld>
  <p:clrMapOvr>
    <a:masterClrMapping/>
  </p:clrMapOvr>
</p:sldLayout>
</file>

<file path=ppt/slideLayouts/slideLayout4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фото и текстом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Текст 3"/>
          <p:cNvSpPr>
            <a:spLocks noGrp="1"/>
          </p:cNvSpPr>
          <p:nvPr>
            <p:ph type="body" sz="quarter" idx="14"/>
          </p:nvPr>
        </p:nvSpPr>
        <p:spPr>
          <a:xfrm>
            <a:off x="6341891" y="1537086"/>
            <a:ext cx="5295897" cy="198809"/>
          </a:xfrm>
          <a:prstGeom prst="rect">
            <a:avLst/>
          </a:prstGeom>
        </p:spPr>
        <p:txBody>
          <a:bodyPr lIns="0" tIns="0" rIns="0" bIns="0"/>
          <a:lstStyle>
            <a:lvl1pPr marL="0" indent="0" defTabSz="900000">
              <a:lnSpc>
                <a:spcPts val="1680"/>
              </a:lnSpc>
              <a:buNone/>
              <a:defRPr sz="1400" cap="all" baseline="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74" y="370687"/>
            <a:ext cx="9154800" cy="49594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Слайд с фото и текстом (2)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6"/>
          </p:nvPr>
        </p:nvSpPr>
        <p:spPr>
          <a:xfrm>
            <a:off x="6900863" y="2243341"/>
            <a:ext cx="4736954" cy="604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Текст 2"/>
          <p:cNvSpPr>
            <a:spLocks noGrp="1"/>
          </p:cNvSpPr>
          <p:nvPr>
            <p:ph type="body" sz="quarter" idx="17"/>
          </p:nvPr>
        </p:nvSpPr>
        <p:spPr>
          <a:xfrm>
            <a:off x="6900863" y="3057947"/>
            <a:ext cx="4736954" cy="604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5" name="Текст 2"/>
          <p:cNvSpPr>
            <a:spLocks noGrp="1"/>
          </p:cNvSpPr>
          <p:nvPr>
            <p:ph type="body" sz="quarter" idx="18"/>
          </p:nvPr>
        </p:nvSpPr>
        <p:spPr>
          <a:xfrm>
            <a:off x="6900835" y="3887209"/>
            <a:ext cx="4736954" cy="604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6" name="Текст 2"/>
          <p:cNvSpPr>
            <a:spLocks noGrp="1"/>
          </p:cNvSpPr>
          <p:nvPr>
            <p:ph type="body" sz="quarter" idx="19"/>
          </p:nvPr>
        </p:nvSpPr>
        <p:spPr>
          <a:xfrm>
            <a:off x="6900835" y="4723900"/>
            <a:ext cx="4736954" cy="6046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4233B6F-F0ED-4FDE-B00E-BB76299C06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94C1B-C881-42F5-9B4F-0D613082994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F3D2157-8889-45C3-9EEB-E6CE7315C1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584080"/>
      </p:ext>
    </p:extLst>
  </p:cSld>
  <p:clrMapOvr>
    <a:masterClrMapping/>
  </p:clrMapOvr>
</p:sldLayout>
</file>

<file path=ppt/slideLayouts/slideLayout4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474" y="370687"/>
            <a:ext cx="9154800" cy="495940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таблица</a:t>
            </a:r>
          </a:p>
        </p:txBody>
      </p:sp>
      <p:sp>
        <p:nvSpPr>
          <p:cNvPr id="14" name="Номер слайда 6">
            <a:extLst>
              <a:ext uri="{FF2B5EF4-FFF2-40B4-BE49-F238E27FC236}">
                <a16:creationId xmlns:a16="http://schemas.microsoft.com/office/drawing/2014/main" id="{B4233B6F-F0ED-4FDE-B00E-BB76299C06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794C1B-C881-42F5-9B4F-0D613082994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F3D2157-8889-45C3-9EEB-E6CE7315C1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636277"/>
      </p:ext>
    </p:extLst>
  </p:cSld>
  <p:clrMapOvr>
    <a:masterClrMapping/>
  </p:clrMapOvr>
</p:sldLayout>
</file>

<file path=ppt/slideLayouts/slideLayout4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 с текстом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3970"/>
            <a:ext cx="9154800" cy="501974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Таблица с текстом (1)</a:t>
            </a:r>
          </a:p>
        </p:txBody>
      </p:sp>
      <p:sp>
        <p:nvSpPr>
          <p:cNvPr id="78" name="Текст 2"/>
          <p:cNvSpPr>
            <a:spLocks noGrp="1"/>
          </p:cNvSpPr>
          <p:nvPr>
            <p:ph type="body" sz="quarter" idx="11"/>
          </p:nvPr>
        </p:nvSpPr>
        <p:spPr>
          <a:xfrm>
            <a:off x="888978" y="5508219"/>
            <a:ext cx="5902347" cy="20796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5"/>
          <p:cNvSpPr>
            <a:spLocks noGrp="1"/>
          </p:cNvSpPr>
          <p:nvPr>
            <p:ph type="body" sz="quarter" idx="12"/>
          </p:nvPr>
        </p:nvSpPr>
        <p:spPr>
          <a:xfrm>
            <a:off x="574465" y="5824874"/>
            <a:ext cx="6216860" cy="3619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endParaRPr lang="ru-RU" dirty="0"/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0579E37A-7661-4F26-BB2D-B8CBF9E12B0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8BFF49-1386-448F-814C-A895F3F8CA69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9A0124F-DA40-4B94-AAAA-E47280653E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320586"/>
      </p:ext>
    </p:extLst>
  </p:cSld>
  <p:clrMapOvr>
    <a:masterClrMapping/>
  </p:clrMapOvr>
</p:sldLayout>
</file>

<file path=ppt/slideLayouts/slideLayout4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 с текстом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63970"/>
            <a:ext cx="9154800" cy="501974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Таблица с текстом (2)</a:t>
            </a:r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0579E37A-7661-4F26-BB2D-B8CBF9E12B0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8BFF49-1386-448F-814C-A895F3F8CA69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9A0124F-DA40-4B94-AAAA-E47280653E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09A0BC01-4933-4B1F-9948-F60ED78AF7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271000" y="2449830"/>
            <a:ext cx="2285711" cy="366522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00"/>
              </a:lnSpc>
              <a:buNone/>
              <a:defRPr sz="12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1E07E58-B2CE-44C2-BAE3-E988EDAE1AD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271000" y="1536925"/>
            <a:ext cx="2285711" cy="71325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200" spc="-2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394616671"/>
      </p:ext>
    </p:extLst>
  </p:cSld>
  <p:clrMapOvr>
    <a:masterClrMapping/>
  </p:clrMapOvr>
</p:sldLayout>
</file>

<file path=ppt/slideLayouts/slideLayout4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руктурная схема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Структурная схема (1)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1829FBE-BA79-4C38-8507-4F3D32298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82" name="Текст 2"/>
          <p:cNvSpPr>
            <a:spLocks noGrp="1"/>
          </p:cNvSpPr>
          <p:nvPr>
            <p:ph type="body" sz="quarter" idx="16"/>
          </p:nvPr>
        </p:nvSpPr>
        <p:spPr>
          <a:xfrm>
            <a:off x="933427" y="3783684"/>
            <a:ext cx="1831473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3" name="Текст 5"/>
          <p:cNvSpPr>
            <a:spLocks noGrp="1"/>
          </p:cNvSpPr>
          <p:nvPr>
            <p:ph type="body" sz="quarter" idx="17"/>
          </p:nvPr>
        </p:nvSpPr>
        <p:spPr>
          <a:xfrm>
            <a:off x="560292" y="4174448"/>
            <a:ext cx="2260543" cy="7441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1"/>
          </p:nvPr>
        </p:nvSpPr>
        <p:spPr>
          <a:xfrm>
            <a:off x="571486" y="2392615"/>
            <a:ext cx="5200520" cy="5410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endParaRPr lang="ru-RU" dirty="0"/>
          </a:p>
        </p:txBody>
      </p:sp>
      <p:sp>
        <p:nvSpPr>
          <p:cNvPr id="34" name="Текст 2"/>
          <p:cNvSpPr>
            <a:spLocks noGrp="1"/>
          </p:cNvSpPr>
          <p:nvPr>
            <p:ph type="body" sz="quarter" idx="24"/>
          </p:nvPr>
        </p:nvSpPr>
        <p:spPr>
          <a:xfrm>
            <a:off x="571486" y="2041741"/>
            <a:ext cx="5200520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1" name="Текст 5">
            <a:extLst>
              <a:ext uri="{FF2B5EF4-FFF2-40B4-BE49-F238E27FC236}">
                <a16:creationId xmlns:a16="http://schemas.microsoft.com/office/drawing/2014/main" id="{4DF0A25E-588C-4635-BC04-9183459F797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419994" y="2392615"/>
            <a:ext cx="5200520" cy="5410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tx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endParaRPr lang="ru-RU" dirty="0"/>
          </a:p>
        </p:txBody>
      </p:sp>
      <p:sp>
        <p:nvSpPr>
          <p:cNvPr id="42" name="Текст 2">
            <a:extLst>
              <a:ext uri="{FF2B5EF4-FFF2-40B4-BE49-F238E27FC236}">
                <a16:creationId xmlns:a16="http://schemas.microsoft.com/office/drawing/2014/main" id="{43EEE1BC-4EA4-43F5-BEA9-3F9BE8263A1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19994" y="2041741"/>
            <a:ext cx="5200520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8" name="Текст 2">
            <a:extLst>
              <a:ext uri="{FF2B5EF4-FFF2-40B4-BE49-F238E27FC236}">
                <a16:creationId xmlns:a16="http://schemas.microsoft.com/office/drawing/2014/main" id="{811D7049-6400-48E1-87D8-698C59FB6FD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036219" y="3783684"/>
            <a:ext cx="1679852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9" name="Текст 5">
            <a:extLst>
              <a:ext uri="{FF2B5EF4-FFF2-40B4-BE49-F238E27FC236}">
                <a16:creationId xmlns:a16="http://schemas.microsoft.com/office/drawing/2014/main" id="{C2CBE8E8-07BC-4D3B-9451-3727631EBF5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511463" y="4174448"/>
            <a:ext cx="2260543" cy="7441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0" name="Текст 2">
            <a:extLst>
              <a:ext uri="{FF2B5EF4-FFF2-40B4-BE49-F238E27FC236}">
                <a16:creationId xmlns:a16="http://schemas.microsoft.com/office/drawing/2014/main" id="{21168D1B-800F-42CB-8367-9272DBB9881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511463" y="3666291"/>
            <a:ext cx="490954" cy="477084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1920"/>
              </a:lnSpc>
              <a:buNone/>
              <a:defRPr sz="3200" kern="200" spc="-200" baseline="0">
                <a:solidFill>
                  <a:schemeClr val="tx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51" name="Текст 2">
            <a:extLst>
              <a:ext uri="{FF2B5EF4-FFF2-40B4-BE49-F238E27FC236}">
                <a16:creationId xmlns:a16="http://schemas.microsoft.com/office/drawing/2014/main" id="{1B245B9A-2E3F-4BBC-B1BF-A70BABC0563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957151" y="3783684"/>
            <a:ext cx="1679852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2" name="Текст 5">
            <a:extLst>
              <a:ext uri="{FF2B5EF4-FFF2-40B4-BE49-F238E27FC236}">
                <a16:creationId xmlns:a16="http://schemas.microsoft.com/office/drawing/2014/main" id="{704EE517-5866-47B2-82F9-3674A704416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432395" y="4174448"/>
            <a:ext cx="2260543" cy="7441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00"/>
              </a:lnSpc>
              <a:buNone/>
              <a:defRPr sz="14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3" name="Текст 2">
            <a:extLst>
              <a:ext uri="{FF2B5EF4-FFF2-40B4-BE49-F238E27FC236}">
                <a16:creationId xmlns:a16="http://schemas.microsoft.com/office/drawing/2014/main" id="{67CBC79F-9224-48B5-90FF-F82006DF822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32395" y="3666291"/>
            <a:ext cx="490954" cy="477084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1920"/>
              </a:lnSpc>
              <a:buNone/>
              <a:defRPr sz="3200" kern="200" spc="-2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54" name="Текст 5">
            <a:extLst>
              <a:ext uri="{FF2B5EF4-FFF2-40B4-BE49-F238E27FC236}">
                <a16:creationId xmlns:a16="http://schemas.microsoft.com/office/drawing/2014/main" id="{BB159815-731B-46C6-ABB8-2EB1BE26BE2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9366106" y="3771304"/>
            <a:ext cx="2260543" cy="10991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5" name="Текст 5">
            <a:extLst>
              <a:ext uri="{FF2B5EF4-FFF2-40B4-BE49-F238E27FC236}">
                <a16:creationId xmlns:a16="http://schemas.microsoft.com/office/drawing/2014/main" id="{7420B96A-A18A-41BC-A348-AD471D4CFE6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85240" y="5681917"/>
            <a:ext cx="11039741" cy="58737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400"/>
              </a:lnSpc>
              <a:buNone/>
              <a:defRPr sz="12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554541670"/>
      </p:ext>
    </p:extLst>
  </p:cSld>
  <p:clrMapOvr>
    <a:masterClrMapping/>
  </p:clrMapOvr>
</p:sldLayout>
</file>

<file path=ppt/slideLayouts/slideLayout4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руктурная схема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Структурная схема (2)</a:t>
            </a:r>
          </a:p>
        </p:txBody>
      </p:sp>
      <p:sp>
        <p:nvSpPr>
          <p:cNvPr id="79" name="Текст 5"/>
          <p:cNvSpPr>
            <a:spLocks noGrp="1"/>
          </p:cNvSpPr>
          <p:nvPr>
            <p:ph type="body" sz="quarter" idx="13"/>
          </p:nvPr>
        </p:nvSpPr>
        <p:spPr>
          <a:xfrm>
            <a:off x="8146817" y="2163279"/>
            <a:ext cx="3498819" cy="126572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  <a:endParaRPr lang="en-US" dirty="0"/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>
          <a:xfrm>
            <a:off x="577836" y="3342081"/>
            <a:ext cx="3009852" cy="27733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1"/>
          </p:nvPr>
        </p:nvSpPr>
        <p:spPr>
          <a:xfrm>
            <a:off x="571486" y="3720206"/>
            <a:ext cx="3016202" cy="7422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endParaRPr lang="ru-RU" dirty="0"/>
          </a:p>
        </p:txBody>
      </p:sp>
      <p:sp>
        <p:nvSpPr>
          <p:cNvPr id="82" name="Текст 2"/>
          <p:cNvSpPr>
            <a:spLocks noGrp="1"/>
          </p:cNvSpPr>
          <p:nvPr>
            <p:ph type="body" sz="quarter" idx="16"/>
          </p:nvPr>
        </p:nvSpPr>
        <p:spPr>
          <a:xfrm>
            <a:off x="5426395" y="4462484"/>
            <a:ext cx="1831473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3" name="Текст 5"/>
          <p:cNvSpPr>
            <a:spLocks noGrp="1"/>
          </p:cNvSpPr>
          <p:nvPr>
            <p:ph type="body" sz="quarter" idx="17"/>
          </p:nvPr>
        </p:nvSpPr>
        <p:spPr>
          <a:xfrm>
            <a:off x="4997325" y="4865380"/>
            <a:ext cx="2260543" cy="86866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4" name="Текст 2"/>
          <p:cNvSpPr>
            <a:spLocks noGrp="1"/>
          </p:cNvSpPr>
          <p:nvPr>
            <p:ph type="body" sz="quarter" idx="24"/>
          </p:nvPr>
        </p:nvSpPr>
        <p:spPr>
          <a:xfrm>
            <a:off x="5426395" y="2157435"/>
            <a:ext cx="1831473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5" name="Текст 5"/>
          <p:cNvSpPr>
            <a:spLocks noGrp="1"/>
          </p:cNvSpPr>
          <p:nvPr>
            <p:ph type="body" sz="quarter" idx="25"/>
          </p:nvPr>
        </p:nvSpPr>
        <p:spPr>
          <a:xfrm>
            <a:off x="4997325" y="2560331"/>
            <a:ext cx="2260543" cy="86866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8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0" name="Текст 5"/>
          <p:cNvSpPr>
            <a:spLocks noGrp="1"/>
          </p:cNvSpPr>
          <p:nvPr>
            <p:ph type="body" sz="quarter" idx="26"/>
          </p:nvPr>
        </p:nvSpPr>
        <p:spPr>
          <a:xfrm>
            <a:off x="8172247" y="4462484"/>
            <a:ext cx="3498819" cy="126572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  <a:endParaRPr lang="en-US" dirty="0"/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1829FBE-BA79-4C38-8507-4F3D32298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683226"/>
      </p:ext>
    </p:extLst>
  </p:cSld>
  <p:clrMapOvr>
    <a:masterClrMapping/>
  </p:clrMapOvr>
</p:sldLayout>
</file>

<file path=ppt/slideLayouts/slideLayout4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руктурная схема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Диаграмма </a:t>
            </a:r>
            <a:r>
              <a:rPr lang="ru-RU" dirty="0" err="1"/>
              <a:t>венна</a:t>
            </a:r>
            <a:endParaRPr lang="ru-RU" dirty="0"/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1829FBE-BA79-4C38-8507-4F3D32298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85" name="Frame 2147204059 — фон [Figma 9887:64130:background]">
            <a:extLst>
              <a:ext uri="{FF2B5EF4-FFF2-40B4-BE49-F238E27FC236}">
                <a16:creationId xmlns:a16="http://schemas.microsoft.com/office/drawing/2014/main" id="{143DCE75-69D1-49C0-9655-3C3E96531109}"/>
              </a:ext>
            </a:extLst>
          </p:cNvPr>
          <p:cNvSpPr/>
          <p:nvPr userDrawn="1"/>
        </p:nvSpPr>
        <p:spPr>
          <a:xfrm>
            <a:off x="380990" y="1377916"/>
            <a:ext cx="11429714" cy="4971926"/>
          </a:xfrm>
          <a:prstGeom prst="roundRect">
            <a:avLst>
              <a:gd name="adj" fmla="val 1916"/>
            </a:avLst>
          </a:prstGeom>
          <a:solidFill>
            <a:srgbClr val="EAEDF5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3" name="Ellipse [Figma 9887:64163]">
            <a:extLst>
              <a:ext uri="{FF2B5EF4-FFF2-40B4-BE49-F238E27FC236}">
                <a16:creationId xmlns:a16="http://schemas.microsoft.com/office/drawing/2014/main" id="{8BAFF639-14A8-4182-B81B-B969761EFE6A}"/>
              </a:ext>
            </a:extLst>
          </p:cNvPr>
          <p:cNvSpPr/>
          <p:nvPr userDrawn="1"/>
        </p:nvSpPr>
        <p:spPr>
          <a:xfrm>
            <a:off x="5435464" y="3765456"/>
            <a:ext cx="88898" cy="8889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6" name="Полилиния: фигура 95">
            <a:extLst>
              <a:ext uri="{FF2B5EF4-FFF2-40B4-BE49-F238E27FC236}">
                <a16:creationId xmlns:a16="http://schemas.microsoft.com/office/drawing/2014/main" id="{93D0BD2F-3D4A-4F81-BD25-D54D50B8384D}"/>
              </a:ext>
            </a:extLst>
          </p:cNvPr>
          <p:cNvSpPr/>
          <p:nvPr/>
        </p:nvSpPr>
        <p:spPr>
          <a:xfrm rot="1" flipV="1">
            <a:off x="6057749" y="5092573"/>
            <a:ext cx="88897" cy="88766"/>
          </a:xfrm>
          <a:custGeom>
            <a:avLst/>
            <a:gdLst>
              <a:gd name="connsiteX0" fmla="*/ 89762 w 88897"/>
              <a:gd name="connsiteY0" fmla="*/ 44383 h 88766"/>
              <a:gd name="connsiteX1" fmla="*/ 45313 w 88897"/>
              <a:gd name="connsiteY1" fmla="*/ 88766 h 88766"/>
              <a:gd name="connsiteX2" fmla="*/ 864 w 88897"/>
              <a:gd name="connsiteY2" fmla="*/ 44383 h 88766"/>
              <a:gd name="connsiteX3" fmla="*/ 45313 w 88897"/>
              <a:gd name="connsiteY3" fmla="*/ 0 h 88766"/>
              <a:gd name="connsiteX4" fmla="*/ 89762 w 88897"/>
              <a:gd name="connsiteY4" fmla="*/ 44383 h 88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897" h="88766">
                <a:moveTo>
                  <a:pt x="89762" y="44383"/>
                </a:moveTo>
                <a:cubicBezTo>
                  <a:pt x="89762" y="68895"/>
                  <a:pt x="69861" y="88766"/>
                  <a:pt x="45313" y="88766"/>
                </a:cubicBezTo>
                <a:cubicBezTo>
                  <a:pt x="20764" y="88766"/>
                  <a:pt x="864" y="68895"/>
                  <a:pt x="864" y="44383"/>
                </a:cubicBezTo>
                <a:cubicBezTo>
                  <a:pt x="864" y="19871"/>
                  <a:pt x="20764" y="0"/>
                  <a:pt x="45313" y="0"/>
                </a:cubicBezTo>
                <a:cubicBezTo>
                  <a:pt x="69861" y="0"/>
                  <a:pt x="89762" y="19871"/>
                  <a:pt x="89762" y="44383"/>
                </a:cubicBezTo>
                <a:close/>
              </a:path>
            </a:pathLst>
          </a:custGeom>
          <a:solidFill>
            <a:srgbClr val="FFFFFF"/>
          </a:solidFill>
          <a:ln w="634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97" name="Ellipse [Figma 9887:64170]">
            <a:extLst>
              <a:ext uri="{FF2B5EF4-FFF2-40B4-BE49-F238E27FC236}">
                <a16:creationId xmlns:a16="http://schemas.microsoft.com/office/drawing/2014/main" id="{146E4B24-0F4D-43DA-A95F-0B7988E70471}"/>
              </a:ext>
            </a:extLst>
          </p:cNvPr>
          <p:cNvSpPr/>
          <p:nvPr userDrawn="1"/>
        </p:nvSpPr>
        <p:spPr>
          <a:xfrm>
            <a:off x="2597085" y="3867053"/>
            <a:ext cx="50799" cy="5079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Текст 2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761982" y="1719897"/>
            <a:ext cx="2630668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</a:t>
            </a:r>
          </a:p>
        </p:txBody>
      </p:sp>
      <p:sp>
        <p:nvSpPr>
          <p:cNvPr id="83" name="Текст 5"/>
          <p:cNvSpPr>
            <a:spLocks noGrp="1"/>
          </p:cNvSpPr>
          <p:nvPr userDrawn="1">
            <p:ph type="body" sz="quarter" idx="17"/>
          </p:nvPr>
        </p:nvSpPr>
        <p:spPr>
          <a:xfrm>
            <a:off x="747448" y="2047876"/>
            <a:ext cx="2630668" cy="54525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4" name="Текст 2">
            <a:extLst>
              <a:ext uri="{FF2B5EF4-FFF2-40B4-BE49-F238E27FC236}">
                <a16:creationId xmlns:a16="http://schemas.microsoft.com/office/drawing/2014/main" id="{03B73AE0-BB68-4609-A6C7-CB4B4660A45E}"/>
              </a:ext>
            </a:extLst>
          </p:cNvPr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5159962" y="2403281"/>
            <a:ext cx="1877396" cy="24618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ts val="192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</a:t>
            </a:r>
          </a:p>
        </p:txBody>
      </p:sp>
      <p:sp>
        <p:nvSpPr>
          <p:cNvPr id="105" name="Текст 5">
            <a:extLst>
              <a:ext uri="{FF2B5EF4-FFF2-40B4-BE49-F238E27FC236}">
                <a16:creationId xmlns:a16="http://schemas.microsoft.com/office/drawing/2014/main" id="{8DDEC0A7-16B8-481A-B5E5-924BB89A5DB7}"/>
              </a:ext>
            </a:extLst>
          </p:cNvPr>
          <p:cNvSpPr>
            <a:spLocks noGrp="1"/>
          </p:cNvSpPr>
          <p:nvPr userDrawn="1">
            <p:ph type="body" sz="quarter" idx="29"/>
          </p:nvPr>
        </p:nvSpPr>
        <p:spPr>
          <a:xfrm>
            <a:off x="5145428" y="2731260"/>
            <a:ext cx="1877396" cy="545252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6" name="Текст 2">
            <a:extLst>
              <a:ext uri="{FF2B5EF4-FFF2-40B4-BE49-F238E27FC236}">
                <a16:creationId xmlns:a16="http://schemas.microsoft.com/office/drawing/2014/main" id="{D78EA89E-087E-4492-B2BF-A350C015A0DE}"/>
              </a:ext>
            </a:extLst>
          </p:cNvPr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4029605" y="4409771"/>
            <a:ext cx="1877396" cy="24618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ts val="192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</a:t>
            </a:r>
          </a:p>
        </p:txBody>
      </p:sp>
      <p:sp>
        <p:nvSpPr>
          <p:cNvPr id="107" name="Текст 5">
            <a:extLst>
              <a:ext uri="{FF2B5EF4-FFF2-40B4-BE49-F238E27FC236}">
                <a16:creationId xmlns:a16="http://schemas.microsoft.com/office/drawing/2014/main" id="{E1666147-F70F-41A7-B7BE-97BABCBBC3EA}"/>
              </a:ext>
            </a:extLst>
          </p:cNvPr>
          <p:cNvSpPr>
            <a:spLocks noGrp="1"/>
          </p:cNvSpPr>
          <p:nvPr userDrawn="1">
            <p:ph type="body" sz="quarter" idx="31"/>
          </p:nvPr>
        </p:nvSpPr>
        <p:spPr>
          <a:xfrm>
            <a:off x="4015071" y="4737750"/>
            <a:ext cx="1877396" cy="545252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8" name="Текст 2">
            <a:extLst>
              <a:ext uri="{FF2B5EF4-FFF2-40B4-BE49-F238E27FC236}">
                <a16:creationId xmlns:a16="http://schemas.microsoft.com/office/drawing/2014/main" id="{CB7AC794-6B16-4835-98FC-2BB3388274C1}"/>
              </a:ext>
            </a:extLst>
          </p:cNvPr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6397204" y="4387618"/>
            <a:ext cx="1877396" cy="246184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ts val="192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</a:t>
            </a:r>
          </a:p>
        </p:txBody>
      </p:sp>
      <p:sp>
        <p:nvSpPr>
          <p:cNvPr id="109" name="Текст 5">
            <a:extLst>
              <a:ext uri="{FF2B5EF4-FFF2-40B4-BE49-F238E27FC236}">
                <a16:creationId xmlns:a16="http://schemas.microsoft.com/office/drawing/2014/main" id="{4F655215-8C2B-45EC-8E34-B7B22609727B}"/>
              </a:ext>
            </a:extLst>
          </p:cNvPr>
          <p:cNvSpPr>
            <a:spLocks noGrp="1"/>
          </p:cNvSpPr>
          <p:nvPr userDrawn="1">
            <p:ph type="body" sz="quarter" idx="33"/>
          </p:nvPr>
        </p:nvSpPr>
        <p:spPr>
          <a:xfrm>
            <a:off x="6382670" y="4715597"/>
            <a:ext cx="1877396" cy="545252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0" name="Текст 2">
            <a:extLst>
              <a:ext uri="{FF2B5EF4-FFF2-40B4-BE49-F238E27FC236}">
                <a16:creationId xmlns:a16="http://schemas.microsoft.com/office/drawing/2014/main" id="{8FEB028D-EA92-4653-8D7A-C0F8FD68507E}"/>
              </a:ext>
            </a:extLst>
          </p:cNvPr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748470" y="5086059"/>
            <a:ext cx="2644179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</a:t>
            </a:r>
          </a:p>
        </p:txBody>
      </p:sp>
      <p:sp>
        <p:nvSpPr>
          <p:cNvPr id="111" name="Текст 5">
            <a:extLst>
              <a:ext uri="{FF2B5EF4-FFF2-40B4-BE49-F238E27FC236}">
                <a16:creationId xmlns:a16="http://schemas.microsoft.com/office/drawing/2014/main" id="{BE1D1178-0E40-47F7-B374-13D7CCAE0495}"/>
              </a:ext>
            </a:extLst>
          </p:cNvPr>
          <p:cNvSpPr>
            <a:spLocks noGrp="1"/>
          </p:cNvSpPr>
          <p:nvPr userDrawn="1">
            <p:ph type="body" sz="quarter" idx="35"/>
          </p:nvPr>
        </p:nvSpPr>
        <p:spPr>
          <a:xfrm>
            <a:off x="733936" y="5414038"/>
            <a:ext cx="2644179" cy="54525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2" name="Текст 2">
            <a:extLst>
              <a:ext uri="{FF2B5EF4-FFF2-40B4-BE49-F238E27FC236}">
                <a16:creationId xmlns:a16="http://schemas.microsoft.com/office/drawing/2014/main" id="{5D31FD95-6142-4B01-A620-A1787AA00490}"/>
              </a:ext>
            </a:extLst>
          </p:cNvPr>
          <p:cNvSpPr>
            <a:spLocks noGrp="1"/>
          </p:cNvSpPr>
          <p:nvPr userDrawn="1">
            <p:ph type="body" sz="quarter" idx="36" hasCustomPrompt="1"/>
          </p:nvPr>
        </p:nvSpPr>
        <p:spPr>
          <a:xfrm>
            <a:off x="8894582" y="1728516"/>
            <a:ext cx="2630668" cy="2461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</a:t>
            </a:r>
          </a:p>
        </p:txBody>
      </p:sp>
      <p:sp>
        <p:nvSpPr>
          <p:cNvPr id="113" name="Текст 5">
            <a:extLst>
              <a:ext uri="{FF2B5EF4-FFF2-40B4-BE49-F238E27FC236}">
                <a16:creationId xmlns:a16="http://schemas.microsoft.com/office/drawing/2014/main" id="{9BE718C1-ECA5-4944-99B1-9FC9A53AB16C}"/>
              </a:ext>
            </a:extLst>
          </p:cNvPr>
          <p:cNvSpPr>
            <a:spLocks noGrp="1"/>
          </p:cNvSpPr>
          <p:nvPr userDrawn="1">
            <p:ph type="body" sz="quarter" idx="37"/>
          </p:nvPr>
        </p:nvSpPr>
        <p:spPr>
          <a:xfrm>
            <a:off x="8880048" y="2056495"/>
            <a:ext cx="2630668" cy="54525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4" name="Текст 2">
            <a:extLst>
              <a:ext uri="{FF2B5EF4-FFF2-40B4-BE49-F238E27FC236}">
                <a16:creationId xmlns:a16="http://schemas.microsoft.com/office/drawing/2014/main" id="{2D8FAA86-E294-4726-A8A0-71DB7A4E1A27}"/>
              </a:ext>
            </a:extLst>
          </p:cNvPr>
          <p:cNvSpPr>
            <a:spLocks noGrp="1"/>
          </p:cNvSpPr>
          <p:nvPr userDrawn="1">
            <p:ph type="body" sz="quarter" idx="38" hasCustomPrompt="1"/>
          </p:nvPr>
        </p:nvSpPr>
        <p:spPr>
          <a:xfrm>
            <a:off x="8905276" y="3268654"/>
            <a:ext cx="851751" cy="8556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6000" kern="200" spc="-6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115" name="Текст 5">
            <a:extLst>
              <a:ext uri="{FF2B5EF4-FFF2-40B4-BE49-F238E27FC236}">
                <a16:creationId xmlns:a16="http://schemas.microsoft.com/office/drawing/2014/main" id="{A66286F5-5C88-4E32-A361-9E3EB4961E2F}"/>
              </a:ext>
            </a:extLst>
          </p:cNvPr>
          <p:cNvSpPr>
            <a:spLocks noGrp="1"/>
          </p:cNvSpPr>
          <p:nvPr userDrawn="1">
            <p:ph type="body" sz="quarter" idx="39"/>
          </p:nvPr>
        </p:nvSpPr>
        <p:spPr>
          <a:xfrm>
            <a:off x="8901127" y="4208791"/>
            <a:ext cx="2554273" cy="7791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buNone/>
              <a:defRPr sz="12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203894691"/>
      </p:ext>
    </p:extLst>
  </p:cSld>
  <p:clrMapOvr>
    <a:masterClrMapping/>
  </p:clrMapOvr>
</p:sldLayout>
</file>

<file path=ppt/slideLayouts/slideLayout4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зырьковая 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Пузырьковая диаграмма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1829FBE-BA79-4C38-8507-4F3D32298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pic>
        <p:nvPicPr>
          <p:cNvPr id="59" name="Frame 2147204091 [Figma 9887:63783]" descr="Frame 2147204091. прозрачность группы">
            <a:extLst>
              <a:ext uri="{FF2B5EF4-FFF2-40B4-BE49-F238E27FC236}">
                <a16:creationId xmlns:a16="http://schemas.microsoft.com/office/drawing/2014/main" id="{0ADA4248-ACD7-4CD6-92F0-5C35EDA8A79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18106" y="2849987"/>
            <a:ext cx="3174921" cy="3174921"/>
          </a:xfrm>
          <a:prstGeom prst="rect">
            <a:avLst/>
          </a:prstGeom>
        </p:spPr>
      </p:pic>
      <p:sp>
        <p:nvSpPr>
          <p:cNvPr id="82" name="Текст 5">
            <a:extLst>
              <a:ext uri="{FF2B5EF4-FFF2-40B4-BE49-F238E27FC236}">
                <a16:creationId xmlns:a16="http://schemas.microsoft.com/office/drawing/2014/main" id="{6ACF8E65-60E6-4072-AC11-96224D1DF4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50055" y="2373566"/>
            <a:ext cx="5270154" cy="3835025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3" name="Текст 2">
            <a:extLst>
              <a:ext uri="{FF2B5EF4-FFF2-40B4-BE49-F238E27FC236}">
                <a16:creationId xmlns:a16="http://schemas.microsoft.com/office/drawing/2014/main" id="{B889F4C0-0613-4921-A3EE-6BAE39976B6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908627" y="1541657"/>
            <a:ext cx="4759498" cy="44673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</a:t>
            </a:r>
          </a:p>
        </p:txBody>
      </p:sp>
      <p:sp>
        <p:nvSpPr>
          <p:cNvPr id="84" name="Текст 2">
            <a:extLst>
              <a:ext uri="{FF2B5EF4-FFF2-40B4-BE49-F238E27FC236}">
                <a16:creationId xmlns:a16="http://schemas.microsoft.com/office/drawing/2014/main" id="{2B1640A0-36E4-4A57-8BA5-C3F775C9B4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97502" y="1528995"/>
            <a:ext cx="5115364" cy="44673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 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0C95A4DB-9C1C-4735-8353-D20AAD7EAE8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83864" y="2209251"/>
            <a:ext cx="631031" cy="1409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D9D2DBBC-C9C8-4C44-A052-7A4EAF2DB95B}"/>
              </a:ext>
            </a:extLst>
          </p:cNvPr>
          <p:cNvSpPr/>
          <p:nvPr userDrawn="1"/>
        </p:nvSpPr>
        <p:spPr>
          <a:xfrm>
            <a:off x="571486" y="2209251"/>
            <a:ext cx="144000" cy="144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85" name="Текст 8">
            <a:extLst>
              <a:ext uri="{FF2B5EF4-FFF2-40B4-BE49-F238E27FC236}">
                <a16:creationId xmlns:a16="http://schemas.microsoft.com/office/drawing/2014/main" id="{E6AB38F0-EF0B-401F-ABC9-F2F9C7E50A9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702294" y="2209251"/>
            <a:ext cx="631031" cy="1409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86" name="Овал 85">
            <a:extLst>
              <a:ext uri="{FF2B5EF4-FFF2-40B4-BE49-F238E27FC236}">
                <a16:creationId xmlns:a16="http://schemas.microsoft.com/office/drawing/2014/main" id="{51D16754-5BD9-4C0C-9F4A-62536C81273E}"/>
              </a:ext>
            </a:extLst>
          </p:cNvPr>
          <p:cNvSpPr/>
          <p:nvPr userDrawn="1"/>
        </p:nvSpPr>
        <p:spPr>
          <a:xfrm>
            <a:off x="1489916" y="2209251"/>
            <a:ext cx="144000" cy="14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89" name="Текст 8">
            <a:extLst>
              <a:ext uri="{FF2B5EF4-FFF2-40B4-BE49-F238E27FC236}">
                <a16:creationId xmlns:a16="http://schemas.microsoft.com/office/drawing/2014/main" id="{442564AD-16C4-452D-823E-6B93D7EE972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621401" y="2209251"/>
            <a:ext cx="631031" cy="1409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90" name="Овал 89">
            <a:extLst>
              <a:ext uri="{FF2B5EF4-FFF2-40B4-BE49-F238E27FC236}">
                <a16:creationId xmlns:a16="http://schemas.microsoft.com/office/drawing/2014/main" id="{CEC48FC3-74EA-4389-BDF3-45E492411916}"/>
              </a:ext>
            </a:extLst>
          </p:cNvPr>
          <p:cNvSpPr/>
          <p:nvPr userDrawn="1"/>
        </p:nvSpPr>
        <p:spPr>
          <a:xfrm>
            <a:off x="2409023" y="2209251"/>
            <a:ext cx="144000" cy="14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91" name="Текст 8">
            <a:extLst>
              <a:ext uri="{FF2B5EF4-FFF2-40B4-BE49-F238E27FC236}">
                <a16:creationId xmlns:a16="http://schemas.microsoft.com/office/drawing/2014/main" id="{72B0736C-1442-4FCD-AC17-463B3C0B703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543218" y="2209251"/>
            <a:ext cx="631031" cy="1409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92" name="Овал 91">
            <a:extLst>
              <a:ext uri="{FF2B5EF4-FFF2-40B4-BE49-F238E27FC236}">
                <a16:creationId xmlns:a16="http://schemas.microsoft.com/office/drawing/2014/main" id="{BCF6C106-3D9C-4508-8A11-5D2ED900ED1A}"/>
              </a:ext>
            </a:extLst>
          </p:cNvPr>
          <p:cNvSpPr/>
          <p:nvPr userDrawn="1"/>
        </p:nvSpPr>
        <p:spPr>
          <a:xfrm>
            <a:off x="3330840" y="2209251"/>
            <a:ext cx="144000" cy="144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93" name="Текст 8">
            <a:extLst>
              <a:ext uri="{FF2B5EF4-FFF2-40B4-BE49-F238E27FC236}">
                <a16:creationId xmlns:a16="http://schemas.microsoft.com/office/drawing/2014/main" id="{FC3E76E5-8845-485D-94D7-02094D49405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83864" y="2438728"/>
            <a:ext cx="631031" cy="1409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94" name="Овал 93">
            <a:extLst>
              <a:ext uri="{FF2B5EF4-FFF2-40B4-BE49-F238E27FC236}">
                <a16:creationId xmlns:a16="http://schemas.microsoft.com/office/drawing/2014/main" id="{F0F6FB23-943B-4232-A8E4-24A27654B752}"/>
              </a:ext>
            </a:extLst>
          </p:cNvPr>
          <p:cNvSpPr/>
          <p:nvPr userDrawn="1"/>
        </p:nvSpPr>
        <p:spPr>
          <a:xfrm>
            <a:off x="571486" y="2438728"/>
            <a:ext cx="144000" cy="144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95" name="Текст 8">
            <a:extLst>
              <a:ext uri="{FF2B5EF4-FFF2-40B4-BE49-F238E27FC236}">
                <a16:creationId xmlns:a16="http://schemas.microsoft.com/office/drawing/2014/main" id="{2AE5C641-8419-4610-8E55-9B193413F35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702294" y="2438728"/>
            <a:ext cx="631031" cy="1409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96" name="Овал 95">
            <a:extLst>
              <a:ext uri="{FF2B5EF4-FFF2-40B4-BE49-F238E27FC236}">
                <a16:creationId xmlns:a16="http://schemas.microsoft.com/office/drawing/2014/main" id="{0797E723-6244-483C-B1A2-06FE503C9B5E}"/>
              </a:ext>
            </a:extLst>
          </p:cNvPr>
          <p:cNvSpPr/>
          <p:nvPr userDrawn="1"/>
        </p:nvSpPr>
        <p:spPr>
          <a:xfrm>
            <a:off x="1489916" y="2438728"/>
            <a:ext cx="144000" cy="144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97" name="Текст 8">
            <a:extLst>
              <a:ext uri="{FF2B5EF4-FFF2-40B4-BE49-F238E27FC236}">
                <a16:creationId xmlns:a16="http://schemas.microsoft.com/office/drawing/2014/main" id="{F5BBB98B-B9A7-4357-A750-960A6C5D755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621401" y="2438728"/>
            <a:ext cx="631031" cy="1409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04" name="Овал 103">
            <a:extLst>
              <a:ext uri="{FF2B5EF4-FFF2-40B4-BE49-F238E27FC236}">
                <a16:creationId xmlns:a16="http://schemas.microsoft.com/office/drawing/2014/main" id="{77FC2925-B01A-4587-9F22-79BE6468D157}"/>
              </a:ext>
            </a:extLst>
          </p:cNvPr>
          <p:cNvSpPr/>
          <p:nvPr userDrawn="1"/>
        </p:nvSpPr>
        <p:spPr>
          <a:xfrm>
            <a:off x="2409023" y="2438728"/>
            <a:ext cx="144000" cy="14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105" name="Текст 8">
            <a:extLst>
              <a:ext uri="{FF2B5EF4-FFF2-40B4-BE49-F238E27FC236}">
                <a16:creationId xmlns:a16="http://schemas.microsoft.com/office/drawing/2014/main" id="{1B9FFA4A-F4A3-4C2F-9D13-6A85776473A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543218" y="2438728"/>
            <a:ext cx="631031" cy="1409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06" name="Овал 105">
            <a:extLst>
              <a:ext uri="{FF2B5EF4-FFF2-40B4-BE49-F238E27FC236}">
                <a16:creationId xmlns:a16="http://schemas.microsoft.com/office/drawing/2014/main" id="{D1269040-F0F2-46E2-9430-296934C558D7}"/>
              </a:ext>
            </a:extLst>
          </p:cNvPr>
          <p:cNvSpPr/>
          <p:nvPr userDrawn="1"/>
        </p:nvSpPr>
        <p:spPr>
          <a:xfrm>
            <a:off x="3330840" y="2438728"/>
            <a:ext cx="144000" cy="144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107" name="Текст 8">
            <a:extLst>
              <a:ext uri="{FF2B5EF4-FFF2-40B4-BE49-F238E27FC236}">
                <a16:creationId xmlns:a16="http://schemas.microsoft.com/office/drawing/2014/main" id="{925EF63B-8D13-45B5-8B1D-F6647CAA5D3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920023" y="2838493"/>
            <a:ext cx="914744" cy="26095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строчки</a:t>
            </a:r>
          </a:p>
        </p:txBody>
      </p:sp>
      <p:sp>
        <p:nvSpPr>
          <p:cNvPr id="109" name="Текст 8">
            <a:extLst>
              <a:ext uri="{FF2B5EF4-FFF2-40B4-BE49-F238E27FC236}">
                <a16:creationId xmlns:a16="http://schemas.microsoft.com/office/drawing/2014/main" id="{0766D8B1-AFF9-4237-98B2-2485AEDF008B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938333" y="3353338"/>
            <a:ext cx="914744" cy="13924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10" name="Текст 8">
            <a:extLst>
              <a:ext uri="{FF2B5EF4-FFF2-40B4-BE49-F238E27FC236}">
                <a16:creationId xmlns:a16="http://schemas.microsoft.com/office/drawing/2014/main" id="{0B11F69F-3029-4579-942A-AAF5B28D8CA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938333" y="4378997"/>
            <a:ext cx="914744" cy="13924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11" name="Текст 8">
            <a:extLst>
              <a:ext uri="{FF2B5EF4-FFF2-40B4-BE49-F238E27FC236}">
                <a16:creationId xmlns:a16="http://schemas.microsoft.com/office/drawing/2014/main" id="{801E9BAE-07B9-4799-B15C-5CEB5C44B2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938333" y="5425012"/>
            <a:ext cx="914744" cy="13924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12" name="Текст 8">
            <a:extLst>
              <a:ext uri="{FF2B5EF4-FFF2-40B4-BE49-F238E27FC236}">
                <a16:creationId xmlns:a16="http://schemas.microsoft.com/office/drawing/2014/main" id="{19D5D318-45BD-4ADA-9F42-EE3891D6293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60180" y="6094234"/>
            <a:ext cx="792843" cy="13924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960"/>
              </a:lnSpc>
              <a:buNone/>
              <a:defRPr sz="8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13" name="Текст 8">
            <a:extLst>
              <a:ext uri="{FF2B5EF4-FFF2-40B4-BE49-F238E27FC236}">
                <a16:creationId xmlns:a16="http://schemas.microsoft.com/office/drawing/2014/main" id="{2C7B6D5E-E98F-4077-9C51-728DC45BE47E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2809144" y="6117944"/>
            <a:ext cx="792843" cy="13924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960"/>
              </a:lnSpc>
              <a:buNone/>
              <a:defRPr sz="8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14" name="Текст 8">
            <a:extLst>
              <a:ext uri="{FF2B5EF4-FFF2-40B4-BE49-F238E27FC236}">
                <a16:creationId xmlns:a16="http://schemas.microsoft.com/office/drawing/2014/main" id="{58AF2E7C-6B83-4176-BFFB-2F9836687AD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858108" y="6117944"/>
            <a:ext cx="792843" cy="13924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960"/>
              </a:lnSpc>
              <a:buNone/>
              <a:defRPr sz="8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15" name="Текст 8">
            <a:extLst>
              <a:ext uri="{FF2B5EF4-FFF2-40B4-BE49-F238E27FC236}">
                <a16:creationId xmlns:a16="http://schemas.microsoft.com/office/drawing/2014/main" id="{7A2681FD-8DB0-4854-B312-D1916D616FDE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71485" y="5947633"/>
            <a:ext cx="932574" cy="26095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960"/>
              </a:lnSpc>
              <a:buNone/>
              <a:defRPr sz="8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строчки</a:t>
            </a:r>
          </a:p>
        </p:txBody>
      </p:sp>
      <p:sp>
        <p:nvSpPr>
          <p:cNvPr id="118" name="Текст 8">
            <a:extLst>
              <a:ext uri="{FF2B5EF4-FFF2-40B4-BE49-F238E27FC236}">
                <a16:creationId xmlns:a16="http://schemas.microsoft.com/office/drawing/2014/main" id="{21C6D5A7-A41F-4965-B92F-63E66B2E322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391754" y="3048001"/>
            <a:ext cx="345390" cy="30533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buNone/>
              <a:defRPr sz="1400" kern="400" spc="-1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121" name="Текст 8">
            <a:extLst>
              <a:ext uri="{FF2B5EF4-FFF2-40B4-BE49-F238E27FC236}">
                <a16:creationId xmlns:a16="http://schemas.microsoft.com/office/drawing/2014/main" id="{2157C86C-AE77-4D15-AEA1-5C2652060B31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784796" y="4024398"/>
            <a:ext cx="345390" cy="30533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buNone/>
              <a:defRPr sz="1400" kern="400" spc="-1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122" name="Текст 8">
            <a:extLst>
              <a:ext uri="{FF2B5EF4-FFF2-40B4-BE49-F238E27FC236}">
                <a16:creationId xmlns:a16="http://schemas.microsoft.com/office/drawing/2014/main" id="{2B468D17-1AC4-40BE-9EB1-B326D9385B2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629065" y="3621221"/>
            <a:ext cx="345390" cy="30533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buNone/>
              <a:defRPr sz="1400" kern="400" spc="-1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123" name="Текст 8">
            <a:extLst>
              <a:ext uri="{FF2B5EF4-FFF2-40B4-BE49-F238E27FC236}">
                <a16:creationId xmlns:a16="http://schemas.microsoft.com/office/drawing/2014/main" id="{45E5E3DC-BFFF-4BB0-8AF5-42F7C809745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4274703" y="3806509"/>
            <a:ext cx="345390" cy="30533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buNone/>
              <a:defRPr sz="1400" kern="400" spc="-1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124" name="Текст 8">
            <a:extLst>
              <a:ext uri="{FF2B5EF4-FFF2-40B4-BE49-F238E27FC236}">
                <a16:creationId xmlns:a16="http://schemas.microsoft.com/office/drawing/2014/main" id="{1839F083-B673-4BF4-B8A5-6B6CA9339729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205565" y="5411592"/>
            <a:ext cx="345390" cy="305338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buNone/>
              <a:defRPr sz="1400" kern="400" spc="-1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125" name="Текст 8">
            <a:extLst>
              <a:ext uri="{FF2B5EF4-FFF2-40B4-BE49-F238E27FC236}">
                <a16:creationId xmlns:a16="http://schemas.microsoft.com/office/drawing/2014/main" id="{C388E098-50DA-41C3-9D6C-EEBD4B139CA5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566871" y="4995658"/>
            <a:ext cx="248641" cy="2008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buNone/>
              <a:defRPr sz="1400" kern="400" spc="-1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  <p:sp>
        <p:nvSpPr>
          <p:cNvPr id="126" name="Текст 8">
            <a:extLst>
              <a:ext uri="{FF2B5EF4-FFF2-40B4-BE49-F238E27FC236}">
                <a16:creationId xmlns:a16="http://schemas.microsoft.com/office/drawing/2014/main" id="{A8D43105-6F24-458D-BA40-4304BC86DFF4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208199" y="4392849"/>
            <a:ext cx="218112" cy="20758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ct val="100000"/>
              </a:lnSpc>
              <a:buNone/>
              <a:defRPr sz="1400" kern="400" spc="-100" baseline="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005093158"/>
      </p:ext>
    </p:extLst>
  </p:cSld>
  <p:clrMapOvr>
    <a:masterClrMapping/>
  </p:clrMapOvr>
</p:sldLayout>
</file>

<file path=ppt/slideLayouts/slideLayout4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Диаграммы и карточ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2 Диаграммы и карточка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1829FBE-BA79-4C38-8507-4F3D32298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5" name="Текст 4">
            <a:extLst>
              <a:ext uri="{FF2B5EF4-FFF2-40B4-BE49-F238E27FC236}">
                <a16:creationId xmlns:a16="http://schemas.microsoft.com/office/drawing/2014/main" id="{29A9E8E6-08ED-4159-872F-C655C7080CD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86762" y="1578497"/>
            <a:ext cx="4748888" cy="37412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раздела</a:t>
            </a:r>
          </a:p>
        </p:txBody>
      </p:sp>
      <p:sp>
        <p:nvSpPr>
          <p:cNvPr id="63" name="Текст 4">
            <a:extLst>
              <a:ext uri="{FF2B5EF4-FFF2-40B4-BE49-F238E27FC236}">
                <a16:creationId xmlns:a16="http://schemas.microsoft.com/office/drawing/2014/main" id="{6F184D21-8E1D-47E9-8716-D2D68C1C692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861943" y="1578497"/>
            <a:ext cx="4748888" cy="37412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</a:t>
            </a:r>
            <a:r>
              <a:rPr lang="ru-RU" dirty="0" err="1"/>
              <a:t>разздела</a:t>
            </a:r>
            <a:endParaRPr lang="ru-RU" dirty="0"/>
          </a:p>
        </p:txBody>
      </p:sp>
      <p:sp>
        <p:nvSpPr>
          <p:cNvPr id="65" name="Текст 4">
            <a:extLst>
              <a:ext uri="{FF2B5EF4-FFF2-40B4-BE49-F238E27FC236}">
                <a16:creationId xmlns:a16="http://schemas.microsoft.com/office/drawing/2014/main" id="{B4FF79CC-6C81-4E3D-9CBB-B4FD5652107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95328" y="5212012"/>
            <a:ext cx="2484142" cy="37412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800"/>
              </a:lnSpc>
              <a:buNone/>
              <a:defRPr sz="18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раздела</a:t>
            </a:r>
          </a:p>
        </p:txBody>
      </p:sp>
      <p:sp>
        <p:nvSpPr>
          <p:cNvPr id="70" name="Текст 4">
            <a:extLst>
              <a:ext uri="{FF2B5EF4-FFF2-40B4-BE49-F238E27FC236}">
                <a16:creationId xmlns:a16="http://schemas.microsoft.com/office/drawing/2014/main" id="{9AE42752-DC29-479D-A8FD-DB669126503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71485" y="5669292"/>
            <a:ext cx="7591439" cy="49249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ts val="16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73587626"/>
      </p:ext>
    </p:extLst>
  </p:cSld>
  <p:clrMapOvr>
    <a:masterClrMapping/>
  </p:clrMapOvr>
</p:sldLayout>
</file>

<file path=ppt/slideLayouts/slideLayout4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Кольцевая 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77501"/>
            <a:ext cx="9154800" cy="495624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>
                <a:effectLst/>
              </a:rPr>
              <a:t>пузырьковая диаграмма</a:t>
            </a:r>
            <a:endParaRPr lang="ru-RU" dirty="0"/>
          </a:p>
        </p:txBody>
      </p:sp>
      <p:sp>
        <p:nvSpPr>
          <p:cNvPr id="16" name="Номер слайда 4">
            <a:extLst>
              <a:ext uri="{FF2B5EF4-FFF2-40B4-BE49-F238E27FC236}">
                <a16:creationId xmlns:a16="http://schemas.microsoft.com/office/drawing/2014/main" id="{15898042-DD2A-4A1C-8E4F-A38FFDF3D34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4FA5F9-3777-43AA-8E5A-9BAC1BCBECEA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5FB2A88-F839-4508-B107-B1B544FE62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70" name="Текст 69">
            <a:extLst>
              <a:ext uri="{FF2B5EF4-FFF2-40B4-BE49-F238E27FC236}">
                <a16:creationId xmlns:a16="http://schemas.microsoft.com/office/drawing/2014/main" id="{4D912E6B-7E22-4ECD-9C47-79265761794C}"/>
              </a:ext>
            </a:extLst>
          </p:cNvPr>
          <p:cNvSpPr>
            <a:spLocks noGrp="1"/>
          </p:cNvSpPr>
          <p:nvPr userDrawn="1">
            <p:ph type="body" sz="quarter" idx="22"/>
          </p:nvPr>
        </p:nvSpPr>
        <p:spPr>
          <a:xfrm>
            <a:off x="6908800" y="1532847"/>
            <a:ext cx="4677410" cy="51053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69">
            <a:extLst>
              <a:ext uri="{FF2B5EF4-FFF2-40B4-BE49-F238E27FC236}">
                <a16:creationId xmlns:a16="http://schemas.microsoft.com/office/drawing/2014/main" id="{0FC53DB5-60B5-4385-92AF-A6DC80E3134A}"/>
              </a:ext>
            </a:extLst>
          </p:cNvPr>
          <p:cNvSpPr>
            <a:spLocks noGrp="1"/>
          </p:cNvSpPr>
          <p:nvPr userDrawn="1">
            <p:ph type="body" sz="quarter" idx="23"/>
          </p:nvPr>
        </p:nvSpPr>
        <p:spPr>
          <a:xfrm>
            <a:off x="6908800" y="2416885"/>
            <a:ext cx="4677410" cy="3358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69">
            <a:extLst>
              <a:ext uri="{FF2B5EF4-FFF2-40B4-BE49-F238E27FC236}">
                <a16:creationId xmlns:a16="http://schemas.microsoft.com/office/drawing/2014/main" id="{96436BF2-CDF4-4603-A5EC-AB171A47DB1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7841" y="5586587"/>
            <a:ext cx="3726213" cy="594849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ts val="14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69">
            <a:extLst>
              <a:ext uri="{FF2B5EF4-FFF2-40B4-BE49-F238E27FC236}">
                <a16:creationId xmlns:a16="http://schemas.microsoft.com/office/drawing/2014/main" id="{66CF7010-0B08-467F-954C-FFD2044995F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413340" y="5102097"/>
            <a:ext cx="5172870" cy="1054709"/>
          </a:xfrm>
          <a:prstGeom prst="rect">
            <a:avLst/>
          </a:prstGeom>
        </p:spPr>
        <p:txBody>
          <a:bodyPr lIns="0" tIns="0" rIns="0" bIns="0" anchor="t" anchorCtr="0"/>
          <a:lstStyle>
            <a:lvl1pPr marL="179388" indent="-179388">
              <a:lnSpc>
                <a:spcPts val="1400"/>
              </a:lnSpc>
              <a:buClr>
                <a:schemeClr val="tx1"/>
              </a:buClr>
              <a:buSzPct val="120000"/>
              <a:buFont typeface="VTB Group Light" panose="020B0403040504020204" pitchFamily="34" charset="-52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  <a:endParaRPr lang="en-US" dirty="0"/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69">
            <a:extLst>
              <a:ext uri="{FF2B5EF4-FFF2-40B4-BE49-F238E27FC236}">
                <a16:creationId xmlns:a16="http://schemas.microsoft.com/office/drawing/2014/main" id="{5E4C52A8-B90A-4B1E-A457-C3C6E098170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168372" y="1532847"/>
            <a:ext cx="4677410" cy="51053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69">
            <a:extLst>
              <a:ext uri="{FF2B5EF4-FFF2-40B4-BE49-F238E27FC236}">
                <a16:creationId xmlns:a16="http://schemas.microsoft.com/office/drawing/2014/main" id="{294D9EAF-D4F1-418B-A9CF-6858DB3CB6D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908800" y="3409396"/>
            <a:ext cx="4677410" cy="33587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400"/>
              </a:lnSpc>
              <a:buNone/>
              <a:defRPr sz="14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465200669"/>
      </p:ext>
    </p:extLst>
  </p:cSld>
  <p:clrMapOvr>
    <a:masterClrMapping/>
  </p:clrMapOvr>
</p:sldLayout>
</file>

<file path=ppt/slideLayouts/slideLayout4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Лепестковая 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Текст 69">
            <a:extLst>
              <a:ext uri="{FF2B5EF4-FFF2-40B4-BE49-F238E27FC236}">
                <a16:creationId xmlns:a16="http://schemas.microsoft.com/office/drawing/2014/main" id="{D49FA5EF-39E6-42FD-A94A-CADD778324B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71486" y="5014253"/>
            <a:ext cx="4082948" cy="38607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7" name="Текст 69">
            <a:extLst>
              <a:ext uri="{FF2B5EF4-FFF2-40B4-BE49-F238E27FC236}">
                <a16:creationId xmlns:a16="http://schemas.microsoft.com/office/drawing/2014/main" id="{1AF8A0D3-09D2-4F66-954C-A53CBF804B4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71486" y="5527315"/>
            <a:ext cx="4082948" cy="813175"/>
          </a:xfrm>
          <a:prstGeom prst="rect">
            <a:avLst/>
          </a:prstGeom>
        </p:spPr>
        <p:txBody>
          <a:bodyPr lIns="0" tIns="0" rIns="0" bIns="0" anchor="t" anchorCtr="0"/>
          <a:lstStyle>
            <a:lvl1pPr marL="179388" indent="-179388">
              <a:lnSpc>
                <a:spcPts val="1400"/>
              </a:lnSpc>
              <a:buClr>
                <a:schemeClr val="tx1"/>
              </a:buClr>
              <a:buSzPct val="120000"/>
              <a:buFont typeface="VTB Group Light" panose="020B0403040504020204" pitchFamily="34" charset="-52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  <a:endParaRPr lang="en-US" dirty="0"/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77501"/>
            <a:ext cx="9154800" cy="495624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>
                <a:effectLst/>
              </a:rPr>
              <a:t>лепестковая диаграмма</a:t>
            </a:r>
            <a:endParaRPr lang="ru-RU" dirty="0"/>
          </a:p>
        </p:txBody>
      </p:sp>
      <p:sp>
        <p:nvSpPr>
          <p:cNvPr id="16" name="Номер слайда 4">
            <a:extLst>
              <a:ext uri="{FF2B5EF4-FFF2-40B4-BE49-F238E27FC236}">
                <a16:creationId xmlns:a16="http://schemas.microsoft.com/office/drawing/2014/main" id="{15898042-DD2A-4A1C-8E4F-A38FFDF3D34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4FA5F9-3777-43AA-8E5A-9BAC1BCBECEA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5FB2A88-F839-4508-B107-B1B544FE62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103" name="Текст 69">
            <a:extLst>
              <a:ext uri="{FF2B5EF4-FFF2-40B4-BE49-F238E27FC236}">
                <a16:creationId xmlns:a16="http://schemas.microsoft.com/office/drawing/2014/main" id="{22D29AAC-E8B1-4814-83C4-1D1AC4DBCA8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486" y="1530299"/>
            <a:ext cx="4082948" cy="38607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4" name="Текст 69">
            <a:extLst>
              <a:ext uri="{FF2B5EF4-FFF2-40B4-BE49-F238E27FC236}">
                <a16:creationId xmlns:a16="http://schemas.microsoft.com/office/drawing/2014/main" id="{73FA3067-9B19-442C-9CBC-F436E39E73A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1486" y="2043361"/>
            <a:ext cx="4082948" cy="813175"/>
          </a:xfrm>
          <a:prstGeom prst="rect">
            <a:avLst/>
          </a:prstGeom>
        </p:spPr>
        <p:txBody>
          <a:bodyPr lIns="0" tIns="0" rIns="0" bIns="0" anchor="t" anchorCtr="0"/>
          <a:lstStyle>
            <a:lvl1pPr marL="179388" indent="-179388">
              <a:lnSpc>
                <a:spcPts val="1400"/>
              </a:lnSpc>
              <a:buClr>
                <a:schemeClr val="tx1"/>
              </a:buClr>
              <a:buSzPct val="120000"/>
              <a:buFont typeface="VTB Group Light" panose="020B0403040504020204" pitchFamily="34" charset="-52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  <a:endParaRPr lang="en-US" dirty="0"/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9" name="Текст 69">
            <a:extLst>
              <a:ext uri="{FF2B5EF4-FFF2-40B4-BE49-F238E27FC236}">
                <a16:creationId xmlns:a16="http://schemas.microsoft.com/office/drawing/2014/main" id="{DE2DCFCE-0D55-4ABA-9C37-4B7145E0DC10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71486" y="3262817"/>
            <a:ext cx="4082948" cy="38607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600"/>
              </a:lnSpc>
              <a:buNone/>
              <a:defRPr sz="1400">
                <a:solidFill>
                  <a:schemeClr val="tx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0" name="Текст 69">
            <a:extLst>
              <a:ext uri="{FF2B5EF4-FFF2-40B4-BE49-F238E27FC236}">
                <a16:creationId xmlns:a16="http://schemas.microsoft.com/office/drawing/2014/main" id="{179694DC-C04E-49FC-AF8B-CD18D1F3298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71486" y="3775879"/>
            <a:ext cx="4082948" cy="813175"/>
          </a:xfrm>
          <a:prstGeom prst="rect">
            <a:avLst/>
          </a:prstGeom>
        </p:spPr>
        <p:txBody>
          <a:bodyPr lIns="0" tIns="0" rIns="0" bIns="0" anchor="t" anchorCtr="0"/>
          <a:lstStyle>
            <a:lvl1pPr marL="179388" indent="-179388">
              <a:lnSpc>
                <a:spcPts val="1400"/>
              </a:lnSpc>
              <a:buClr>
                <a:schemeClr val="tx1"/>
              </a:buClr>
              <a:buSzPct val="120000"/>
              <a:buFont typeface="VTB Group Light" panose="020B0403040504020204" pitchFamily="34" charset="-52"/>
              <a:buChar char="•"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  <a:endParaRPr lang="en-US" dirty="0"/>
          </a:p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3" name="Текст 69">
            <a:extLst>
              <a:ext uri="{FF2B5EF4-FFF2-40B4-BE49-F238E27FC236}">
                <a16:creationId xmlns:a16="http://schemas.microsoft.com/office/drawing/2014/main" id="{E7CBE3E2-D8ED-466F-A287-FF222B4FA1B8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1092889" y="3176548"/>
            <a:ext cx="857825" cy="17253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800"/>
              </a:lnSpc>
              <a:buNone/>
              <a:defRPr sz="8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4" name="Текст 69">
            <a:extLst>
              <a:ext uri="{FF2B5EF4-FFF2-40B4-BE49-F238E27FC236}">
                <a16:creationId xmlns:a16="http://schemas.microsoft.com/office/drawing/2014/main" id="{C66D2BC6-F0BE-4973-9B8B-BE44AF8430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0092869" y="3689506"/>
            <a:ext cx="1718141" cy="416464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ts val="14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6" name="Текст 69">
            <a:extLst>
              <a:ext uri="{FF2B5EF4-FFF2-40B4-BE49-F238E27FC236}">
                <a16:creationId xmlns:a16="http://schemas.microsoft.com/office/drawing/2014/main" id="{AFBDD3A6-A990-46EA-808D-4C8A13188D3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9468532" y="5572533"/>
            <a:ext cx="1848933" cy="416464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ts val="14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8" name="Текст 69">
            <a:extLst>
              <a:ext uri="{FF2B5EF4-FFF2-40B4-BE49-F238E27FC236}">
                <a16:creationId xmlns:a16="http://schemas.microsoft.com/office/drawing/2014/main" id="{7FA7E962-2AB6-4262-9D4F-25F03E0D94D2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05430" y="5572533"/>
            <a:ext cx="1848933" cy="416464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r">
              <a:lnSpc>
                <a:spcPts val="14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0" name="Текст 69">
            <a:extLst>
              <a:ext uri="{FF2B5EF4-FFF2-40B4-BE49-F238E27FC236}">
                <a16:creationId xmlns:a16="http://schemas.microsoft.com/office/drawing/2014/main" id="{C9D833C4-142D-4314-8AD0-FAA5551A8E7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0197" y="3689506"/>
            <a:ext cx="1309617" cy="416464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r">
              <a:lnSpc>
                <a:spcPts val="14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2" name="Текст 69">
            <a:extLst>
              <a:ext uri="{FF2B5EF4-FFF2-40B4-BE49-F238E27FC236}">
                <a16:creationId xmlns:a16="http://schemas.microsoft.com/office/drawing/2014/main" id="{48DE2511-ABD0-4A6F-8DB3-BF501E362DC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8915754" y="1968500"/>
            <a:ext cx="1950445" cy="376293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>
              <a:lnSpc>
                <a:spcPts val="1400"/>
              </a:lnSpc>
              <a:buNone/>
              <a:defRPr sz="12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6" name="Текст 69">
            <a:extLst>
              <a:ext uri="{FF2B5EF4-FFF2-40B4-BE49-F238E27FC236}">
                <a16:creationId xmlns:a16="http://schemas.microsoft.com/office/drawing/2014/main" id="{7CFBC5BE-C028-49EC-8EEB-13D7FB52B58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082644" y="3651820"/>
            <a:ext cx="524905" cy="17253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6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00%</a:t>
            </a:r>
          </a:p>
        </p:txBody>
      </p:sp>
      <p:sp>
        <p:nvSpPr>
          <p:cNvPr id="128" name="Текст 69">
            <a:extLst>
              <a:ext uri="{FF2B5EF4-FFF2-40B4-BE49-F238E27FC236}">
                <a16:creationId xmlns:a16="http://schemas.microsoft.com/office/drawing/2014/main" id="{12D1E27D-ED6B-4BFA-AF88-FE671D962EC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863569" y="4426939"/>
            <a:ext cx="524905" cy="17253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6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00%</a:t>
            </a:r>
          </a:p>
        </p:txBody>
      </p:sp>
      <p:sp>
        <p:nvSpPr>
          <p:cNvPr id="129" name="Текст 69">
            <a:extLst>
              <a:ext uri="{FF2B5EF4-FFF2-40B4-BE49-F238E27FC236}">
                <a16:creationId xmlns:a16="http://schemas.microsoft.com/office/drawing/2014/main" id="{E2F78813-2958-4589-BDDB-58D51E8D252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239681" y="3069627"/>
            <a:ext cx="524905" cy="17253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6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00%</a:t>
            </a:r>
          </a:p>
        </p:txBody>
      </p:sp>
      <p:sp>
        <p:nvSpPr>
          <p:cNvPr id="130" name="Текст 69">
            <a:extLst>
              <a:ext uri="{FF2B5EF4-FFF2-40B4-BE49-F238E27FC236}">
                <a16:creationId xmlns:a16="http://schemas.microsoft.com/office/drawing/2014/main" id="{9ACF6651-5639-4544-9734-6C4C1163F049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615794" y="4841716"/>
            <a:ext cx="524905" cy="17253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6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00%</a:t>
            </a:r>
          </a:p>
        </p:txBody>
      </p:sp>
    </p:spTree>
    <p:extLst>
      <p:ext uri="{BB962C8B-B14F-4D97-AF65-F5344CB8AC3E}">
        <p14:creationId xmlns:p14="http://schemas.microsoft.com/office/powerpoint/2010/main" val="1569658721"/>
      </p:ext>
    </p:extLst>
  </p:cSld>
  <p:clrMapOvr>
    <a:masterClrMapping/>
  </p:clrMapOvr>
</p:sldLayout>
</file>

<file path=ppt/slideLayouts/slideLayout4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иаграмма Ганн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377501"/>
            <a:ext cx="9154800" cy="495624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>
                <a:effectLst/>
              </a:rPr>
              <a:t>Диаграмма </a:t>
            </a:r>
            <a:r>
              <a:rPr lang="ru-RU" dirty="0" err="1">
                <a:effectLst/>
              </a:rPr>
              <a:t>ганна</a:t>
            </a:r>
            <a:endParaRPr lang="ru-RU" dirty="0"/>
          </a:p>
        </p:txBody>
      </p:sp>
      <p:sp>
        <p:nvSpPr>
          <p:cNvPr id="16" name="Номер слайда 4">
            <a:extLst>
              <a:ext uri="{FF2B5EF4-FFF2-40B4-BE49-F238E27FC236}">
                <a16:creationId xmlns:a16="http://schemas.microsoft.com/office/drawing/2014/main" id="{15898042-DD2A-4A1C-8E4F-A38FFDF3D34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4FA5F9-3777-43AA-8E5A-9BAC1BCBECEA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5FB2A88-F839-4508-B107-B1B544FE62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302059"/>
      </p:ext>
    </p:extLst>
  </p:cSld>
  <p:clrMapOvr>
    <a:masterClrMapping/>
  </p:clrMapOvr>
</p:sldLayout>
</file>

<file path=ppt/slideLayouts/slideLayout4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тр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матрица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1829FBE-BA79-4C38-8507-4F3D32298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83" name="Текст 2">
            <a:extLst>
              <a:ext uri="{FF2B5EF4-FFF2-40B4-BE49-F238E27FC236}">
                <a16:creationId xmlns:a16="http://schemas.microsoft.com/office/drawing/2014/main" id="{B889F4C0-0613-4921-A3EE-6BAE39976B6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249714" y="1410681"/>
            <a:ext cx="7890982" cy="44673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92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</a:t>
            </a:r>
          </a:p>
        </p:txBody>
      </p:sp>
      <p:sp>
        <p:nvSpPr>
          <p:cNvPr id="84" name="Текст 2">
            <a:extLst>
              <a:ext uri="{FF2B5EF4-FFF2-40B4-BE49-F238E27FC236}">
                <a16:creationId xmlns:a16="http://schemas.microsoft.com/office/drawing/2014/main" id="{2B1640A0-36E4-4A57-8BA5-C3F775C9B4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80991" y="2225114"/>
            <a:ext cx="1393056" cy="44673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 </a:t>
            </a:r>
          </a:p>
        </p:txBody>
      </p:sp>
      <p:sp>
        <p:nvSpPr>
          <p:cNvPr id="110" name="Текст 8">
            <a:extLst>
              <a:ext uri="{FF2B5EF4-FFF2-40B4-BE49-F238E27FC236}">
                <a16:creationId xmlns:a16="http://schemas.microsoft.com/office/drawing/2014/main" id="{0B11F69F-3029-4579-942A-AAF5B28D8CA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1071" y="6132678"/>
            <a:ext cx="792843" cy="20757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>
              <a:lnSpc>
                <a:spcPct val="100000"/>
              </a:lnSpc>
              <a:buNone/>
              <a:defRPr sz="10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75" name="Текст 8">
            <a:extLst>
              <a:ext uri="{FF2B5EF4-FFF2-40B4-BE49-F238E27FC236}">
                <a16:creationId xmlns:a16="http://schemas.microsoft.com/office/drawing/2014/main" id="{B32A765B-9177-441C-86A8-1D227DA9050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981204" y="2000200"/>
            <a:ext cx="792843" cy="20757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>
              <a:lnSpc>
                <a:spcPct val="100000"/>
              </a:lnSpc>
              <a:buNone/>
              <a:defRPr sz="10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76" name="Текст 8">
            <a:extLst>
              <a:ext uri="{FF2B5EF4-FFF2-40B4-BE49-F238E27FC236}">
                <a16:creationId xmlns:a16="http://schemas.microsoft.com/office/drawing/2014/main" id="{618A559C-539F-4E32-B044-3D623A02F09D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0512282" y="6154862"/>
            <a:ext cx="792843" cy="20757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>
              <a:lnSpc>
                <a:spcPct val="100000"/>
              </a:lnSpc>
              <a:buNone/>
              <a:defRPr sz="10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79" name="Текст 2">
            <a:extLst>
              <a:ext uri="{FF2B5EF4-FFF2-40B4-BE49-F238E27FC236}">
                <a16:creationId xmlns:a16="http://schemas.microsoft.com/office/drawing/2014/main" id="{65E75AC2-7279-4458-8381-F86A3330B88B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512282" y="5609592"/>
            <a:ext cx="1393056" cy="44673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920"/>
              </a:lnSpc>
              <a:buNone/>
              <a:defRPr sz="14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Название блока </a:t>
            </a:r>
          </a:p>
        </p:txBody>
      </p:sp>
      <p:sp>
        <p:nvSpPr>
          <p:cNvPr id="80" name="Текст 2">
            <a:extLst>
              <a:ext uri="{FF2B5EF4-FFF2-40B4-BE49-F238E27FC236}">
                <a16:creationId xmlns:a16="http://schemas.microsoft.com/office/drawing/2014/main" id="{A387A644-5BE5-43A8-8EB2-0815282DCCAC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999959" y="3309671"/>
            <a:ext cx="3841895" cy="67359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920"/>
              </a:lnSpc>
              <a:buNone/>
              <a:defRPr sz="20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Название блока </a:t>
            </a:r>
          </a:p>
        </p:txBody>
      </p:sp>
      <p:sp>
        <p:nvSpPr>
          <p:cNvPr id="81" name="Текст 2">
            <a:extLst>
              <a:ext uri="{FF2B5EF4-FFF2-40B4-BE49-F238E27FC236}">
                <a16:creationId xmlns:a16="http://schemas.microsoft.com/office/drawing/2014/main" id="{470FFE1B-C8D7-4F68-9A9E-5A54E1585D2C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6350146" y="3307287"/>
            <a:ext cx="3841895" cy="67359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920"/>
              </a:lnSpc>
              <a:buNone/>
              <a:defRPr sz="20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Название блока </a:t>
            </a:r>
          </a:p>
        </p:txBody>
      </p:sp>
      <p:sp>
        <p:nvSpPr>
          <p:cNvPr id="87" name="Текст 2">
            <a:extLst>
              <a:ext uri="{FF2B5EF4-FFF2-40B4-BE49-F238E27FC236}">
                <a16:creationId xmlns:a16="http://schemas.microsoft.com/office/drawing/2014/main" id="{F79DA348-BC4B-40FD-8A95-FBC7F4D582CF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999807" y="5457985"/>
            <a:ext cx="3841895" cy="67359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920"/>
              </a:lnSpc>
              <a:buNone/>
              <a:defRPr sz="20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Название блока </a:t>
            </a:r>
          </a:p>
        </p:txBody>
      </p:sp>
      <p:sp>
        <p:nvSpPr>
          <p:cNvPr id="88" name="Текст 2">
            <a:extLst>
              <a:ext uri="{FF2B5EF4-FFF2-40B4-BE49-F238E27FC236}">
                <a16:creationId xmlns:a16="http://schemas.microsoft.com/office/drawing/2014/main" id="{05B00497-2400-4B85-BBD4-F7AA681B10CD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6349994" y="5480840"/>
            <a:ext cx="3841895" cy="67359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920"/>
              </a:lnSpc>
              <a:buNone/>
              <a:defRPr sz="20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Название блока </a:t>
            </a:r>
          </a:p>
        </p:txBody>
      </p:sp>
    </p:spTree>
    <p:extLst>
      <p:ext uri="{BB962C8B-B14F-4D97-AF65-F5344CB8AC3E}">
        <p14:creationId xmlns:p14="http://schemas.microsoft.com/office/powerpoint/2010/main" val="3442326968"/>
      </p:ext>
    </p:extLst>
  </p:cSld>
  <p:clrMapOvr>
    <a:masterClrMapping/>
  </p:clrMapOvr>
</p:sldLayout>
</file>

<file path=ppt/slideLayouts/slideLayout4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ймлай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0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 err="1"/>
              <a:t>Таймлайн</a:t>
            </a:r>
            <a:endParaRPr lang="ru-RU" dirty="0"/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1829FBE-BA79-4C38-8507-4F3D32298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554" name="Текст 9">
            <a:extLst>
              <a:ext uri="{FF2B5EF4-FFF2-40B4-BE49-F238E27FC236}">
                <a16:creationId xmlns:a16="http://schemas.microsoft.com/office/drawing/2014/main" id="{DEA490BF-A048-43B9-8298-7B7509BE22F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50919" y="1895525"/>
            <a:ext cx="70885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2020</a:t>
            </a:r>
            <a:endParaRPr lang="ru-RU" dirty="0"/>
          </a:p>
        </p:txBody>
      </p:sp>
      <p:pic>
        <p:nvPicPr>
          <p:cNvPr id="1065" name="Vector 36 [Figma 9887:67786]" descr="Vector 36. градиент в обводке">
            <a:extLst>
              <a:ext uri="{FF2B5EF4-FFF2-40B4-BE49-F238E27FC236}">
                <a16:creationId xmlns:a16="http://schemas.microsoft.com/office/drawing/2014/main" id="{E13ECE86-E6A0-47E0-B808-8244FD10668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3919440"/>
            <a:ext cx="12191695" cy="15875"/>
          </a:xfrm>
          <a:prstGeom prst="rect">
            <a:avLst/>
          </a:prstGeom>
        </p:spPr>
      </p:pic>
      <p:sp>
        <p:nvSpPr>
          <p:cNvPr id="1113" name="Текст 9">
            <a:extLst>
              <a:ext uri="{FF2B5EF4-FFF2-40B4-BE49-F238E27FC236}">
                <a16:creationId xmlns:a16="http://schemas.microsoft.com/office/drawing/2014/main" id="{B9582C21-D990-4715-9AA2-C0B08F60FC1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242140" y="2624237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0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14" name="Текст 9">
            <a:extLst>
              <a:ext uri="{FF2B5EF4-FFF2-40B4-BE49-F238E27FC236}">
                <a16:creationId xmlns:a16="http://schemas.microsoft.com/office/drawing/2014/main" id="{DCC3052A-058C-4292-B88B-D9280453B61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527237" y="5496047"/>
            <a:ext cx="70885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2020</a:t>
            </a:r>
            <a:endParaRPr lang="ru-RU" dirty="0"/>
          </a:p>
        </p:txBody>
      </p:sp>
      <p:sp>
        <p:nvSpPr>
          <p:cNvPr id="1118" name="Текст 9">
            <a:extLst>
              <a:ext uri="{FF2B5EF4-FFF2-40B4-BE49-F238E27FC236}">
                <a16:creationId xmlns:a16="http://schemas.microsoft.com/office/drawing/2014/main" id="{8E276605-B9ED-4C68-A6A8-A25B7692D40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790855" y="1211168"/>
            <a:ext cx="70885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2020</a:t>
            </a:r>
            <a:endParaRPr lang="ru-RU" dirty="0"/>
          </a:p>
        </p:txBody>
      </p:sp>
      <p:sp>
        <p:nvSpPr>
          <p:cNvPr id="1122" name="Текст 9">
            <a:extLst>
              <a:ext uri="{FF2B5EF4-FFF2-40B4-BE49-F238E27FC236}">
                <a16:creationId xmlns:a16="http://schemas.microsoft.com/office/drawing/2014/main" id="{D188547B-4206-4197-BC2D-80BE747C57A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048124" y="4808662"/>
            <a:ext cx="70885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2020</a:t>
            </a:r>
            <a:endParaRPr lang="ru-RU" dirty="0"/>
          </a:p>
        </p:txBody>
      </p:sp>
      <p:sp>
        <p:nvSpPr>
          <p:cNvPr id="1126" name="Текст 9">
            <a:extLst>
              <a:ext uri="{FF2B5EF4-FFF2-40B4-BE49-F238E27FC236}">
                <a16:creationId xmlns:a16="http://schemas.microsoft.com/office/drawing/2014/main" id="{2BF3ECB9-3224-45D1-ACAC-304FDB345C9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15222" y="1730265"/>
            <a:ext cx="70885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2020</a:t>
            </a:r>
            <a:endParaRPr lang="ru-RU" dirty="0"/>
          </a:p>
        </p:txBody>
      </p:sp>
      <p:sp>
        <p:nvSpPr>
          <p:cNvPr id="1130" name="Текст 9">
            <a:extLst>
              <a:ext uri="{FF2B5EF4-FFF2-40B4-BE49-F238E27FC236}">
                <a16:creationId xmlns:a16="http://schemas.microsoft.com/office/drawing/2014/main" id="{746598E2-0F17-4CF9-BB99-B96F7A70619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880153" y="5496047"/>
            <a:ext cx="70885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2020</a:t>
            </a:r>
            <a:endParaRPr lang="ru-RU" dirty="0"/>
          </a:p>
        </p:txBody>
      </p:sp>
      <p:sp>
        <p:nvSpPr>
          <p:cNvPr id="1134" name="Текст 9">
            <a:extLst>
              <a:ext uri="{FF2B5EF4-FFF2-40B4-BE49-F238E27FC236}">
                <a16:creationId xmlns:a16="http://schemas.microsoft.com/office/drawing/2014/main" id="{7EF3551B-00BA-498B-BCD2-A4345265B8A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219970" y="1211168"/>
            <a:ext cx="70885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accent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2020</a:t>
            </a:r>
            <a:endParaRPr lang="ru-RU" dirty="0"/>
          </a:p>
        </p:txBody>
      </p:sp>
      <p:sp>
        <p:nvSpPr>
          <p:cNvPr id="34" name="Текст 9">
            <a:extLst>
              <a:ext uri="{FF2B5EF4-FFF2-40B4-BE49-F238E27FC236}">
                <a16:creationId xmlns:a16="http://schemas.microsoft.com/office/drawing/2014/main" id="{52999795-826E-4F24-8FD3-BD1E074100D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242139" y="2361840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5" name="Текст 9">
            <a:extLst>
              <a:ext uri="{FF2B5EF4-FFF2-40B4-BE49-F238E27FC236}">
                <a16:creationId xmlns:a16="http://schemas.microsoft.com/office/drawing/2014/main" id="{E0721123-2E0D-4C0B-B2C0-6A5BCBA362BF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3790856" y="1943051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0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6" name="Текст 9">
            <a:extLst>
              <a:ext uri="{FF2B5EF4-FFF2-40B4-BE49-F238E27FC236}">
                <a16:creationId xmlns:a16="http://schemas.microsoft.com/office/drawing/2014/main" id="{19AF734D-BC7E-4B5D-B453-DF8514C8B59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3790855" y="1680654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7" name="Текст 9">
            <a:extLst>
              <a:ext uri="{FF2B5EF4-FFF2-40B4-BE49-F238E27FC236}">
                <a16:creationId xmlns:a16="http://schemas.microsoft.com/office/drawing/2014/main" id="{B468A81F-F97E-4795-86CD-8D66EA73DDAC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315223" y="2466329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0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8" name="Текст 9">
            <a:extLst>
              <a:ext uri="{FF2B5EF4-FFF2-40B4-BE49-F238E27FC236}">
                <a16:creationId xmlns:a16="http://schemas.microsoft.com/office/drawing/2014/main" id="{760D3191-7C58-40A4-8302-F60796C070C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6315222" y="2203932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9" name="Текст 9">
            <a:extLst>
              <a:ext uri="{FF2B5EF4-FFF2-40B4-BE49-F238E27FC236}">
                <a16:creationId xmlns:a16="http://schemas.microsoft.com/office/drawing/2014/main" id="{F08B95F6-63E4-4F0D-9099-4ECFDB269F5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9219971" y="1926186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0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0" name="Текст 9">
            <a:extLst>
              <a:ext uri="{FF2B5EF4-FFF2-40B4-BE49-F238E27FC236}">
                <a16:creationId xmlns:a16="http://schemas.microsoft.com/office/drawing/2014/main" id="{345B571A-40AF-4C4C-B44C-6A3AE1C8D0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9219970" y="1663789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1" name="Текст 9">
            <a:extLst>
              <a:ext uri="{FF2B5EF4-FFF2-40B4-BE49-F238E27FC236}">
                <a16:creationId xmlns:a16="http://schemas.microsoft.com/office/drawing/2014/main" id="{9B7C3458-6D16-437B-8FA1-99DE43CC0F43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7880154" y="6225996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0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2" name="Текст 9">
            <a:extLst>
              <a:ext uri="{FF2B5EF4-FFF2-40B4-BE49-F238E27FC236}">
                <a16:creationId xmlns:a16="http://schemas.microsoft.com/office/drawing/2014/main" id="{2EC9A564-A1DC-46BC-AE8A-4BF0F8FBDEE0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7880153" y="5963599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3" name="Текст 9">
            <a:extLst>
              <a:ext uri="{FF2B5EF4-FFF2-40B4-BE49-F238E27FC236}">
                <a16:creationId xmlns:a16="http://schemas.microsoft.com/office/drawing/2014/main" id="{77604964-C9E5-4236-BBDD-99E3301B5CEE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5048125" y="5523676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0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4" name="Текст 9">
            <a:extLst>
              <a:ext uri="{FF2B5EF4-FFF2-40B4-BE49-F238E27FC236}">
                <a16:creationId xmlns:a16="http://schemas.microsoft.com/office/drawing/2014/main" id="{3196D22A-C934-43C1-8C26-ECDB1008A475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048124" y="5261279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5" name="Текст 9">
            <a:extLst>
              <a:ext uri="{FF2B5EF4-FFF2-40B4-BE49-F238E27FC236}">
                <a16:creationId xmlns:a16="http://schemas.microsoft.com/office/drawing/2014/main" id="{28F6CB83-5E57-40A5-A1B6-A5D58F0DD95D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2532183" y="6221627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0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6" name="Текст 9">
            <a:extLst>
              <a:ext uri="{FF2B5EF4-FFF2-40B4-BE49-F238E27FC236}">
                <a16:creationId xmlns:a16="http://schemas.microsoft.com/office/drawing/2014/main" id="{E27530BF-94E8-42B9-BDD8-0E29D561BC77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2532182" y="5959230"/>
            <a:ext cx="1779665" cy="21487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6B768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701483059"/>
      </p:ext>
    </p:extLst>
  </p:cSld>
  <p:clrMapOvr>
    <a:masterClrMapping/>
  </p:clrMapOvr>
</p:sldLayout>
</file>

<file path=ppt/slideLayouts/slideLayout4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нта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1792" y="368300"/>
            <a:ext cx="9154800" cy="504825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4200"/>
              </a:lnSpc>
              <a:defRPr sz="4200" b="0" i="0" cap="all" baseline="0"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Контакты</a:t>
            </a:r>
          </a:p>
        </p:txBody>
      </p:sp>
      <p:sp>
        <p:nvSpPr>
          <p:cNvPr id="23" name="Номер слайда 9">
            <a:extLst>
              <a:ext uri="{FF2B5EF4-FFF2-40B4-BE49-F238E27FC236}">
                <a16:creationId xmlns:a16="http://schemas.microsoft.com/office/drawing/2014/main" id="{0D857509-91BB-496A-A921-1CEA52E6EB4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AC9BD9-2152-4D47-BB3C-1D9B4604EA4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1829FBE-BA79-4C38-8507-4F3D32298E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pic>
        <p:nvPicPr>
          <p:cNvPr id="26" name="Line [Figma 9887:67838]" descr="Line. градиент в обводке">
            <a:extLst>
              <a:ext uri="{FF2B5EF4-FFF2-40B4-BE49-F238E27FC236}">
                <a16:creationId xmlns:a16="http://schemas.microsoft.com/office/drawing/2014/main" id="{2B6EBC08-B468-469E-924D-42171CE086C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0212" y="1339816"/>
            <a:ext cx="6606" cy="2520000"/>
          </a:xfrm>
          <a:prstGeom prst="rect">
            <a:avLst/>
          </a:prstGeom>
        </p:spPr>
      </p:pic>
      <p:pic>
        <p:nvPicPr>
          <p:cNvPr id="27" name="Vector [Figma 9887:67839]" descr="Vector. градиент в обводке">
            <a:extLst>
              <a:ext uri="{FF2B5EF4-FFF2-40B4-BE49-F238E27FC236}">
                <a16:creationId xmlns:a16="http://schemas.microsoft.com/office/drawing/2014/main" id="{E56B74DE-0252-4864-8AD6-5E049F184DD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3387" y="2362141"/>
            <a:ext cx="8089698" cy="6350"/>
          </a:xfrm>
          <a:prstGeom prst="rect">
            <a:avLst/>
          </a:prstGeom>
        </p:spPr>
      </p:pic>
      <p:pic>
        <p:nvPicPr>
          <p:cNvPr id="28" name="Vector [Figma 9887:67840]" descr="Vector. градиент в обводке">
            <a:extLst>
              <a:ext uri="{FF2B5EF4-FFF2-40B4-BE49-F238E27FC236}">
                <a16:creationId xmlns:a16="http://schemas.microsoft.com/office/drawing/2014/main" id="{09DD1619-D895-47E6-AE03-3613D1EA1EB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5247" y="3210192"/>
            <a:ext cx="8089698" cy="6350"/>
          </a:xfrm>
          <a:prstGeom prst="rect">
            <a:avLst/>
          </a:prstGeom>
        </p:spPr>
      </p:pic>
      <p:sp>
        <p:nvSpPr>
          <p:cNvPr id="10" name="Текст 9">
            <a:extLst>
              <a:ext uri="{FF2B5EF4-FFF2-40B4-BE49-F238E27FC236}">
                <a16:creationId xmlns:a16="http://schemas.microsoft.com/office/drawing/2014/main" id="{F729E2AA-E15D-4755-9855-3A226B5260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66020" y="1981956"/>
            <a:ext cx="3255962" cy="2825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buNone/>
              <a:defRPr sz="2000">
                <a:solidFill>
                  <a:schemeClr val="bg1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54" name="Текст 9">
            <a:extLst>
              <a:ext uri="{FF2B5EF4-FFF2-40B4-BE49-F238E27FC236}">
                <a16:creationId xmlns:a16="http://schemas.microsoft.com/office/drawing/2014/main" id="{DEA490BF-A048-43B9-8298-7B7509BE22F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66020" y="1605189"/>
            <a:ext cx="447454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3200"/>
              </a:lnSpc>
              <a:buNone/>
              <a:defRPr sz="26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555" name="Текст 9">
            <a:extLst>
              <a:ext uri="{FF2B5EF4-FFF2-40B4-BE49-F238E27FC236}">
                <a16:creationId xmlns:a16="http://schemas.microsoft.com/office/drawing/2014/main" id="{9041DA87-DE44-4A52-B76A-221BB9E9D57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54074" y="3283420"/>
            <a:ext cx="1701348" cy="28258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8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8(900) 000-00-00</a:t>
            </a:r>
          </a:p>
        </p:txBody>
      </p:sp>
      <p:sp>
        <p:nvSpPr>
          <p:cNvPr id="556" name="Текст 9">
            <a:extLst>
              <a:ext uri="{FF2B5EF4-FFF2-40B4-BE49-F238E27FC236}">
                <a16:creationId xmlns:a16="http://schemas.microsoft.com/office/drawing/2014/main" id="{F594D22D-38EA-441B-8BA9-3BF11DA203A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368691" y="3283420"/>
            <a:ext cx="1740168" cy="28258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8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name@vtb.ru</a:t>
            </a:r>
            <a:endParaRPr lang="ru-RU" dirty="0"/>
          </a:p>
        </p:txBody>
      </p:sp>
      <p:sp>
        <p:nvSpPr>
          <p:cNvPr id="557" name="Текст 9">
            <a:extLst>
              <a:ext uri="{FF2B5EF4-FFF2-40B4-BE49-F238E27FC236}">
                <a16:creationId xmlns:a16="http://schemas.microsoft.com/office/drawing/2014/main" id="{2DC6E15E-917B-44FC-BB80-CAD6EEC4033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816543" y="3314079"/>
            <a:ext cx="1740168" cy="28258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800"/>
              </a:lnSpc>
              <a:buNone/>
              <a:defRPr sz="1400">
                <a:solidFill>
                  <a:schemeClr val="bg1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Описание </a:t>
            </a:r>
            <a:r>
              <a:rPr lang="en-US" dirty="0"/>
              <a:t>QR</a:t>
            </a:r>
            <a:endParaRPr lang="ru-RU" dirty="0"/>
          </a:p>
        </p:txBody>
      </p:sp>
      <p:sp>
        <p:nvSpPr>
          <p:cNvPr id="558" name="Текст 9">
            <a:extLst>
              <a:ext uri="{FF2B5EF4-FFF2-40B4-BE49-F238E27FC236}">
                <a16:creationId xmlns:a16="http://schemas.microsoft.com/office/drawing/2014/main" id="{6FECFB43-AF64-4CBB-801F-E9DC4EE554D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66020" y="4518206"/>
            <a:ext cx="3255962" cy="28258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buNone/>
              <a:defRPr sz="2000">
                <a:solidFill>
                  <a:srgbClr val="6B7683"/>
                </a:solidFill>
                <a:latin typeface="VTB Group Light" panose="020B0403040504020204" pitchFamily="34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59" name="Текст 9">
            <a:extLst>
              <a:ext uri="{FF2B5EF4-FFF2-40B4-BE49-F238E27FC236}">
                <a16:creationId xmlns:a16="http://schemas.microsoft.com/office/drawing/2014/main" id="{6CA01C6D-BAEC-4FCF-BBBD-2F29E121C2B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66020" y="4141439"/>
            <a:ext cx="4474540" cy="37676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3200"/>
              </a:lnSpc>
              <a:buNone/>
              <a:defRPr sz="26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ФАМИЛИЯ ИМЯ ОТЧЕСТВО</a:t>
            </a:r>
          </a:p>
        </p:txBody>
      </p:sp>
      <p:sp>
        <p:nvSpPr>
          <p:cNvPr id="560" name="Текст 9">
            <a:extLst>
              <a:ext uri="{FF2B5EF4-FFF2-40B4-BE49-F238E27FC236}">
                <a16:creationId xmlns:a16="http://schemas.microsoft.com/office/drawing/2014/main" id="{8A9B6AB2-48C3-4B41-AB64-CA690B528CF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54074" y="5819670"/>
            <a:ext cx="1701348" cy="28258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800"/>
              </a:lnSpc>
              <a:buNone/>
              <a:defRPr sz="14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8(900) 000-00-00</a:t>
            </a:r>
          </a:p>
        </p:txBody>
      </p:sp>
      <p:sp>
        <p:nvSpPr>
          <p:cNvPr id="561" name="Текст 9">
            <a:extLst>
              <a:ext uri="{FF2B5EF4-FFF2-40B4-BE49-F238E27FC236}">
                <a16:creationId xmlns:a16="http://schemas.microsoft.com/office/drawing/2014/main" id="{6F10D35F-3F1E-44A9-95DD-59CF8D0971E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368691" y="5819670"/>
            <a:ext cx="1740168" cy="28258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lnSpc>
                <a:spcPts val="1800"/>
              </a:lnSpc>
              <a:buNone/>
              <a:defRPr sz="14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en-US" dirty="0"/>
              <a:t>name@vtb.ru</a:t>
            </a:r>
            <a:endParaRPr lang="ru-RU" dirty="0"/>
          </a:p>
        </p:txBody>
      </p:sp>
      <p:sp>
        <p:nvSpPr>
          <p:cNvPr id="562" name="Текст 9">
            <a:extLst>
              <a:ext uri="{FF2B5EF4-FFF2-40B4-BE49-F238E27FC236}">
                <a16:creationId xmlns:a16="http://schemas.microsoft.com/office/drawing/2014/main" id="{39A3763A-8E3F-4593-A4E0-54B25CE50C0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816543" y="5850329"/>
            <a:ext cx="1740168" cy="28258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lnSpc>
                <a:spcPts val="1800"/>
              </a:lnSpc>
              <a:buNone/>
              <a:defRPr sz="1400">
                <a:solidFill>
                  <a:schemeClr val="accent3"/>
                </a:solidFill>
                <a:latin typeface="VTB Group Book" panose="020B0503040504020204" pitchFamily="34" charset="-52"/>
              </a:defRPr>
            </a:lvl1pPr>
          </a:lstStyle>
          <a:p>
            <a:pPr lvl="0"/>
            <a:r>
              <a:rPr lang="ru-RU" dirty="0"/>
              <a:t>Описание </a:t>
            </a:r>
            <a:r>
              <a:rPr lang="en-US" dirty="0"/>
              <a:t>QR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42533587"/>
      </p:ext>
    </p:extLst>
  </p:cSld>
  <p:clrMapOvr>
    <a:masterClrMapping/>
  </p:clrMapOvr>
</p:sldLayout>
</file>

<file path=ppt/slideLayouts/slideLayout4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устой слайд (Чёрный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Номер слайда 4">
            <a:extLst>
              <a:ext uri="{FF2B5EF4-FFF2-40B4-BE49-F238E27FC236}">
                <a16:creationId xmlns:a16="http://schemas.microsoft.com/office/drawing/2014/main" id="{15898042-DD2A-4A1C-8E4F-A38FFDF3D34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728450" y="6270625"/>
            <a:ext cx="463550" cy="587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800" kern="1200">
                <a:solidFill>
                  <a:srgbClr val="ACB6C3"/>
                </a:solidFill>
                <a:latin typeface="VTB Group Book" panose="020B0503040504020204" pitchFamily="34" charset="-52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9pPr>
          </a:lstStyle>
          <a:p>
            <a:pPr>
              <a:defRPr/>
            </a:pPr>
            <a:fld id="{FCD04C69-8FC8-4C03-8ACF-0472C4A98B9D}" type="slidenum">
              <a:rPr lang="ru-RU" smtClean="0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5FB2A88-F839-4508-B107-B1B544FE62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73CB44E0-99CC-45B9-8F40-352025978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0" y="457201"/>
            <a:ext cx="9154800" cy="91440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>
              <a:lnSpc>
                <a:spcPts val="4200"/>
              </a:lnSpc>
              <a:defRPr sz="4000" b="0" i="0" cap="all" baseline="0">
                <a:solidFill>
                  <a:schemeClr val="tx1"/>
                </a:solidFill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Пустой слайд</a:t>
            </a:r>
          </a:p>
        </p:txBody>
      </p:sp>
    </p:spTree>
    <p:extLst>
      <p:ext uri="{BB962C8B-B14F-4D97-AF65-F5344CB8AC3E}">
        <p14:creationId xmlns:p14="http://schemas.microsoft.com/office/powerpoint/2010/main" val="2603018659"/>
      </p:ext>
    </p:extLst>
  </p:cSld>
  <p:clrMapOvr>
    <a:masterClrMapping/>
  </p:clrMapOvr>
</p:sldLayout>
</file>

<file path=ppt/slideLayouts/slideLayout4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устой слайд (Белый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0990" y="457201"/>
            <a:ext cx="9154800" cy="914400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>
              <a:lnSpc>
                <a:spcPts val="4200"/>
              </a:lnSpc>
              <a:defRPr sz="4000" b="0" i="0" cap="all" baseline="0">
                <a:solidFill>
                  <a:schemeClr val="bg1"/>
                </a:solidFill>
                <a:effectLst/>
                <a:latin typeface="VTB Group Book" panose="020B0503040504020204" pitchFamily="34" charset="-52"/>
              </a:defRPr>
            </a:lvl1pPr>
          </a:lstStyle>
          <a:p>
            <a:r>
              <a:rPr lang="ru-RU" dirty="0"/>
              <a:t>Пустой слайд</a:t>
            </a:r>
          </a:p>
        </p:txBody>
      </p:sp>
      <p:sp>
        <p:nvSpPr>
          <p:cNvPr id="16" name="Номер слайда 4">
            <a:extLst>
              <a:ext uri="{FF2B5EF4-FFF2-40B4-BE49-F238E27FC236}">
                <a16:creationId xmlns:a16="http://schemas.microsoft.com/office/drawing/2014/main" id="{15898042-DD2A-4A1C-8E4F-A38FFDF3D34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728450" y="6270625"/>
            <a:ext cx="463550" cy="587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algn="l" rtl="0" eaLnBrk="1" fontAlgn="auto" hangingPunct="1">
              <a:spcBef>
                <a:spcPts val="0"/>
              </a:spcBef>
              <a:spcAft>
                <a:spcPts val="0"/>
              </a:spcAft>
              <a:defRPr sz="800" kern="1200">
                <a:solidFill>
                  <a:srgbClr val="ACB6C3"/>
                </a:solidFill>
                <a:latin typeface="VTB Group Book" panose="020B0503040504020204" pitchFamily="34" charset="-52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TB Group"/>
                <a:ea typeface="+mn-ea"/>
                <a:cs typeface="+mn-cs"/>
              </a:defRPr>
            </a:lvl9pPr>
          </a:lstStyle>
          <a:p>
            <a:pPr>
              <a:defRPr/>
            </a:pPr>
            <a:fld id="{FCD04C69-8FC8-4C03-8ACF-0472C4A98B9D}" type="slidenum">
              <a:rPr lang="ru-RU" smtClean="0"/>
              <a:pPr>
                <a:defRPr/>
              </a:pPr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B80958F-F964-4FB2-98AB-C385146611C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6884" y="368300"/>
            <a:ext cx="1823641" cy="32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02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9" Type="http://schemas.openxmlformats.org/officeDocument/2006/relationships/slideLayout" Target="../slideLayouts/slideLayout49.xml"/><Relationship Id="rId51" Type="http://schemas.openxmlformats.org/officeDocument/2006/relationships/slideLayout" Target="../slideLayouts/slideLayout51.xml"/><Relationship Id="rId5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60.xml"/><Relationship Id="rId3" Type="http://schemas.openxmlformats.org/officeDocument/2006/relationships/slideLayout" Target="../slideLayouts/slideLayout61.xml"/><Relationship Id="rId4" Type="http://schemas.openxmlformats.org/officeDocument/2006/relationships/slideLayout" Target="../slideLayouts/slideLayout62.xml"/><Relationship Id="rId5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5.xml"/><Relationship Id="rId8" Type="http://schemas.openxmlformats.org/officeDocument/2006/relationships/slideLayout" Target="../slideLayouts/slideLayout66.xml"/><Relationship Id="rId9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0.xml"/><Relationship Id="rId13" Type="http://schemas.openxmlformats.org/officeDocument/2006/relationships/slideLayout" Target="../slideLayouts/slideLayout71.xml"/><Relationship Id="rId14" Type="http://schemas.openxmlformats.org/officeDocument/2006/relationships/slideLayout" Target="../slideLayouts/slideLayout72.xml"/><Relationship Id="rId15" Type="http://schemas.openxmlformats.org/officeDocument/2006/relationships/slideLayout" Target="../slideLayouts/slideLayout73.xml"/><Relationship Id="rId16" Type="http://schemas.openxmlformats.org/officeDocument/2006/relationships/slideLayout" Target="../slideLayouts/slideLayout74.xml"/><Relationship Id="rId17" Type="http://schemas.openxmlformats.org/officeDocument/2006/relationships/slideLayout" Target="../slideLayouts/slideLayout75.xml"/><Relationship Id="rId18" Type="http://schemas.openxmlformats.org/officeDocument/2006/relationships/slideLayout" Target="../slideLayouts/slideLayout76.xml"/><Relationship Id="rId19" Type="http://schemas.openxmlformats.org/officeDocument/2006/relationships/slideLayout" Target="../slideLayouts/slideLayout77.xml"/><Relationship Id="rId20" Type="http://schemas.openxmlformats.org/officeDocument/2006/relationships/slideLayout" Target="../slideLayouts/slideLayout78.xml"/><Relationship Id="rId21" Type="http://schemas.openxmlformats.org/officeDocument/2006/relationships/slideLayout" Target="../slideLayouts/slideLayout79.xml"/><Relationship Id="rId22" Type="http://schemas.openxmlformats.org/officeDocument/2006/relationships/slideLayout" Target="../slideLayouts/slideLayout80.xml"/><Relationship Id="rId23" Type="http://schemas.openxmlformats.org/officeDocument/2006/relationships/slideLayout" Target="../slideLayouts/slideLayout81.xml"/><Relationship Id="rId24" Type="http://schemas.openxmlformats.org/officeDocument/2006/relationships/slideLayout" Target="../slideLayouts/slideLayout82.xml"/><Relationship Id="rId25" Type="http://schemas.openxmlformats.org/officeDocument/2006/relationships/slideLayout" Target="../slideLayouts/slideLayout83.xml"/><Relationship Id="rId26" Type="http://schemas.openxmlformats.org/officeDocument/2006/relationships/slideLayout" Target="../slideLayouts/slideLayout84.xml"/><Relationship Id="rId27" Type="http://schemas.openxmlformats.org/officeDocument/2006/relationships/slideLayout" Target="../slideLayouts/slideLayout85.xml"/><Relationship Id="rId28" Type="http://schemas.openxmlformats.org/officeDocument/2006/relationships/slideLayout" Target="../slideLayouts/slideLayout86.xml"/><Relationship Id="rId29" Type="http://schemas.openxmlformats.org/officeDocument/2006/relationships/slideLayout" Target="../slideLayouts/slideLayout87.xml"/><Relationship Id="rId30" Type="http://schemas.openxmlformats.org/officeDocument/2006/relationships/slideLayout" Target="../slideLayouts/slideLayout88.xml"/><Relationship Id="rId31" Type="http://schemas.openxmlformats.org/officeDocument/2006/relationships/slideLayout" Target="../slideLayouts/slideLayout89.xml"/><Relationship Id="rId32" Type="http://schemas.openxmlformats.org/officeDocument/2006/relationships/slideLayout" Target="../slideLayouts/slideLayout90.xml"/><Relationship Id="rId33" Type="http://schemas.openxmlformats.org/officeDocument/2006/relationships/slideLayout" Target="../slideLayouts/slideLayout91.xml"/><Relationship Id="rId34" Type="http://schemas.openxmlformats.org/officeDocument/2006/relationships/slideLayout" Target="../slideLayouts/slideLayout92.xml"/><Relationship Id="rId35" Type="http://schemas.openxmlformats.org/officeDocument/2006/relationships/slideLayout" Target="../slideLayouts/slideLayout93.xml"/><Relationship Id="rId36" Type="http://schemas.openxmlformats.org/officeDocument/2006/relationships/slideLayout" Target="../slideLayouts/slideLayout94.xml"/><Relationship Id="rId38" Type="http://schemas.openxmlformats.org/officeDocument/2006/relationships/slideLayout" Target="../slideLayouts/slideLayout96.xml"/><Relationship Id="rId39" Type="http://schemas.openxmlformats.org/officeDocument/2006/relationships/slideLayout" Target="../slideLayouts/slideLayout97.xml"/><Relationship Id="rId40" Type="http://schemas.openxmlformats.org/officeDocument/2006/relationships/slideLayout" Target="../slideLayouts/slideLayout98.xml"/><Relationship Id="rId41" Type="http://schemas.openxmlformats.org/officeDocument/2006/relationships/slideLayout" Target="../slideLayouts/slideLayout99.xml"/><Relationship Id="rId42" Type="http://schemas.openxmlformats.org/officeDocument/2006/relationships/slideLayout" Target="../slideLayouts/slideLayout100.xml"/><Relationship Id="rId43" Type="http://schemas.openxmlformats.org/officeDocument/2006/relationships/slideLayout" Target="../slideLayouts/slideLayout101.xml"/><Relationship Id="rId49" Type="http://schemas.openxmlformats.org/officeDocument/2006/relationships/slideLayout" Target="../slideLayouts/slideLayout107.xml"/><Relationship Id="rId51" Type="http://schemas.openxmlformats.org/officeDocument/2006/relationships/slideLayout" Target="../slideLayouts/slideLayout109.xml"/><Relationship Id="rId59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18.xml"/><Relationship Id="rId3" Type="http://schemas.openxmlformats.org/officeDocument/2006/relationships/slideLayout" Target="../slideLayouts/slideLayout119.xml"/><Relationship Id="rId4" Type="http://schemas.openxmlformats.org/officeDocument/2006/relationships/slideLayout" Target="../slideLayouts/slideLayout120.xml"/><Relationship Id="rId5" Type="http://schemas.openxmlformats.org/officeDocument/2006/relationships/slideLayout" Target="../slideLayouts/slideLayout121.xml"/><Relationship Id="rId6" Type="http://schemas.openxmlformats.org/officeDocument/2006/relationships/slideLayout" Target="../slideLayouts/slideLayout122.xml"/><Relationship Id="rId7" Type="http://schemas.openxmlformats.org/officeDocument/2006/relationships/slideLayout" Target="../slideLayouts/slideLayout123.xml"/><Relationship Id="rId8" Type="http://schemas.openxmlformats.org/officeDocument/2006/relationships/slideLayout" Target="../slideLayouts/slideLayout124.xml"/><Relationship Id="rId9" Type="http://schemas.openxmlformats.org/officeDocument/2006/relationships/slideLayout" Target="../slideLayouts/slideLayout125.xml"/><Relationship Id="rId10" Type="http://schemas.openxmlformats.org/officeDocument/2006/relationships/slideLayout" Target="../slideLayouts/slideLayout126.xml"/><Relationship Id="rId11" Type="http://schemas.openxmlformats.org/officeDocument/2006/relationships/slideLayout" Target="../slideLayouts/slideLayout127.xml"/><Relationship Id="rId12" Type="http://schemas.openxmlformats.org/officeDocument/2006/relationships/slideLayout" Target="../slideLayouts/slideLayout128.xml"/><Relationship Id="rId13" Type="http://schemas.openxmlformats.org/officeDocument/2006/relationships/slideLayout" Target="../slideLayouts/slideLayout129.xml"/><Relationship Id="rId14" Type="http://schemas.openxmlformats.org/officeDocument/2006/relationships/slideLayout" Target="../slideLayouts/slideLayout130.xml"/><Relationship Id="rId15" Type="http://schemas.openxmlformats.org/officeDocument/2006/relationships/slideLayout" Target="../slideLayouts/slideLayout131.xml"/><Relationship Id="rId16" Type="http://schemas.openxmlformats.org/officeDocument/2006/relationships/slideLayout" Target="../slideLayouts/slideLayout132.xml"/><Relationship Id="rId17" Type="http://schemas.openxmlformats.org/officeDocument/2006/relationships/slideLayout" Target="../slideLayouts/slideLayout133.xml"/><Relationship Id="rId18" Type="http://schemas.openxmlformats.org/officeDocument/2006/relationships/slideLayout" Target="../slideLayouts/slideLayout134.xml"/><Relationship Id="rId19" Type="http://schemas.openxmlformats.org/officeDocument/2006/relationships/slideLayout" Target="../slideLayouts/slideLayout135.xml"/><Relationship Id="rId20" Type="http://schemas.openxmlformats.org/officeDocument/2006/relationships/slideLayout" Target="../slideLayouts/slideLayout136.xml"/><Relationship Id="rId21" Type="http://schemas.openxmlformats.org/officeDocument/2006/relationships/slideLayout" Target="../slideLayouts/slideLayout137.xml"/><Relationship Id="rId22" Type="http://schemas.openxmlformats.org/officeDocument/2006/relationships/slideLayout" Target="../slideLayouts/slideLayout138.xml"/><Relationship Id="rId23" Type="http://schemas.openxmlformats.org/officeDocument/2006/relationships/slideLayout" Target="../slideLayouts/slideLayout139.xml"/><Relationship Id="rId24" Type="http://schemas.openxmlformats.org/officeDocument/2006/relationships/slideLayout" Target="../slideLayouts/slideLayout140.xml"/><Relationship Id="rId25" Type="http://schemas.openxmlformats.org/officeDocument/2006/relationships/slideLayout" Target="../slideLayouts/slideLayout141.xml"/><Relationship Id="rId26" Type="http://schemas.openxmlformats.org/officeDocument/2006/relationships/slideLayout" Target="../slideLayouts/slideLayout142.xml"/><Relationship Id="rId27" Type="http://schemas.openxmlformats.org/officeDocument/2006/relationships/slideLayout" Target="../slideLayouts/slideLayout143.xml"/><Relationship Id="rId28" Type="http://schemas.openxmlformats.org/officeDocument/2006/relationships/slideLayout" Target="../slideLayouts/slideLayout144.xml"/><Relationship Id="rId29" Type="http://schemas.openxmlformats.org/officeDocument/2006/relationships/slideLayout" Target="../slideLayouts/slideLayout145.xml"/><Relationship Id="rId30" Type="http://schemas.openxmlformats.org/officeDocument/2006/relationships/slideLayout" Target="../slideLayouts/slideLayout146.xml"/><Relationship Id="rId31" Type="http://schemas.openxmlformats.org/officeDocument/2006/relationships/slideLayout" Target="../slideLayouts/slideLayout147.xml"/><Relationship Id="rId32" Type="http://schemas.openxmlformats.org/officeDocument/2006/relationships/slideLayout" Target="../slideLayouts/slideLayout148.xml"/><Relationship Id="rId33" Type="http://schemas.openxmlformats.org/officeDocument/2006/relationships/slideLayout" Target="../slideLayouts/slideLayout149.xml"/><Relationship Id="rId34" Type="http://schemas.openxmlformats.org/officeDocument/2006/relationships/slideLayout" Target="../slideLayouts/slideLayout150.xml"/><Relationship Id="rId35" Type="http://schemas.openxmlformats.org/officeDocument/2006/relationships/slideLayout" Target="../slideLayouts/slideLayout151.xml"/><Relationship Id="rId36" Type="http://schemas.openxmlformats.org/officeDocument/2006/relationships/slideLayout" Target="../slideLayouts/slideLayout152.xml"/><Relationship Id="rId38" Type="http://schemas.openxmlformats.org/officeDocument/2006/relationships/slideLayout" Target="../slideLayouts/slideLayout154.xml"/><Relationship Id="rId39" Type="http://schemas.openxmlformats.org/officeDocument/2006/relationships/slideLayout" Target="../slideLayouts/slideLayout155.xml"/><Relationship Id="rId40" Type="http://schemas.openxmlformats.org/officeDocument/2006/relationships/slideLayout" Target="../slideLayouts/slideLayout156.xml"/><Relationship Id="rId41" Type="http://schemas.openxmlformats.org/officeDocument/2006/relationships/slideLayout" Target="../slideLayouts/slideLayout157.xml"/><Relationship Id="rId42" Type="http://schemas.openxmlformats.org/officeDocument/2006/relationships/slideLayout" Target="../slideLayouts/slideLayout158.xml"/><Relationship Id="rId43" Type="http://schemas.openxmlformats.org/officeDocument/2006/relationships/slideLayout" Target="../slideLayouts/slideLayout159.xml"/><Relationship Id="rId49" Type="http://schemas.openxmlformats.org/officeDocument/2006/relationships/slideLayout" Target="../slideLayouts/slideLayout165.xml"/><Relationship Id="rId51" Type="http://schemas.openxmlformats.org/officeDocument/2006/relationships/slideLayout" Target="../slideLayouts/slideLayout167.xml"/><Relationship Id="rId59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176.xml"/><Relationship Id="rId3" Type="http://schemas.openxmlformats.org/officeDocument/2006/relationships/slideLayout" Target="../slideLayouts/slideLayout177.xml"/><Relationship Id="rId4" Type="http://schemas.openxmlformats.org/officeDocument/2006/relationships/slideLayout" Target="../slideLayouts/slideLayout178.xml"/><Relationship Id="rId5" Type="http://schemas.openxmlformats.org/officeDocument/2006/relationships/slideLayout" Target="../slideLayouts/slideLayout179.xml"/><Relationship Id="rId6" Type="http://schemas.openxmlformats.org/officeDocument/2006/relationships/slideLayout" Target="../slideLayouts/slideLayout180.xml"/><Relationship Id="rId7" Type="http://schemas.openxmlformats.org/officeDocument/2006/relationships/slideLayout" Target="../slideLayouts/slideLayout181.xml"/><Relationship Id="rId8" Type="http://schemas.openxmlformats.org/officeDocument/2006/relationships/slideLayout" Target="../slideLayouts/slideLayout182.xml"/><Relationship Id="rId9" Type="http://schemas.openxmlformats.org/officeDocument/2006/relationships/slideLayout" Target="../slideLayouts/slideLayout183.xml"/><Relationship Id="rId10" Type="http://schemas.openxmlformats.org/officeDocument/2006/relationships/slideLayout" Target="../slideLayouts/slideLayout184.xml"/><Relationship Id="rId11" Type="http://schemas.openxmlformats.org/officeDocument/2006/relationships/slideLayout" Target="../slideLayouts/slideLayout185.xml"/><Relationship Id="rId12" Type="http://schemas.openxmlformats.org/officeDocument/2006/relationships/slideLayout" Target="../slideLayouts/slideLayout186.xml"/><Relationship Id="rId13" Type="http://schemas.openxmlformats.org/officeDocument/2006/relationships/slideLayout" Target="../slideLayouts/slideLayout187.xml"/><Relationship Id="rId14" Type="http://schemas.openxmlformats.org/officeDocument/2006/relationships/slideLayout" Target="../slideLayouts/slideLayout188.xml"/><Relationship Id="rId15" Type="http://schemas.openxmlformats.org/officeDocument/2006/relationships/slideLayout" Target="../slideLayouts/slideLayout189.xml"/><Relationship Id="rId16" Type="http://schemas.openxmlformats.org/officeDocument/2006/relationships/slideLayout" Target="../slideLayouts/slideLayout190.xml"/><Relationship Id="rId17" Type="http://schemas.openxmlformats.org/officeDocument/2006/relationships/slideLayout" Target="../slideLayouts/slideLayout191.xml"/><Relationship Id="rId18" Type="http://schemas.openxmlformats.org/officeDocument/2006/relationships/slideLayout" Target="../slideLayouts/slideLayout192.xml"/><Relationship Id="rId19" Type="http://schemas.openxmlformats.org/officeDocument/2006/relationships/slideLayout" Target="../slideLayouts/slideLayout193.xml"/><Relationship Id="rId20" Type="http://schemas.openxmlformats.org/officeDocument/2006/relationships/slideLayout" Target="../slideLayouts/slideLayout194.xml"/><Relationship Id="rId21" Type="http://schemas.openxmlformats.org/officeDocument/2006/relationships/slideLayout" Target="../slideLayouts/slideLayout195.xml"/><Relationship Id="rId22" Type="http://schemas.openxmlformats.org/officeDocument/2006/relationships/slideLayout" Target="../slideLayouts/slideLayout196.xml"/><Relationship Id="rId23" Type="http://schemas.openxmlformats.org/officeDocument/2006/relationships/slideLayout" Target="../slideLayouts/slideLayout197.xml"/><Relationship Id="rId24" Type="http://schemas.openxmlformats.org/officeDocument/2006/relationships/slideLayout" Target="../slideLayouts/slideLayout198.xml"/><Relationship Id="rId25" Type="http://schemas.openxmlformats.org/officeDocument/2006/relationships/slideLayout" Target="../slideLayouts/slideLayout199.xml"/><Relationship Id="rId26" Type="http://schemas.openxmlformats.org/officeDocument/2006/relationships/slideLayout" Target="../slideLayouts/slideLayout200.xml"/><Relationship Id="rId27" Type="http://schemas.openxmlformats.org/officeDocument/2006/relationships/slideLayout" Target="../slideLayouts/slideLayout201.xml"/><Relationship Id="rId28" Type="http://schemas.openxmlformats.org/officeDocument/2006/relationships/slideLayout" Target="../slideLayouts/slideLayout202.xml"/><Relationship Id="rId29" Type="http://schemas.openxmlformats.org/officeDocument/2006/relationships/slideLayout" Target="../slideLayouts/slideLayout203.xml"/><Relationship Id="rId30" Type="http://schemas.openxmlformats.org/officeDocument/2006/relationships/slideLayout" Target="../slideLayouts/slideLayout204.xml"/><Relationship Id="rId31" Type="http://schemas.openxmlformats.org/officeDocument/2006/relationships/slideLayout" Target="../slideLayouts/slideLayout205.xml"/><Relationship Id="rId32" Type="http://schemas.openxmlformats.org/officeDocument/2006/relationships/slideLayout" Target="../slideLayouts/slideLayout206.xml"/><Relationship Id="rId33" Type="http://schemas.openxmlformats.org/officeDocument/2006/relationships/slideLayout" Target="../slideLayouts/slideLayout207.xml"/><Relationship Id="rId34" Type="http://schemas.openxmlformats.org/officeDocument/2006/relationships/slideLayout" Target="../slideLayouts/slideLayout208.xml"/><Relationship Id="rId35" Type="http://schemas.openxmlformats.org/officeDocument/2006/relationships/slideLayout" Target="../slideLayouts/slideLayout209.xml"/><Relationship Id="rId36" Type="http://schemas.openxmlformats.org/officeDocument/2006/relationships/slideLayout" Target="../slideLayouts/slideLayout210.xml"/><Relationship Id="rId38" Type="http://schemas.openxmlformats.org/officeDocument/2006/relationships/slideLayout" Target="../slideLayouts/slideLayout212.xml"/><Relationship Id="rId39" Type="http://schemas.openxmlformats.org/officeDocument/2006/relationships/slideLayout" Target="../slideLayouts/slideLayout213.xml"/><Relationship Id="rId40" Type="http://schemas.openxmlformats.org/officeDocument/2006/relationships/slideLayout" Target="../slideLayouts/slideLayout214.xml"/><Relationship Id="rId41" Type="http://schemas.openxmlformats.org/officeDocument/2006/relationships/slideLayout" Target="../slideLayouts/slideLayout215.xml"/><Relationship Id="rId42" Type="http://schemas.openxmlformats.org/officeDocument/2006/relationships/slideLayout" Target="../slideLayouts/slideLayout216.xml"/><Relationship Id="rId43" Type="http://schemas.openxmlformats.org/officeDocument/2006/relationships/slideLayout" Target="../slideLayouts/slideLayout217.xml"/><Relationship Id="rId49" Type="http://schemas.openxmlformats.org/officeDocument/2006/relationships/slideLayout" Target="../slideLayouts/slideLayout223.xml"/><Relationship Id="rId51" Type="http://schemas.openxmlformats.org/officeDocument/2006/relationships/slideLayout" Target="../slideLayouts/slideLayout225.xml"/><Relationship Id="rId59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34.xml"/><Relationship Id="rId3" Type="http://schemas.openxmlformats.org/officeDocument/2006/relationships/slideLayout" Target="../slideLayouts/slideLayout235.xml"/><Relationship Id="rId4" Type="http://schemas.openxmlformats.org/officeDocument/2006/relationships/slideLayout" Target="../slideLayouts/slideLayout236.xml"/><Relationship Id="rId5" Type="http://schemas.openxmlformats.org/officeDocument/2006/relationships/slideLayout" Target="../slideLayouts/slideLayout237.xml"/><Relationship Id="rId6" Type="http://schemas.openxmlformats.org/officeDocument/2006/relationships/slideLayout" Target="../slideLayouts/slideLayout238.xml"/><Relationship Id="rId7" Type="http://schemas.openxmlformats.org/officeDocument/2006/relationships/slideLayout" Target="../slideLayouts/slideLayout239.xml"/><Relationship Id="rId8" Type="http://schemas.openxmlformats.org/officeDocument/2006/relationships/slideLayout" Target="../slideLayouts/slideLayout240.xml"/><Relationship Id="rId9" Type="http://schemas.openxmlformats.org/officeDocument/2006/relationships/slideLayout" Target="../slideLayouts/slideLayout241.xml"/><Relationship Id="rId10" Type="http://schemas.openxmlformats.org/officeDocument/2006/relationships/slideLayout" Target="../slideLayouts/slideLayout242.xml"/><Relationship Id="rId11" Type="http://schemas.openxmlformats.org/officeDocument/2006/relationships/slideLayout" Target="../slideLayouts/slideLayout243.xml"/><Relationship Id="rId12" Type="http://schemas.openxmlformats.org/officeDocument/2006/relationships/slideLayout" Target="../slideLayouts/slideLayout244.xml"/><Relationship Id="rId13" Type="http://schemas.openxmlformats.org/officeDocument/2006/relationships/slideLayout" Target="../slideLayouts/slideLayout245.xml"/><Relationship Id="rId14" Type="http://schemas.openxmlformats.org/officeDocument/2006/relationships/slideLayout" Target="../slideLayouts/slideLayout246.xml"/><Relationship Id="rId15" Type="http://schemas.openxmlformats.org/officeDocument/2006/relationships/slideLayout" Target="../slideLayouts/slideLayout247.xml"/><Relationship Id="rId16" Type="http://schemas.openxmlformats.org/officeDocument/2006/relationships/slideLayout" Target="../slideLayouts/slideLayout248.xml"/><Relationship Id="rId17" Type="http://schemas.openxmlformats.org/officeDocument/2006/relationships/slideLayout" Target="../slideLayouts/slideLayout249.xml"/><Relationship Id="rId18" Type="http://schemas.openxmlformats.org/officeDocument/2006/relationships/slideLayout" Target="../slideLayouts/slideLayout250.xml"/><Relationship Id="rId19" Type="http://schemas.openxmlformats.org/officeDocument/2006/relationships/slideLayout" Target="../slideLayouts/slideLayout251.xml"/><Relationship Id="rId20" Type="http://schemas.openxmlformats.org/officeDocument/2006/relationships/slideLayout" Target="../slideLayouts/slideLayout252.xml"/><Relationship Id="rId21" Type="http://schemas.openxmlformats.org/officeDocument/2006/relationships/slideLayout" Target="../slideLayouts/slideLayout253.xml"/><Relationship Id="rId22" Type="http://schemas.openxmlformats.org/officeDocument/2006/relationships/slideLayout" Target="../slideLayouts/slideLayout254.xml"/><Relationship Id="rId23" Type="http://schemas.openxmlformats.org/officeDocument/2006/relationships/slideLayout" Target="../slideLayouts/slideLayout255.xml"/><Relationship Id="rId24" Type="http://schemas.openxmlformats.org/officeDocument/2006/relationships/slideLayout" Target="../slideLayouts/slideLayout256.xml"/><Relationship Id="rId25" Type="http://schemas.openxmlformats.org/officeDocument/2006/relationships/slideLayout" Target="../slideLayouts/slideLayout257.xml"/><Relationship Id="rId26" Type="http://schemas.openxmlformats.org/officeDocument/2006/relationships/slideLayout" Target="../slideLayouts/slideLayout258.xml"/><Relationship Id="rId27" Type="http://schemas.openxmlformats.org/officeDocument/2006/relationships/slideLayout" Target="../slideLayouts/slideLayout259.xml"/><Relationship Id="rId28" Type="http://schemas.openxmlformats.org/officeDocument/2006/relationships/slideLayout" Target="../slideLayouts/slideLayout260.xml"/><Relationship Id="rId29" Type="http://schemas.openxmlformats.org/officeDocument/2006/relationships/slideLayout" Target="../slideLayouts/slideLayout261.xml"/><Relationship Id="rId30" Type="http://schemas.openxmlformats.org/officeDocument/2006/relationships/slideLayout" Target="../slideLayouts/slideLayout262.xml"/><Relationship Id="rId31" Type="http://schemas.openxmlformats.org/officeDocument/2006/relationships/slideLayout" Target="../slideLayouts/slideLayout263.xml"/><Relationship Id="rId32" Type="http://schemas.openxmlformats.org/officeDocument/2006/relationships/slideLayout" Target="../slideLayouts/slideLayout264.xml"/><Relationship Id="rId33" Type="http://schemas.openxmlformats.org/officeDocument/2006/relationships/slideLayout" Target="../slideLayouts/slideLayout265.xml"/><Relationship Id="rId34" Type="http://schemas.openxmlformats.org/officeDocument/2006/relationships/slideLayout" Target="../slideLayouts/slideLayout266.xml"/><Relationship Id="rId35" Type="http://schemas.openxmlformats.org/officeDocument/2006/relationships/slideLayout" Target="../slideLayouts/slideLayout267.xml"/><Relationship Id="rId36" Type="http://schemas.openxmlformats.org/officeDocument/2006/relationships/slideLayout" Target="../slideLayouts/slideLayout268.xml"/><Relationship Id="rId38" Type="http://schemas.openxmlformats.org/officeDocument/2006/relationships/slideLayout" Target="../slideLayouts/slideLayout270.xml"/><Relationship Id="rId39" Type="http://schemas.openxmlformats.org/officeDocument/2006/relationships/slideLayout" Target="../slideLayouts/slideLayout271.xml"/><Relationship Id="rId40" Type="http://schemas.openxmlformats.org/officeDocument/2006/relationships/slideLayout" Target="../slideLayouts/slideLayout272.xml"/><Relationship Id="rId41" Type="http://schemas.openxmlformats.org/officeDocument/2006/relationships/slideLayout" Target="../slideLayouts/slideLayout273.xml"/><Relationship Id="rId42" Type="http://schemas.openxmlformats.org/officeDocument/2006/relationships/slideLayout" Target="../slideLayouts/slideLayout274.xml"/><Relationship Id="rId43" Type="http://schemas.openxmlformats.org/officeDocument/2006/relationships/slideLayout" Target="../slideLayouts/slideLayout275.xml"/><Relationship Id="rId49" Type="http://schemas.openxmlformats.org/officeDocument/2006/relationships/slideLayout" Target="../slideLayouts/slideLayout281.xml"/><Relationship Id="rId51" Type="http://schemas.openxmlformats.org/officeDocument/2006/relationships/slideLayout" Target="../slideLayouts/slideLayout283.xml"/><Relationship Id="rId59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92.xml"/><Relationship Id="rId3" Type="http://schemas.openxmlformats.org/officeDocument/2006/relationships/slideLayout" Target="../slideLayouts/slideLayout293.xml"/><Relationship Id="rId4" Type="http://schemas.openxmlformats.org/officeDocument/2006/relationships/slideLayout" Target="../slideLayouts/slideLayout294.xml"/><Relationship Id="rId5" Type="http://schemas.openxmlformats.org/officeDocument/2006/relationships/slideLayout" Target="../slideLayouts/slideLayout295.xml"/><Relationship Id="rId6" Type="http://schemas.openxmlformats.org/officeDocument/2006/relationships/slideLayout" Target="../slideLayouts/slideLayout296.xml"/><Relationship Id="rId7" Type="http://schemas.openxmlformats.org/officeDocument/2006/relationships/slideLayout" Target="../slideLayouts/slideLayout297.xml"/><Relationship Id="rId8" Type="http://schemas.openxmlformats.org/officeDocument/2006/relationships/slideLayout" Target="../slideLayouts/slideLayout298.xml"/><Relationship Id="rId9" Type="http://schemas.openxmlformats.org/officeDocument/2006/relationships/slideLayout" Target="../slideLayouts/slideLayout299.xml"/><Relationship Id="rId10" Type="http://schemas.openxmlformats.org/officeDocument/2006/relationships/slideLayout" Target="../slideLayouts/slideLayout300.xml"/><Relationship Id="rId11" Type="http://schemas.openxmlformats.org/officeDocument/2006/relationships/slideLayout" Target="../slideLayouts/slideLayout301.xml"/><Relationship Id="rId12" Type="http://schemas.openxmlformats.org/officeDocument/2006/relationships/slideLayout" Target="../slideLayouts/slideLayout302.xml"/><Relationship Id="rId13" Type="http://schemas.openxmlformats.org/officeDocument/2006/relationships/slideLayout" Target="../slideLayouts/slideLayout303.xml"/><Relationship Id="rId14" Type="http://schemas.openxmlformats.org/officeDocument/2006/relationships/slideLayout" Target="../slideLayouts/slideLayout304.xml"/><Relationship Id="rId15" Type="http://schemas.openxmlformats.org/officeDocument/2006/relationships/slideLayout" Target="../slideLayouts/slideLayout305.xml"/><Relationship Id="rId16" Type="http://schemas.openxmlformats.org/officeDocument/2006/relationships/slideLayout" Target="../slideLayouts/slideLayout306.xml"/><Relationship Id="rId17" Type="http://schemas.openxmlformats.org/officeDocument/2006/relationships/slideLayout" Target="../slideLayouts/slideLayout307.xml"/><Relationship Id="rId18" Type="http://schemas.openxmlformats.org/officeDocument/2006/relationships/slideLayout" Target="../slideLayouts/slideLayout308.xml"/><Relationship Id="rId19" Type="http://schemas.openxmlformats.org/officeDocument/2006/relationships/slideLayout" Target="../slideLayouts/slideLayout309.xml"/><Relationship Id="rId20" Type="http://schemas.openxmlformats.org/officeDocument/2006/relationships/slideLayout" Target="../slideLayouts/slideLayout310.xml"/><Relationship Id="rId21" Type="http://schemas.openxmlformats.org/officeDocument/2006/relationships/slideLayout" Target="../slideLayouts/slideLayout311.xml"/><Relationship Id="rId22" Type="http://schemas.openxmlformats.org/officeDocument/2006/relationships/slideLayout" Target="../slideLayouts/slideLayout312.xml"/><Relationship Id="rId23" Type="http://schemas.openxmlformats.org/officeDocument/2006/relationships/slideLayout" Target="../slideLayouts/slideLayout313.xml"/><Relationship Id="rId24" Type="http://schemas.openxmlformats.org/officeDocument/2006/relationships/slideLayout" Target="../slideLayouts/slideLayout314.xml"/><Relationship Id="rId25" Type="http://schemas.openxmlformats.org/officeDocument/2006/relationships/slideLayout" Target="../slideLayouts/slideLayout315.xml"/><Relationship Id="rId26" Type="http://schemas.openxmlformats.org/officeDocument/2006/relationships/slideLayout" Target="../slideLayouts/slideLayout316.xml"/><Relationship Id="rId27" Type="http://schemas.openxmlformats.org/officeDocument/2006/relationships/slideLayout" Target="../slideLayouts/slideLayout317.xml"/><Relationship Id="rId28" Type="http://schemas.openxmlformats.org/officeDocument/2006/relationships/slideLayout" Target="../slideLayouts/slideLayout318.xml"/><Relationship Id="rId29" Type="http://schemas.openxmlformats.org/officeDocument/2006/relationships/slideLayout" Target="../slideLayouts/slideLayout319.xml"/><Relationship Id="rId30" Type="http://schemas.openxmlformats.org/officeDocument/2006/relationships/slideLayout" Target="../slideLayouts/slideLayout320.xml"/><Relationship Id="rId31" Type="http://schemas.openxmlformats.org/officeDocument/2006/relationships/slideLayout" Target="../slideLayouts/slideLayout321.xml"/><Relationship Id="rId32" Type="http://schemas.openxmlformats.org/officeDocument/2006/relationships/slideLayout" Target="../slideLayouts/slideLayout322.xml"/><Relationship Id="rId33" Type="http://schemas.openxmlformats.org/officeDocument/2006/relationships/slideLayout" Target="../slideLayouts/slideLayout323.xml"/><Relationship Id="rId34" Type="http://schemas.openxmlformats.org/officeDocument/2006/relationships/slideLayout" Target="../slideLayouts/slideLayout324.xml"/><Relationship Id="rId35" Type="http://schemas.openxmlformats.org/officeDocument/2006/relationships/slideLayout" Target="../slideLayouts/slideLayout325.xml"/><Relationship Id="rId36" Type="http://schemas.openxmlformats.org/officeDocument/2006/relationships/slideLayout" Target="../slideLayouts/slideLayout326.xml"/><Relationship Id="rId38" Type="http://schemas.openxmlformats.org/officeDocument/2006/relationships/slideLayout" Target="../slideLayouts/slideLayout328.xml"/><Relationship Id="rId39" Type="http://schemas.openxmlformats.org/officeDocument/2006/relationships/slideLayout" Target="../slideLayouts/slideLayout329.xml"/><Relationship Id="rId40" Type="http://schemas.openxmlformats.org/officeDocument/2006/relationships/slideLayout" Target="../slideLayouts/slideLayout330.xml"/><Relationship Id="rId41" Type="http://schemas.openxmlformats.org/officeDocument/2006/relationships/slideLayout" Target="../slideLayouts/slideLayout331.xml"/><Relationship Id="rId42" Type="http://schemas.openxmlformats.org/officeDocument/2006/relationships/slideLayout" Target="../slideLayouts/slideLayout332.xml"/><Relationship Id="rId43" Type="http://schemas.openxmlformats.org/officeDocument/2006/relationships/slideLayout" Target="../slideLayouts/slideLayout333.xml"/><Relationship Id="rId49" Type="http://schemas.openxmlformats.org/officeDocument/2006/relationships/slideLayout" Target="../slideLayouts/slideLayout339.xml"/><Relationship Id="rId51" Type="http://schemas.openxmlformats.org/officeDocument/2006/relationships/slideLayout" Target="../slideLayouts/slideLayout341.xml"/><Relationship Id="rId59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350.xml"/><Relationship Id="rId3" Type="http://schemas.openxmlformats.org/officeDocument/2006/relationships/slideLayout" Target="../slideLayouts/slideLayout351.xml"/><Relationship Id="rId4" Type="http://schemas.openxmlformats.org/officeDocument/2006/relationships/slideLayout" Target="../slideLayouts/slideLayout352.xml"/><Relationship Id="rId5" Type="http://schemas.openxmlformats.org/officeDocument/2006/relationships/slideLayout" Target="../slideLayouts/slideLayout353.xml"/><Relationship Id="rId6" Type="http://schemas.openxmlformats.org/officeDocument/2006/relationships/slideLayout" Target="../slideLayouts/slideLayout354.xml"/><Relationship Id="rId7" Type="http://schemas.openxmlformats.org/officeDocument/2006/relationships/slideLayout" Target="../slideLayouts/slideLayout355.xml"/><Relationship Id="rId8" Type="http://schemas.openxmlformats.org/officeDocument/2006/relationships/slideLayout" Target="../slideLayouts/slideLayout356.xml"/><Relationship Id="rId9" Type="http://schemas.openxmlformats.org/officeDocument/2006/relationships/slideLayout" Target="../slideLayouts/slideLayout357.xml"/><Relationship Id="rId10" Type="http://schemas.openxmlformats.org/officeDocument/2006/relationships/slideLayout" Target="../slideLayouts/slideLayout358.xml"/><Relationship Id="rId11" Type="http://schemas.openxmlformats.org/officeDocument/2006/relationships/slideLayout" Target="../slideLayouts/slideLayout359.xml"/><Relationship Id="rId12" Type="http://schemas.openxmlformats.org/officeDocument/2006/relationships/slideLayout" Target="../slideLayouts/slideLayout360.xml"/><Relationship Id="rId13" Type="http://schemas.openxmlformats.org/officeDocument/2006/relationships/slideLayout" Target="../slideLayouts/slideLayout361.xml"/><Relationship Id="rId14" Type="http://schemas.openxmlformats.org/officeDocument/2006/relationships/slideLayout" Target="../slideLayouts/slideLayout362.xml"/><Relationship Id="rId15" Type="http://schemas.openxmlformats.org/officeDocument/2006/relationships/slideLayout" Target="../slideLayouts/slideLayout363.xml"/><Relationship Id="rId16" Type="http://schemas.openxmlformats.org/officeDocument/2006/relationships/slideLayout" Target="../slideLayouts/slideLayout364.xml"/><Relationship Id="rId17" Type="http://schemas.openxmlformats.org/officeDocument/2006/relationships/slideLayout" Target="../slideLayouts/slideLayout365.xml"/><Relationship Id="rId18" Type="http://schemas.openxmlformats.org/officeDocument/2006/relationships/slideLayout" Target="../slideLayouts/slideLayout366.xml"/><Relationship Id="rId19" Type="http://schemas.openxmlformats.org/officeDocument/2006/relationships/slideLayout" Target="../slideLayouts/slideLayout367.xml"/><Relationship Id="rId20" Type="http://schemas.openxmlformats.org/officeDocument/2006/relationships/slideLayout" Target="../slideLayouts/slideLayout368.xml"/><Relationship Id="rId21" Type="http://schemas.openxmlformats.org/officeDocument/2006/relationships/slideLayout" Target="../slideLayouts/slideLayout369.xml"/><Relationship Id="rId22" Type="http://schemas.openxmlformats.org/officeDocument/2006/relationships/slideLayout" Target="../slideLayouts/slideLayout370.xml"/><Relationship Id="rId23" Type="http://schemas.openxmlformats.org/officeDocument/2006/relationships/slideLayout" Target="../slideLayouts/slideLayout371.xml"/><Relationship Id="rId24" Type="http://schemas.openxmlformats.org/officeDocument/2006/relationships/slideLayout" Target="../slideLayouts/slideLayout372.xml"/><Relationship Id="rId25" Type="http://schemas.openxmlformats.org/officeDocument/2006/relationships/slideLayout" Target="../slideLayouts/slideLayout373.xml"/><Relationship Id="rId26" Type="http://schemas.openxmlformats.org/officeDocument/2006/relationships/slideLayout" Target="../slideLayouts/slideLayout374.xml"/><Relationship Id="rId27" Type="http://schemas.openxmlformats.org/officeDocument/2006/relationships/slideLayout" Target="../slideLayouts/slideLayout375.xml"/><Relationship Id="rId28" Type="http://schemas.openxmlformats.org/officeDocument/2006/relationships/slideLayout" Target="../slideLayouts/slideLayout376.xml"/><Relationship Id="rId29" Type="http://schemas.openxmlformats.org/officeDocument/2006/relationships/slideLayout" Target="../slideLayouts/slideLayout377.xml"/><Relationship Id="rId30" Type="http://schemas.openxmlformats.org/officeDocument/2006/relationships/slideLayout" Target="../slideLayouts/slideLayout378.xml"/><Relationship Id="rId31" Type="http://schemas.openxmlformats.org/officeDocument/2006/relationships/slideLayout" Target="../slideLayouts/slideLayout379.xml"/><Relationship Id="rId32" Type="http://schemas.openxmlformats.org/officeDocument/2006/relationships/slideLayout" Target="../slideLayouts/slideLayout380.xml"/><Relationship Id="rId33" Type="http://schemas.openxmlformats.org/officeDocument/2006/relationships/slideLayout" Target="../slideLayouts/slideLayout381.xml"/><Relationship Id="rId34" Type="http://schemas.openxmlformats.org/officeDocument/2006/relationships/slideLayout" Target="../slideLayouts/slideLayout382.xml"/><Relationship Id="rId35" Type="http://schemas.openxmlformats.org/officeDocument/2006/relationships/slideLayout" Target="../slideLayouts/slideLayout383.xml"/><Relationship Id="rId36" Type="http://schemas.openxmlformats.org/officeDocument/2006/relationships/slideLayout" Target="../slideLayouts/slideLayout384.xml"/><Relationship Id="rId38" Type="http://schemas.openxmlformats.org/officeDocument/2006/relationships/slideLayout" Target="../slideLayouts/slideLayout386.xml"/><Relationship Id="rId39" Type="http://schemas.openxmlformats.org/officeDocument/2006/relationships/slideLayout" Target="../slideLayouts/slideLayout387.xml"/><Relationship Id="rId40" Type="http://schemas.openxmlformats.org/officeDocument/2006/relationships/slideLayout" Target="../slideLayouts/slideLayout388.xml"/><Relationship Id="rId41" Type="http://schemas.openxmlformats.org/officeDocument/2006/relationships/slideLayout" Target="../slideLayouts/slideLayout389.xml"/><Relationship Id="rId42" Type="http://schemas.openxmlformats.org/officeDocument/2006/relationships/slideLayout" Target="../slideLayouts/slideLayout390.xml"/><Relationship Id="rId43" Type="http://schemas.openxmlformats.org/officeDocument/2006/relationships/slideLayout" Target="../slideLayouts/slideLayout391.xml"/><Relationship Id="rId49" Type="http://schemas.openxmlformats.org/officeDocument/2006/relationships/slideLayout" Target="../slideLayouts/slideLayout397.xml"/><Relationship Id="rId51" Type="http://schemas.openxmlformats.org/officeDocument/2006/relationships/slideLayout" Target="../slideLayouts/slideLayout399.xml"/><Relationship Id="rId59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408.xml"/><Relationship Id="rId3" Type="http://schemas.openxmlformats.org/officeDocument/2006/relationships/slideLayout" Target="../slideLayouts/slideLayout409.xml"/><Relationship Id="rId4" Type="http://schemas.openxmlformats.org/officeDocument/2006/relationships/slideLayout" Target="../slideLayouts/slideLayout410.xml"/><Relationship Id="rId5" Type="http://schemas.openxmlformats.org/officeDocument/2006/relationships/slideLayout" Target="../slideLayouts/slideLayout411.xml"/><Relationship Id="rId6" Type="http://schemas.openxmlformats.org/officeDocument/2006/relationships/slideLayout" Target="../slideLayouts/slideLayout412.xml"/><Relationship Id="rId7" Type="http://schemas.openxmlformats.org/officeDocument/2006/relationships/slideLayout" Target="../slideLayouts/slideLayout413.xml"/><Relationship Id="rId8" Type="http://schemas.openxmlformats.org/officeDocument/2006/relationships/slideLayout" Target="../slideLayouts/slideLayout414.xml"/><Relationship Id="rId9" Type="http://schemas.openxmlformats.org/officeDocument/2006/relationships/slideLayout" Target="../slideLayouts/slideLayout415.xml"/><Relationship Id="rId10" Type="http://schemas.openxmlformats.org/officeDocument/2006/relationships/slideLayout" Target="../slideLayouts/slideLayout416.xml"/><Relationship Id="rId11" Type="http://schemas.openxmlformats.org/officeDocument/2006/relationships/slideLayout" Target="../slideLayouts/slideLayout417.xml"/><Relationship Id="rId12" Type="http://schemas.openxmlformats.org/officeDocument/2006/relationships/slideLayout" Target="../slideLayouts/slideLayout418.xml"/><Relationship Id="rId13" Type="http://schemas.openxmlformats.org/officeDocument/2006/relationships/slideLayout" Target="../slideLayouts/slideLayout419.xml"/><Relationship Id="rId14" Type="http://schemas.openxmlformats.org/officeDocument/2006/relationships/slideLayout" Target="../slideLayouts/slideLayout420.xml"/><Relationship Id="rId15" Type="http://schemas.openxmlformats.org/officeDocument/2006/relationships/slideLayout" Target="../slideLayouts/slideLayout421.xml"/><Relationship Id="rId16" Type="http://schemas.openxmlformats.org/officeDocument/2006/relationships/slideLayout" Target="../slideLayouts/slideLayout422.xml"/><Relationship Id="rId17" Type="http://schemas.openxmlformats.org/officeDocument/2006/relationships/slideLayout" Target="../slideLayouts/slideLayout423.xml"/><Relationship Id="rId18" Type="http://schemas.openxmlformats.org/officeDocument/2006/relationships/slideLayout" Target="../slideLayouts/slideLayout424.xml"/><Relationship Id="rId19" Type="http://schemas.openxmlformats.org/officeDocument/2006/relationships/slideLayout" Target="../slideLayouts/slideLayout425.xml"/><Relationship Id="rId20" Type="http://schemas.openxmlformats.org/officeDocument/2006/relationships/slideLayout" Target="../slideLayouts/slideLayout426.xml"/><Relationship Id="rId21" Type="http://schemas.openxmlformats.org/officeDocument/2006/relationships/slideLayout" Target="../slideLayouts/slideLayout427.xml"/><Relationship Id="rId22" Type="http://schemas.openxmlformats.org/officeDocument/2006/relationships/slideLayout" Target="../slideLayouts/slideLayout428.xml"/><Relationship Id="rId23" Type="http://schemas.openxmlformats.org/officeDocument/2006/relationships/slideLayout" Target="../slideLayouts/slideLayout429.xml"/><Relationship Id="rId24" Type="http://schemas.openxmlformats.org/officeDocument/2006/relationships/slideLayout" Target="../slideLayouts/slideLayout430.xml"/><Relationship Id="rId25" Type="http://schemas.openxmlformats.org/officeDocument/2006/relationships/slideLayout" Target="../slideLayouts/slideLayout431.xml"/><Relationship Id="rId26" Type="http://schemas.openxmlformats.org/officeDocument/2006/relationships/slideLayout" Target="../slideLayouts/slideLayout432.xml"/><Relationship Id="rId27" Type="http://schemas.openxmlformats.org/officeDocument/2006/relationships/slideLayout" Target="../slideLayouts/slideLayout433.xml"/><Relationship Id="rId28" Type="http://schemas.openxmlformats.org/officeDocument/2006/relationships/slideLayout" Target="../slideLayouts/slideLayout434.xml"/><Relationship Id="rId29" Type="http://schemas.openxmlformats.org/officeDocument/2006/relationships/slideLayout" Target="../slideLayouts/slideLayout435.xml"/><Relationship Id="rId30" Type="http://schemas.openxmlformats.org/officeDocument/2006/relationships/slideLayout" Target="../slideLayouts/slideLayout436.xml"/><Relationship Id="rId31" Type="http://schemas.openxmlformats.org/officeDocument/2006/relationships/slideLayout" Target="../slideLayouts/slideLayout437.xml"/><Relationship Id="rId32" Type="http://schemas.openxmlformats.org/officeDocument/2006/relationships/slideLayout" Target="../slideLayouts/slideLayout438.xml"/><Relationship Id="rId33" Type="http://schemas.openxmlformats.org/officeDocument/2006/relationships/slideLayout" Target="../slideLayouts/slideLayout439.xml"/><Relationship Id="rId34" Type="http://schemas.openxmlformats.org/officeDocument/2006/relationships/slideLayout" Target="../slideLayouts/slideLayout440.xml"/><Relationship Id="rId35" Type="http://schemas.openxmlformats.org/officeDocument/2006/relationships/slideLayout" Target="../slideLayouts/slideLayout441.xml"/><Relationship Id="rId36" Type="http://schemas.openxmlformats.org/officeDocument/2006/relationships/slideLayout" Target="../slideLayouts/slideLayout442.xml"/><Relationship Id="rId38" Type="http://schemas.openxmlformats.org/officeDocument/2006/relationships/slideLayout" Target="../slideLayouts/slideLayout444.xml"/><Relationship Id="rId39" Type="http://schemas.openxmlformats.org/officeDocument/2006/relationships/slideLayout" Target="../slideLayouts/slideLayout445.xml"/><Relationship Id="rId40" Type="http://schemas.openxmlformats.org/officeDocument/2006/relationships/slideLayout" Target="../slideLayouts/slideLayout446.xml"/><Relationship Id="rId41" Type="http://schemas.openxmlformats.org/officeDocument/2006/relationships/slideLayout" Target="../slideLayouts/slideLayout447.xml"/><Relationship Id="rId42" Type="http://schemas.openxmlformats.org/officeDocument/2006/relationships/slideLayout" Target="../slideLayouts/slideLayout448.xml"/><Relationship Id="rId43" Type="http://schemas.openxmlformats.org/officeDocument/2006/relationships/slideLayout" Target="../slideLayouts/slideLayout449.xml"/><Relationship Id="rId49" Type="http://schemas.openxmlformats.org/officeDocument/2006/relationships/slideLayout" Target="../slideLayouts/slideLayout455.xml"/><Relationship Id="rId51" Type="http://schemas.openxmlformats.org/officeDocument/2006/relationships/slideLayout" Target="../slideLayouts/slideLayout457.xml"/><Relationship Id="rId59" Type="http://schemas.openxmlformats.org/officeDocument/2006/relationships/theme" Target="../theme/theme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7DAC755-8DEA-4172-AF51-921CF824A3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8450" y="6270625"/>
            <a:ext cx="463550" cy="587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8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>
              <a:defRPr/>
            </a:pPr>
            <a:fld id="{FCD04C69-8FC8-4C03-8ACF-0472C4A98B9D}" type="slidenum">
              <a:rPr lang="ru-RU" smtClean="0"/>
              <a:pPr>
                <a:defRPr/>
              </a:pPr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0" r:id="rId2"/>
    <p:sldLayoutId id="2147483958" r:id="rId3"/>
    <p:sldLayoutId id="2147483960" r:id="rId4"/>
    <p:sldLayoutId id="2147483961" r:id="rId5"/>
    <p:sldLayoutId id="2147483962" r:id="rId6"/>
    <p:sldLayoutId id="2147484013" r:id="rId7"/>
    <p:sldLayoutId id="2147483963" r:id="rId8"/>
    <p:sldLayoutId id="2147483968" r:id="rId9"/>
    <p:sldLayoutId id="2147483969" r:id="rId10"/>
    <p:sldLayoutId id="2147483970" r:id="rId11"/>
    <p:sldLayoutId id="2147483971" r:id="rId12"/>
    <p:sldLayoutId id="2147484004" r:id="rId13"/>
    <p:sldLayoutId id="2147483972" r:id="rId14"/>
    <p:sldLayoutId id="2147483974" r:id="rId15"/>
    <p:sldLayoutId id="2147483941" r:id="rId16"/>
    <p:sldLayoutId id="2147483976" r:id="rId17"/>
    <p:sldLayoutId id="2147483975" r:id="rId18"/>
    <p:sldLayoutId id="2147483978" r:id="rId19"/>
    <p:sldLayoutId id="2147483991" r:id="rId20"/>
    <p:sldLayoutId id="2147483980" r:id="rId21"/>
    <p:sldLayoutId id="2147483981" r:id="rId22"/>
    <p:sldLayoutId id="2147483984" r:id="rId23"/>
    <p:sldLayoutId id="2147483985" r:id="rId24"/>
    <p:sldLayoutId id="2147484305" r:id="rId25"/>
    <p:sldLayoutId id="2147483986" r:id="rId26"/>
    <p:sldLayoutId id="2147483943" r:id="rId27"/>
    <p:sldLayoutId id="2147483992" r:id="rId28"/>
    <p:sldLayoutId id="2147483993" r:id="rId29"/>
    <p:sldLayoutId id="2147483945" r:id="rId30"/>
    <p:sldLayoutId id="2147483994" r:id="rId31"/>
    <p:sldLayoutId id="2147483942" r:id="rId32"/>
    <p:sldLayoutId id="2147483995" r:id="rId33"/>
    <p:sldLayoutId id="2147484005" r:id="rId34"/>
    <p:sldLayoutId id="2147484007" r:id="rId35"/>
    <p:sldLayoutId id="2147484008" r:id="rId36"/>
    <p:sldLayoutId id="2147484016" r:id="rId38"/>
    <p:sldLayoutId id="2147484064" r:id="rId39"/>
    <p:sldLayoutId id="2147484065" r:id="rId40"/>
    <p:sldLayoutId id="2147484011" r:id="rId41"/>
    <p:sldLayoutId id="2147484010" r:id="rId42"/>
    <p:sldLayoutId id="2147484009" r:id="rId43"/>
    <p:sldLayoutId id="2147484214" r:id="rId49"/>
    <p:sldLayoutId id="2147484216" r:id="rId5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Group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Group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Group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Group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Group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Group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Group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Group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7DAC755-8DEA-4172-AF51-921CF824A3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8450" y="6270625"/>
            <a:ext cx="463550" cy="587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8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>
              <a:defRPr/>
            </a:pPr>
            <a:fld id="{FCD04C69-8FC8-4C03-8ACF-0472C4A98B9D}" type="slidenum">
              <a:rPr lang="ru-RU" smtClean="0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463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7" r:id="rId2"/>
    <p:sldLayoutId id="2147484068" r:id="rId3"/>
    <p:sldLayoutId id="2147484069" r:id="rId4"/>
    <p:sldLayoutId id="2147484070" r:id="rId5"/>
    <p:sldLayoutId id="2147484071" r:id="rId6"/>
    <p:sldLayoutId id="2147484072" r:id="rId7"/>
    <p:sldLayoutId id="2147484073" r:id="rId8"/>
    <p:sldLayoutId id="2147484074" r:id="rId9"/>
    <p:sldLayoutId id="2147484075" r:id="rId10"/>
    <p:sldLayoutId id="2147484076" r:id="rId11"/>
    <p:sldLayoutId id="2147484077" r:id="rId12"/>
    <p:sldLayoutId id="2147484078" r:id="rId13"/>
    <p:sldLayoutId id="2147484079" r:id="rId14"/>
    <p:sldLayoutId id="2147484080" r:id="rId15"/>
    <p:sldLayoutId id="2147484081" r:id="rId16"/>
    <p:sldLayoutId id="2147484082" r:id="rId17"/>
    <p:sldLayoutId id="2147484083" r:id="rId18"/>
    <p:sldLayoutId id="2147484084" r:id="rId19"/>
    <p:sldLayoutId id="2147484085" r:id="rId20"/>
    <p:sldLayoutId id="2147484086" r:id="rId21"/>
    <p:sldLayoutId id="2147484087" r:id="rId22"/>
    <p:sldLayoutId id="2147484088" r:id="rId23"/>
    <p:sldLayoutId id="2147484089" r:id="rId24"/>
    <p:sldLayoutId id="2147484304" r:id="rId25"/>
    <p:sldLayoutId id="2147484091" r:id="rId26"/>
    <p:sldLayoutId id="2147484092" r:id="rId27"/>
    <p:sldLayoutId id="2147484093" r:id="rId28"/>
    <p:sldLayoutId id="2147484094" r:id="rId29"/>
    <p:sldLayoutId id="2147484095" r:id="rId30"/>
    <p:sldLayoutId id="2147484096" r:id="rId31"/>
    <p:sldLayoutId id="2147484097" r:id="rId32"/>
    <p:sldLayoutId id="2147484098" r:id="rId33"/>
    <p:sldLayoutId id="2147484099" r:id="rId34"/>
    <p:sldLayoutId id="2147484100" r:id="rId35"/>
    <p:sldLayoutId id="2147484101" r:id="rId36"/>
    <p:sldLayoutId id="2147484103" r:id="rId38"/>
    <p:sldLayoutId id="2147484104" r:id="rId39"/>
    <p:sldLayoutId id="2147484105" r:id="rId40"/>
    <p:sldLayoutId id="2147484106" r:id="rId41"/>
    <p:sldLayoutId id="2147484107" r:id="rId42"/>
    <p:sldLayoutId id="2147484108" r:id="rId43"/>
    <p:sldLayoutId id="2147484220" r:id="rId49"/>
    <p:sldLayoutId id="2147484222" r:id="rId5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Group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Group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Group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Group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Group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Group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Group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Group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7DAC755-8DEA-4172-AF51-921CF824A3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8450" y="6270625"/>
            <a:ext cx="463550" cy="587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8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>
              <a:defRPr/>
            </a:pPr>
            <a:fld id="{FCD04C69-8FC8-4C03-8ACF-0472C4A98B9D}" type="slidenum">
              <a:rPr lang="ru-RU" smtClean="0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53007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53" r:id="rId2"/>
    <p:sldLayoutId id="2147484154" r:id="rId3"/>
    <p:sldLayoutId id="2147484155" r:id="rId4"/>
    <p:sldLayoutId id="2147484156" r:id="rId5"/>
    <p:sldLayoutId id="2147484157" r:id="rId6"/>
    <p:sldLayoutId id="2147484158" r:id="rId7"/>
    <p:sldLayoutId id="2147484159" r:id="rId8"/>
    <p:sldLayoutId id="2147484160" r:id="rId9"/>
    <p:sldLayoutId id="2147484161" r:id="rId10"/>
    <p:sldLayoutId id="2147484162" r:id="rId11"/>
    <p:sldLayoutId id="2147484163" r:id="rId12"/>
    <p:sldLayoutId id="2147484164" r:id="rId13"/>
    <p:sldLayoutId id="2147484165" r:id="rId14"/>
    <p:sldLayoutId id="2147484166" r:id="rId15"/>
    <p:sldLayoutId id="2147484167" r:id="rId16"/>
    <p:sldLayoutId id="2147484168" r:id="rId17"/>
    <p:sldLayoutId id="2147484169" r:id="rId18"/>
    <p:sldLayoutId id="2147484170" r:id="rId19"/>
    <p:sldLayoutId id="2147484171" r:id="rId20"/>
    <p:sldLayoutId id="2147484172" r:id="rId21"/>
    <p:sldLayoutId id="2147484173" r:id="rId22"/>
    <p:sldLayoutId id="2147484174" r:id="rId23"/>
    <p:sldLayoutId id="2147484175" r:id="rId24"/>
    <p:sldLayoutId id="2147484303" r:id="rId25"/>
    <p:sldLayoutId id="2147484177" r:id="rId26"/>
    <p:sldLayoutId id="2147484178" r:id="rId27"/>
    <p:sldLayoutId id="2147484179" r:id="rId28"/>
    <p:sldLayoutId id="2147484180" r:id="rId29"/>
    <p:sldLayoutId id="2147484181" r:id="rId30"/>
    <p:sldLayoutId id="2147484182" r:id="rId31"/>
    <p:sldLayoutId id="2147484183" r:id="rId32"/>
    <p:sldLayoutId id="2147484184" r:id="rId33"/>
    <p:sldLayoutId id="2147484185" r:id="rId34"/>
    <p:sldLayoutId id="2147484186" r:id="rId35"/>
    <p:sldLayoutId id="2147484187" r:id="rId36"/>
    <p:sldLayoutId id="2147484189" r:id="rId38"/>
    <p:sldLayoutId id="2147484190" r:id="rId39"/>
    <p:sldLayoutId id="2147484191" r:id="rId40"/>
    <p:sldLayoutId id="2147484192" r:id="rId41"/>
    <p:sldLayoutId id="2147484193" r:id="rId42"/>
    <p:sldLayoutId id="2147484194" r:id="rId43"/>
    <p:sldLayoutId id="2147484202" r:id="rId49"/>
    <p:sldLayoutId id="2147484204" r:id="rId5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Group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Group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Group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Group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Group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Group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Group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Group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7DAC755-8DEA-4172-AF51-921CF824A3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8450" y="6270625"/>
            <a:ext cx="463550" cy="587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8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>
              <a:defRPr/>
            </a:pPr>
            <a:fld id="{FCD04C69-8FC8-4C03-8ACF-0472C4A98B9D}" type="slidenum">
              <a:rPr lang="ru-RU" smtClean="0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21694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47" r:id="rId2"/>
    <p:sldLayoutId id="2147484248" r:id="rId3"/>
    <p:sldLayoutId id="2147484249" r:id="rId4"/>
    <p:sldLayoutId id="2147484250" r:id="rId5"/>
    <p:sldLayoutId id="2147484251" r:id="rId6"/>
    <p:sldLayoutId id="2147484252" r:id="rId7"/>
    <p:sldLayoutId id="2147484253" r:id="rId8"/>
    <p:sldLayoutId id="2147484254" r:id="rId9"/>
    <p:sldLayoutId id="2147484255" r:id="rId10"/>
    <p:sldLayoutId id="2147484256" r:id="rId11"/>
    <p:sldLayoutId id="2147484257" r:id="rId12"/>
    <p:sldLayoutId id="2147484258" r:id="rId13"/>
    <p:sldLayoutId id="2147484259" r:id="rId14"/>
    <p:sldLayoutId id="2147484260" r:id="rId15"/>
    <p:sldLayoutId id="2147484261" r:id="rId16"/>
    <p:sldLayoutId id="2147484262" r:id="rId17"/>
    <p:sldLayoutId id="2147484263" r:id="rId18"/>
    <p:sldLayoutId id="2147484264" r:id="rId19"/>
    <p:sldLayoutId id="2147484265" r:id="rId20"/>
    <p:sldLayoutId id="2147484266" r:id="rId21"/>
    <p:sldLayoutId id="2147484267" r:id="rId22"/>
    <p:sldLayoutId id="2147484268" r:id="rId23"/>
    <p:sldLayoutId id="2147484269" r:id="rId24"/>
    <p:sldLayoutId id="2147484270" r:id="rId25"/>
    <p:sldLayoutId id="2147484271" r:id="rId26"/>
    <p:sldLayoutId id="2147484272" r:id="rId27"/>
    <p:sldLayoutId id="2147484273" r:id="rId28"/>
    <p:sldLayoutId id="2147484274" r:id="rId29"/>
    <p:sldLayoutId id="2147484275" r:id="rId30"/>
    <p:sldLayoutId id="2147484276" r:id="rId31"/>
    <p:sldLayoutId id="2147484277" r:id="rId32"/>
    <p:sldLayoutId id="2147484278" r:id="rId33"/>
    <p:sldLayoutId id="2147484279" r:id="rId34"/>
    <p:sldLayoutId id="2147484280" r:id="rId35"/>
    <p:sldLayoutId id="2147484281" r:id="rId36"/>
    <p:sldLayoutId id="2147484283" r:id="rId38"/>
    <p:sldLayoutId id="2147484284" r:id="rId39"/>
    <p:sldLayoutId id="2147484285" r:id="rId40"/>
    <p:sldLayoutId id="2147484286" r:id="rId41"/>
    <p:sldLayoutId id="2147484287" r:id="rId42"/>
    <p:sldLayoutId id="2147484288" r:id="rId43"/>
    <p:sldLayoutId id="2147484295" r:id="rId49"/>
    <p:sldLayoutId id="2147484297" r:id="rId5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Group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Group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Group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Group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Group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Group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Group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Group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7DAC755-8DEA-4172-AF51-921CF824A3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8450" y="6270625"/>
            <a:ext cx="463550" cy="587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8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>
              <a:defRPr/>
            </a:pPr>
            <a:fld id="{FCD04C69-8FC8-4C03-8ACF-0472C4A98B9D}" type="slidenum">
              <a:rPr lang="ru-RU" smtClean="0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26048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0" r:id="rId2"/>
    <p:sldLayoutId id="2147484111" r:id="rId3"/>
    <p:sldLayoutId id="2147484112" r:id="rId4"/>
    <p:sldLayoutId id="2147484113" r:id="rId5"/>
    <p:sldLayoutId id="2147484114" r:id="rId6"/>
    <p:sldLayoutId id="2147484115" r:id="rId7"/>
    <p:sldLayoutId id="2147484116" r:id="rId8"/>
    <p:sldLayoutId id="2147484117" r:id="rId9"/>
    <p:sldLayoutId id="2147484118" r:id="rId10"/>
    <p:sldLayoutId id="2147484119" r:id="rId11"/>
    <p:sldLayoutId id="2147484120" r:id="rId12"/>
    <p:sldLayoutId id="2147484121" r:id="rId13"/>
    <p:sldLayoutId id="2147484122" r:id="rId14"/>
    <p:sldLayoutId id="2147484123" r:id="rId15"/>
    <p:sldLayoutId id="2147484124" r:id="rId16"/>
    <p:sldLayoutId id="2147484125" r:id="rId17"/>
    <p:sldLayoutId id="2147484126" r:id="rId18"/>
    <p:sldLayoutId id="2147484127" r:id="rId19"/>
    <p:sldLayoutId id="2147484128" r:id="rId20"/>
    <p:sldLayoutId id="2147484129" r:id="rId21"/>
    <p:sldLayoutId id="2147484130" r:id="rId22"/>
    <p:sldLayoutId id="2147484131" r:id="rId23"/>
    <p:sldLayoutId id="2147484132" r:id="rId24"/>
    <p:sldLayoutId id="2147484306" r:id="rId25"/>
    <p:sldLayoutId id="2147484134" r:id="rId26"/>
    <p:sldLayoutId id="2147484135" r:id="rId27"/>
    <p:sldLayoutId id="2147484136" r:id="rId28"/>
    <p:sldLayoutId id="2147484137" r:id="rId29"/>
    <p:sldLayoutId id="2147484138" r:id="rId30"/>
    <p:sldLayoutId id="2147484139" r:id="rId31"/>
    <p:sldLayoutId id="2147484140" r:id="rId32"/>
    <p:sldLayoutId id="2147484141" r:id="rId33"/>
    <p:sldLayoutId id="2147484142" r:id="rId34"/>
    <p:sldLayoutId id="2147484143" r:id="rId35"/>
    <p:sldLayoutId id="2147484144" r:id="rId36"/>
    <p:sldLayoutId id="2147484146" r:id="rId38"/>
    <p:sldLayoutId id="2147484147" r:id="rId39"/>
    <p:sldLayoutId id="2147484148" r:id="rId40"/>
    <p:sldLayoutId id="2147484149" r:id="rId41"/>
    <p:sldLayoutId id="2147484150" r:id="rId42"/>
    <p:sldLayoutId id="2147484151" r:id="rId43"/>
    <p:sldLayoutId id="2147484060" r:id="rId49"/>
    <p:sldLayoutId id="2147484061" r:id="rId5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Group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Group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Group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Group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Group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Group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Group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Group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7DAC755-8DEA-4172-AF51-921CF824A3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8450" y="6270625"/>
            <a:ext cx="463550" cy="587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8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>
              <a:defRPr/>
            </a:pPr>
            <a:fld id="{FCD04C69-8FC8-4C03-8ACF-0472C4A98B9D}" type="slidenum">
              <a:rPr lang="ru-RU" smtClean="0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31738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9" r:id="rId2"/>
    <p:sldLayoutId id="2147484310" r:id="rId3"/>
    <p:sldLayoutId id="2147484311" r:id="rId4"/>
    <p:sldLayoutId id="2147484312" r:id="rId5"/>
    <p:sldLayoutId id="2147484313" r:id="rId6"/>
    <p:sldLayoutId id="2147484314" r:id="rId7"/>
    <p:sldLayoutId id="2147484315" r:id="rId8"/>
    <p:sldLayoutId id="2147484316" r:id="rId9"/>
    <p:sldLayoutId id="2147484317" r:id="rId10"/>
    <p:sldLayoutId id="2147484318" r:id="rId11"/>
    <p:sldLayoutId id="2147484319" r:id="rId12"/>
    <p:sldLayoutId id="2147484320" r:id="rId13"/>
    <p:sldLayoutId id="2147484321" r:id="rId14"/>
    <p:sldLayoutId id="2147484322" r:id="rId15"/>
    <p:sldLayoutId id="2147484323" r:id="rId16"/>
    <p:sldLayoutId id="2147484324" r:id="rId17"/>
    <p:sldLayoutId id="2147484325" r:id="rId18"/>
    <p:sldLayoutId id="2147484326" r:id="rId19"/>
    <p:sldLayoutId id="2147484327" r:id="rId20"/>
    <p:sldLayoutId id="2147484328" r:id="rId21"/>
    <p:sldLayoutId id="2147484329" r:id="rId22"/>
    <p:sldLayoutId id="2147484330" r:id="rId23"/>
    <p:sldLayoutId id="2147484331" r:id="rId24"/>
    <p:sldLayoutId id="2147484333" r:id="rId25"/>
    <p:sldLayoutId id="2147484334" r:id="rId26"/>
    <p:sldLayoutId id="2147484335" r:id="rId27"/>
    <p:sldLayoutId id="2147484336" r:id="rId28"/>
    <p:sldLayoutId id="2147484337" r:id="rId29"/>
    <p:sldLayoutId id="2147484338" r:id="rId30"/>
    <p:sldLayoutId id="2147484339" r:id="rId31"/>
    <p:sldLayoutId id="2147484340" r:id="rId32"/>
    <p:sldLayoutId id="2147484341" r:id="rId33"/>
    <p:sldLayoutId id="2147484342" r:id="rId34"/>
    <p:sldLayoutId id="2147484343" r:id="rId35"/>
    <p:sldLayoutId id="2147484344" r:id="rId36"/>
    <p:sldLayoutId id="2147484346" r:id="rId38"/>
    <p:sldLayoutId id="2147484347" r:id="rId39"/>
    <p:sldLayoutId id="2147484348" r:id="rId40"/>
    <p:sldLayoutId id="2147484349" r:id="rId41"/>
    <p:sldLayoutId id="2147484350" r:id="rId42"/>
    <p:sldLayoutId id="2147484351" r:id="rId43"/>
    <p:sldLayoutId id="2147484357" r:id="rId49"/>
    <p:sldLayoutId id="2147484359" r:id="rId5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Group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Group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Group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Group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Group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Group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Group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Group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7DAC755-8DEA-4172-AF51-921CF824A3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8450" y="6270625"/>
            <a:ext cx="463550" cy="587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8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>
              <a:defRPr/>
            </a:pPr>
            <a:fld id="{FCD04C69-8FC8-4C03-8ACF-0472C4A98B9D}" type="slidenum">
              <a:rPr lang="ru-RU" smtClean="0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51520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74" r:id="rId2"/>
    <p:sldLayoutId id="2147484375" r:id="rId3"/>
    <p:sldLayoutId id="2147484376" r:id="rId4"/>
    <p:sldLayoutId id="2147484377" r:id="rId5"/>
    <p:sldLayoutId id="2147484378" r:id="rId6"/>
    <p:sldLayoutId id="2147484379" r:id="rId7"/>
    <p:sldLayoutId id="2147484380" r:id="rId8"/>
    <p:sldLayoutId id="2147484381" r:id="rId9"/>
    <p:sldLayoutId id="2147484382" r:id="rId10"/>
    <p:sldLayoutId id="2147484383" r:id="rId11"/>
    <p:sldLayoutId id="2147484384" r:id="rId12"/>
    <p:sldLayoutId id="2147484385" r:id="rId13"/>
    <p:sldLayoutId id="2147484386" r:id="rId14"/>
    <p:sldLayoutId id="2147484387" r:id="rId15"/>
    <p:sldLayoutId id="2147484388" r:id="rId16"/>
    <p:sldLayoutId id="2147484389" r:id="rId17"/>
    <p:sldLayoutId id="2147484390" r:id="rId18"/>
    <p:sldLayoutId id="2147484391" r:id="rId19"/>
    <p:sldLayoutId id="2147484392" r:id="rId20"/>
    <p:sldLayoutId id="2147484393" r:id="rId21"/>
    <p:sldLayoutId id="2147484394" r:id="rId22"/>
    <p:sldLayoutId id="2147484395" r:id="rId23"/>
    <p:sldLayoutId id="2147484396" r:id="rId24"/>
    <p:sldLayoutId id="2147484397" r:id="rId25"/>
    <p:sldLayoutId id="2147484398" r:id="rId26"/>
    <p:sldLayoutId id="2147484399" r:id="rId27"/>
    <p:sldLayoutId id="2147484400" r:id="rId28"/>
    <p:sldLayoutId id="2147484401" r:id="rId29"/>
    <p:sldLayoutId id="2147484402" r:id="rId30"/>
    <p:sldLayoutId id="2147484403" r:id="rId31"/>
    <p:sldLayoutId id="2147484404" r:id="rId32"/>
    <p:sldLayoutId id="2147484405" r:id="rId33"/>
    <p:sldLayoutId id="2147484406" r:id="rId34"/>
    <p:sldLayoutId id="2147484407" r:id="rId35"/>
    <p:sldLayoutId id="2147484408" r:id="rId36"/>
    <p:sldLayoutId id="2147484410" r:id="rId38"/>
    <p:sldLayoutId id="2147484411" r:id="rId39"/>
    <p:sldLayoutId id="2147484412" r:id="rId40"/>
    <p:sldLayoutId id="2147484413" r:id="rId41"/>
    <p:sldLayoutId id="2147484414" r:id="rId42"/>
    <p:sldLayoutId id="2147484415" r:id="rId43"/>
    <p:sldLayoutId id="2147484421" r:id="rId49"/>
    <p:sldLayoutId id="2147484423" r:id="rId5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Group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Group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Group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Group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Group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Group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Group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Group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7DAC755-8DEA-4172-AF51-921CF824A3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8450" y="6270625"/>
            <a:ext cx="463550" cy="5873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800">
                <a:solidFill>
                  <a:srgbClr val="ACB6C3"/>
                </a:solidFill>
                <a:latin typeface="VTB Group Book" panose="020B0503040504020204" pitchFamily="34" charset="-52"/>
              </a:defRPr>
            </a:lvl1pPr>
          </a:lstStyle>
          <a:p>
            <a:pPr>
              <a:defRPr/>
            </a:pPr>
            <a:fld id="{FCD04C69-8FC8-4C03-8ACF-0472C4A98B9D}" type="slidenum">
              <a:rPr lang="ru-RU" smtClean="0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6012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32" r:id="rId2"/>
    <p:sldLayoutId id="2147484433" r:id="rId3"/>
    <p:sldLayoutId id="2147484434" r:id="rId4"/>
    <p:sldLayoutId id="2147484435" r:id="rId5"/>
    <p:sldLayoutId id="2147484436" r:id="rId6"/>
    <p:sldLayoutId id="2147484437" r:id="rId7"/>
    <p:sldLayoutId id="2147484438" r:id="rId8"/>
    <p:sldLayoutId id="2147484439" r:id="rId9"/>
    <p:sldLayoutId id="2147484440" r:id="rId10"/>
    <p:sldLayoutId id="2147484441" r:id="rId11"/>
    <p:sldLayoutId id="2147484442" r:id="rId12"/>
    <p:sldLayoutId id="2147484443" r:id="rId13"/>
    <p:sldLayoutId id="2147484444" r:id="rId14"/>
    <p:sldLayoutId id="2147484445" r:id="rId15"/>
    <p:sldLayoutId id="2147484446" r:id="rId16"/>
    <p:sldLayoutId id="2147484447" r:id="rId17"/>
    <p:sldLayoutId id="2147484448" r:id="rId18"/>
    <p:sldLayoutId id="2147484449" r:id="rId19"/>
    <p:sldLayoutId id="2147484450" r:id="rId20"/>
    <p:sldLayoutId id="2147484451" r:id="rId21"/>
    <p:sldLayoutId id="2147484452" r:id="rId22"/>
    <p:sldLayoutId id="2147484453" r:id="rId23"/>
    <p:sldLayoutId id="2147484454" r:id="rId24"/>
    <p:sldLayoutId id="2147484455" r:id="rId25"/>
    <p:sldLayoutId id="2147484456" r:id="rId26"/>
    <p:sldLayoutId id="2147484457" r:id="rId27"/>
    <p:sldLayoutId id="2147484458" r:id="rId28"/>
    <p:sldLayoutId id="2147484459" r:id="rId29"/>
    <p:sldLayoutId id="2147484460" r:id="rId30"/>
    <p:sldLayoutId id="2147484461" r:id="rId31"/>
    <p:sldLayoutId id="2147484462" r:id="rId32"/>
    <p:sldLayoutId id="2147484463" r:id="rId33"/>
    <p:sldLayoutId id="2147484464" r:id="rId34"/>
    <p:sldLayoutId id="2147484465" r:id="rId35"/>
    <p:sldLayoutId id="2147484466" r:id="rId36"/>
    <p:sldLayoutId id="2147484468" r:id="rId38"/>
    <p:sldLayoutId id="2147484469" r:id="rId39"/>
    <p:sldLayoutId id="2147484470" r:id="rId40"/>
    <p:sldLayoutId id="2147484471" r:id="rId41"/>
    <p:sldLayoutId id="2147484472" r:id="rId42"/>
    <p:sldLayoutId id="2147484473" r:id="rId43"/>
    <p:sldLayoutId id="2147484479" r:id="rId49"/>
    <p:sldLayoutId id="2147484481" r:id="rId5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Group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Group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Group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Group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Group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Group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Group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TB Group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2.xml"/><Relationship Id="rId2" Type="http://schemas.openxmlformats.org/officeDocument/2006/relationships/image" Target="../media/image12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3.xml"/><Relationship Id="rId2" Type="http://schemas.openxmlformats.org/officeDocument/2006/relationships/image" Target="../media/image1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4.xml"/><Relationship Id="rId2" Type="http://schemas.openxmlformats.org/officeDocument/2006/relationships/image" Target="../media/image12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6.xml"/><Relationship Id="rId2" Type="http://schemas.openxmlformats.org/officeDocument/2006/relationships/image" Target="../media/image12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7.xml"/><Relationship Id="rId2" Type="http://schemas.openxmlformats.org/officeDocument/2006/relationships/image" Target="../media/image12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0.xml"/><Relationship Id="rId2" Type="http://schemas.openxmlformats.org/officeDocument/2006/relationships/image" Target="../media/image126.png"/><Relationship Id="rId3" Type="http://schemas.openxmlformats.org/officeDocument/2006/relationships/image" Target="../media/image127.svg"/><Relationship Id="rId4" Type="http://schemas.openxmlformats.org/officeDocument/2006/relationships/image" Target="../media/image128.png"/><Relationship Id="rId5" Type="http://schemas.openxmlformats.org/officeDocument/2006/relationships/image" Target="../media/image129.svg"/><Relationship Id="rId6" Type="http://schemas.openxmlformats.org/officeDocument/2006/relationships/image" Target="../media/image130.png"/><Relationship Id="rId7" Type="http://schemas.openxmlformats.org/officeDocument/2006/relationships/image" Target="../media/image131.svg"/><Relationship Id="rId8" Type="http://schemas.openxmlformats.org/officeDocument/2006/relationships/image" Target="../media/image132.png"/><Relationship Id="rId9" Type="http://schemas.openxmlformats.org/officeDocument/2006/relationships/image" Target="../media/image133.svg"/><Relationship Id="rId10" Type="http://schemas.openxmlformats.org/officeDocument/2006/relationships/image" Target="../media/image134.png"/><Relationship Id="rId11" Type="http://schemas.openxmlformats.org/officeDocument/2006/relationships/image" Target="../media/image135.svg"/><Relationship Id="rId12" Type="http://schemas.openxmlformats.org/officeDocument/2006/relationships/image" Target="../media/image136.png"/><Relationship Id="rId13" Type="http://schemas.openxmlformats.org/officeDocument/2006/relationships/image" Target="../media/image137.svg"/><Relationship Id="rId14" Type="http://schemas.openxmlformats.org/officeDocument/2006/relationships/image" Target="../media/image138.png"/><Relationship Id="rId15" Type="http://schemas.openxmlformats.org/officeDocument/2006/relationships/image" Target="../media/image139.svg"/><Relationship Id="rId16" Type="http://schemas.openxmlformats.org/officeDocument/2006/relationships/image" Target="../media/image140.png"/><Relationship Id="rId17" Type="http://schemas.openxmlformats.org/officeDocument/2006/relationships/image" Target="../media/image141.sv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1.xml"/><Relationship Id="rId2" Type="http://schemas.openxmlformats.org/officeDocument/2006/relationships/image" Target="../media/image126.png"/><Relationship Id="rId3" Type="http://schemas.openxmlformats.org/officeDocument/2006/relationships/image" Target="../media/image127.svg"/><Relationship Id="rId4" Type="http://schemas.openxmlformats.org/officeDocument/2006/relationships/image" Target="../media/image128.png"/><Relationship Id="rId5" Type="http://schemas.openxmlformats.org/officeDocument/2006/relationships/image" Target="../media/image129.svg"/><Relationship Id="rId6" Type="http://schemas.openxmlformats.org/officeDocument/2006/relationships/image" Target="../media/image130.png"/><Relationship Id="rId7" Type="http://schemas.openxmlformats.org/officeDocument/2006/relationships/image" Target="../media/image131.svg"/><Relationship Id="rId8" Type="http://schemas.openxmlformats.org/officeDocument/2006/relationships/image" Target="../media/image132.png"/><Relationship Id="rId9" Type="http://schemas.openxmlformats.org/officeDocument/2006/relationships/image" Target="../media/image133.svg"/><Relationship Id="rId10" Type="http://schemas.openxmlformats.org/officeDocument/2006/relationships/image" Target="../media/image134.png"/><Relationship Id="rId11" Type="http://schemas.openxmlformats.org/officeDocument/2006/relationships/image" Target="../media/image135.svg"/><Relationship Id="rId12" Type="http://schemas.openxmlformats.org/officeDocument/2006/relationships/image" Target="../media/image136.png"/><Relationship Id="rId13" Type="http://schemas.openxmlformats.org/officeDocument/2006/relationships/image" Target="../media/image137.sv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2.xml"/><Relationship Id="rId2" Type="http://schemas.openxmlformats.org/officeDocument/2006/relationships/image" Target="../media/image142.png"/><Relationship Id="rId3" Type="http://schemas.openxmlformats.org/officeDocument/2006/relationships/image" Target="../media/image143.svg"/><Relationship Id="rId4" Type="http://schemas.openxmlformats.org/officeDocument/2006/relationships/image" Target="../media/image144.png"/><Relationship Id="rId5" Type="http://schemas.openxmlformats.org/officeDocument/2006/relationships/image" Target="../media/image145.svg"/><Relationship Id="rId6" Type="http://schemas.openxmlformats.org/officeDocument/2006/relationships/image" Target="../media/image146.png"/><Relationship Id="rId7" Type="http://schemas.openxmlformats.org/officeDocument/2006/relationships/image" Target="../media/image147.svg"/><Relationship Id="rId8" Type="http://schemas.openxmlformats.org/officeDocument/2006/relationships/image" Target="../media/image148.png"/><Relationship Id="rId9" Type="http://schemas.openxmlformats.org/officeDocument/2006/relationships/image" Target="../media/image149.sv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3.xml"/><Relationship Id="rId2" Type="http://schemas.openxmlformats.org/officeDocument/2006/relationships/image" Target="../media/image142.png"/><Relationship Id="rId3" Type="http://schemas.openxmlformats.org/officeDocument/2006/relationships/image" Target="../media/image143.svg"/><Relationship Id="rId4" Type="http://schemas.openxmlformats.org/officeDocument/2006/relationships/image" Target="../media/image144.png"/><Relationship Id="rId5" Type="http://schemas.openxmlformats.org/officeDocument/2006/relationships/image" Target="../media/image145.svg"/><Relationship Id="rId6" Type="http://schemas.openxmlformats.org/officeDocument/2006/relationships/image" Target="../media/image146.png"/><Relationship Id="rId7" Type="http://schemas.openxmlformats.org/officeDocument/2006/relationships/image" Target="../media/image147.svg"/><Relationship Id="rId8" Type="http://schemas.openxmlformats.org/officeDocument/2006/relationships/image" Target="../media/image148.png"/><Relationship Id="rId9" Type="http://schemas.openxmlformats.org/officeDocument/2006/relationships/image" Target="../media/image149.svg"/><Relationship Id="rId10" Type="http://schemas.openxmlformats.org/officeDocument/2006/relationships/image" Target="../media/image150.jpg"/><Relationship Id="rId11" Type="http://schemas.openxmlformats.org/officeDocument/2006/relationships/image" Target="../media/image15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4.xml"/><Relationship Id="rId2" Type="http://schemas.openxmlformats.org/officeDocument/2006/relationships/image" Target="../media/image152.png"/><Relationship Id="rId3" Type="http://schemas.openxmlformats.org/officeDocument/2006/relationships/image" Target="../media/image153.svg"/><Relationship Id="rId4" Type="http://schemas.openxmlformats.org/officeDocument/2006/relationships/image" Target="../media/image154.png"/><Relationship Id="rId5" Type="http://schemas.openxmlformats.org/officeDocument/2006/relationships/image" Target="../media/image155.svg"/><Relationship Id="rId6" Type="http://schemas.openxmlformats.org/officeDocument/2006/relationships/image" Target="../media/image156.png"/><Relationship Id="rId7" Type="http://schemas.openxmlformats.org/officeDocument/2006/relationships/image" Target="../media/image157.svg"/><Relationship Id="rId8" Type="http://schemas.openxmlformats.org/officeDocument/2006/relationships/image" Target="../media/image158.png"/><Relationship Id="rId9" Type="http://schemas.openxmlformats.org/officeDocument/2006/relationships/image" Target="../media/image159.svg"/><Relationship Id="rId10" Type="http://schemas.openxmlformats.org/officeDocument/2006/relationships/image" Target="../media/image146.png"/><Relationship Id="rId11" Type="http://schemas.openxmlformats.org/officeDocument/2006/relationships/image" Target="../media/image147.svg"/><Relationship Id="rId12" Type="http://schemas.openxmlformats.org/officeDocument/2006/relationships/image" Target="../media/image148.png"/><Relationship Id="rId13" Type="http://schemas.openxmlformats.org/officeDocument/2006/relationships/image" Target="../media/image149.sv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5.xml"/><Relationship Id="rId2" Type="http://schemas.openxmlformats.org/officeDocument/2006/relationships/image" Target="../media/image152.png"/><Relationship Id="rId3" Type="http://schemas.openxmlformats.org/officeDocument/2006/relationships/image" Target="../media/image153.svg"/><Relationship Id="rId4" Type="http://schemas.openxmlformats.org/officeDocument/2006/relationships/image" Target="../media/image154.png"/><Relationship Id="rId5" Type="http://schemas.openxmlformats.org/officeDocument/2006/relationships/image" Target="../media/image155.svg"/><Relationship Id="rId6" Type="http://schemas.openxmlformats.org/officeDocument/2006/relationships/image" Target="../media/image156.png"/><Relationship Id="rId7" Type="http://schemas.openxmlformats.org/officeDocument/2006/relationships/image" Target="../media/image157.svg"/><Relationship Id="rId8" Type="http://schemas.openxmlformats.org/officeDocument/2006/relationships/image" Target="../media/image158.png"/><Relationship Id="rId9" Type="http://schemas.openxmlformats.org/officeDocument/2006/relationships/image" Target="../media/image159.svg"/><Relationship Id="rId10" Type="http://schemas.openxmlformats.org/officeDocument/2006/relationships/image" Target="../media/image146.png"/><Relationship Id="rId11" Type="http://schemas.openxmlformats.org/officeDocument/2006/relationships/image" Target="../media/image147.svg"/><Relationship Id="rId12" Type="http://schemas.openxmlformats.org/officeDocument/2006/relationships/image" Target="../media/image148.png"/><Relationship Id="rId13" Type="http://schemas.openxmlformats.org/officeDocument/2006/relationships/image" Target="../media/image149.svg"/><Relationship Id="rId14" Type="http://schemas.openxmlformats.org/officeDocument/2006/relationships/image" Target="../media/image160.jpg"/><Relationship Id="rId15" Type="http://schemas.openxmlformats.org/officeDocument/2006/relationships/image" Target="../media/image150.jpg"/><Relationship Id="rId16" Type="http://schemas.openxmlformats.org/officeDocument/2006/relationships/image" Target="../media/image15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6.xml"/><Relationship Id="rId2" Type="http://schemas.openxmlformats.org/officeDocument/2006/relationships/image" Target="../media/image156.png"/><Relationship Id="rId3" Type="http://schemas.openxmlformats.org/officeDocument/2006/relationships/image" Target="../media/image157.svg"/><Relationship Id="rId4" Type="http://schemas.openxmlformats.org/officeDocument/2006/relationships/image" Target="../media/image158.png"/><Relationship Id="rId5" Type="http://schemas.openxmlformats.org/officeDocument/2006/relationships/image" Target="../media/image159.svg"/><Relationship Id="rId6" Type="http://schemas.openxmlformats.org/officeDocument/2006/relationships/image" Target="../media/image146.png"/><Relationship Id="rId7" Type="http://schemas.openxmlformats.org/officeDocument/2006/relationships/image" Target="../media/image147.svg"/><Relationship Id="rId8" Type="http://schemas.openxmlformats.org/officeDocument/2006/relationships/image" Target="../media/image148.png"/><Relationship Id="rId9" Type="http://schemas.openxmlformats.org/officeDocument/2006/relationships/image" Target="../media/image149.svg"/><Relationship Id="rId10" Type="http://schemas.openxmlformats.org/officeDocument/2006/relationships/image" Target="../media/image152.png"/><Relationship Id="rId11" Type="http://schemas.openxmlformats.org/officeDocument/2006/relationships/image" Target="../media/image153.svg"/><Relationship Id="rId12" Type="http://schemas.openxmlformats.org/officeDocument/2006/relationships/image" Target="../media/image154.png"/><Relationship Id="rId13" Type="http://schemas.openxmlformats.org/officeDocument/2006/relationships/image" Target="../media/image155.sv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7.xml"/><Relationship Id="rId2" Type="http://schemas.openxmlformats.org/officeDocument/2006/relationships/image" Target="../media/image156.png"/><Relationship Id="rId3" Type="http://schemas.openxmlformats.org/officeDocument/2006/relationships/image" Target="../media/image157.svg"/><Relationship Id="rId4" Type="http://schemas.openxmlformats.org/officeDocument/2006/relationships/image" Target="../media/image158.png"/><Relationship Id="rId5" Type="http://schemas.openxmlformats.org/officeDocument/2006/relationships/image" Target="../media/image159.svg"/><Relationship Id="rId6" Type="http://schemas.openxmlformats.org/officeDocument/2006/relationships/image" Target="../media/image146.png"/><Relationship Id="rId7" Type="http://schemas.openxmlformats.org/officeDocument/2006/relationships/image" Target="../media/image147.svg"/><Relationship Id="rId8" Type="http://schemas.openxmlformats.org/officeDocument/2006/relationships/image" Target="../media/image148.png"/><Relationship Id="rId9" Type="http://schemas.openxmlformats.org/officeDocument/2006/relationships/image" Target="../media/image149.svg"/><Relationship Id="rId10" Type="http://schemas.openxmlformats.org/officeDocument/2006/relationships/image" Target="../media/image152.png"/><Relationship Id="rId11" Type="http://schemas.openxmlformats.org/officeDocument/2006/relationships/image" Target="../media/image153.svg"/><Relationship Id="rId12" Type="http://schemas.openxmlformats.org/officeDocument/2006/relationships/image" Target="../media/image154.png"/><Relationship Id="rId13" Type="http://schemas.openxmlformats.org/officeDocument/2006/relationships/image" Target="../media/image155.svg"/><Relationship Id="rId14" Type="http://schemas.openxmlformats.org/officeDocument/2006/relationships/image" Target="../media/image151.jpg"/><Relationship Id="rId15" Type="http://schemas.openxmlformats.org/officeDocument/2006/relationships/image" Target="../media/image161.jpg"/><Relationship Id="rId16" Type="http://schemas.openxmlformats.org/officeDocument/2006/relationships/image" Target="../media/image160.jpg"/><Relationship Id="rId17" Type="http://schemas.openxmlformats.org/officeDocument/2006/relationships/image" Target="../media/image150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9.xml"/><Relationship Id="rId2" Type="http://schemas.openxmlformats.org/officeDocument/2006/relationships/image" Target="../media/image162.png"/><Relationship Id="rId3" Type="http://schemas.openxmlformats.org/officeDocument/2006/relationships/image" Target="../media/image163.svg"/><Relationship Id="rId4" Type="http://schemas.openxmlformats.org/officeDocument/2006/relationships/image" Target="../media/image164.png"/><Relationship Id="rId5" Type="http://schemas.openxmlformats.org/officeDocument/2006/relationships/image" Target="../media/image165.svg"/><Relationship Id="rId6" Type="http://schemas.openxmlformats.org/officeDocument/2006/relationships/image" Target="../media/image166.png"/><Relationship Id="rId7" Type="http://schemas.openxmlformats.org/officeDocument/2006/relationships/image" Target="../media/image167.svg"/><Relationship Id="rId8" Type="http://schemas.openxmlformats.org/officeDocument/2006/relationships/image" Target="../media/image168.png"/><Relationship Id="rId9" Type="http://schemas.openxmlformats.org/officeDocument/2006/relationships/image" Target="../media/image169.svg"/><Relationship Id="rId10" Type="http://schemas.openxmlformats.org/officeDocument/2006/relationships/image" Target="../media/image170.png"/><Relationship Id="rId11" Type="http://schemas.openxmlformats.org/officeDocument/2006/relationships/image" Target="../media/image171.svg"/><Relationship Id="rId12" Type="http://schemas.openxmlformats.org/officeDocument/2006/relationships/image" Target="../media/image172.png"/><Relationship Id="rId13" Type="http://schemas.openxmlformats.org/officeDocument/2006/relationships/image" Target="../media/image173.svg"/><Relationship Id="rId14" Type="http://schemas.openxmlformats.org/officeDocument/2006/relationships/image" Target="../media/image174.png"/><Relationship Id="rId15" Type="http://schemas.openxmlformats.org/officeDocument/2006/relationships/image" Target="../media/image175.svg"/><Relationship Id="rId16" Type="http://schemas.openxmlformats.org/officeDocument/2006/relationships/image" Target="../media/image176.png"/><Relationship Id="rId17" Type="http://schemas.openxmlformats.org/officeDocument/2006/relationships/image" Target="../media/image177.svg"/><Relationship Id="rId18" Type="http://schemas.openxmlformats.org/officeDocument/2006/relationships/image" Target="../media/image178.png"/><Relationship Id="rId19" Type="http://schemas.openxmlformats.org/officeDocument/2006/relationships/image" Target="../media/image179.svg"/><Relationship Id="rId20" Type="http://schemas.openxmlformats.org/officeDocument/2006/relationships/image" Target="../media/image18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0.xml"/><Relationship Id="rId2" Type="http://schemas.openxmlformats.org/officeDocument/2006/relationships/image" Target="../media/image181.png"/><Relationship Id="rId3" Type="http://schemas.openxmlformats.org/officeDocument/2006/relationships/image" Target="../media/image182.png"/><Relationship Id="rId4" Type="http://schemas.openxmlformats.org/officeDocument/2006/relationships/image" Target="../media/image183.svg"/><Relationship Id="rId5" Type="http://schemas.openxmlformats.org/officeDocument/2006/relationships/image" Target="../media/image184.png"/><Relationship Id="rId6" Type="http://schemas.openxmlformats.org/officeDocument/2006/relationships/image" Target="../media/image185.svg"/><Relationship Id="rId7" Type="http://schemas.openxmlformats.org/officeDocument/2006/relationships/image" Target="../media/image186.png"/><Relationship Id="rId8" Type="http://schemas.openxmlformats.org/officeDocument/2006/relationships/image" Target="../media/image187.svg"/><Relationship Id="rId9" Type="http://schemas.openxmlformats.org/officeDocument/2006/relationships/image" Target="../media/image188.png"/><Relationship Id="rId10" Type="http://schemas.openxmlformats.org/officeDocument/2006/relationships/image" Target="../media/image189.svg"/><Relationship Id="rId11" Type="http://schemas.openxmlformats.org/officeDocument/2006/relationships/image" Target="../media/image190.png"/><Relationship Id="rId12" Type="http://schemas.openxmlformats.org/officeDocument/2006/relationships/image" Target="../media/image191.svg"/><Relationship Id="rId13" Type="http://schemas.openxmlformats.org/officeDocument/2006/relationships/image" Target="../media/image192.png"/><Relationship Id="rId14" Type="http://schemas.openxmlformats.org/officeDocument/2006/relationships/image" Target="../media/image193.svg"/><Relationship Id="rId15" Type="http://schemas.openxmlformats.org/officeDocument/2006/relationships/image" Target="../media/image194.png"/><Relationship Id="rId16" Type="http://schemas.openxmlformats.org/officeDocument/2006/relationships/image" Target="../media/image195.svg"/><Relationship Id="rId17" Type="http://schemas.openxmlformats.org/officeDocument/2006/relationships/image" Target="../media/image196.png"/><Relationship Id="rId18" Type="http://schemas.openxmlformats.org/officeDocument/2006/relationships/image" Target="../media/image197.svg"/><Relationship Id="rId19" Type="http://schemas.openxmlformats.org/officeDocument/2006/relationships/image" Target="../media/image198.png"/><Relationship Id="rId20" Type="http://schemas.openxmlformats.org/officeDocument/2006/relationships/image" Target="../media/image199.sv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1.xml"/><Relationship Id="rId2" Type="http://schemas.openxmlformats.org/officeDocument/2006/relationships/image" Target="../media/image200.png"/><Relationship Id="rId3" Type="http://schemas.openxmlformats.org/officeDocument/2006/relationships/image" Target="../media/image201.svg"/><Relationship Id="rId4" Type="http://schemas.openxmlformats.org/officeDocument/2006/relationships/image" Target="../media/image202.png"/><Relationship Id="rId5" Type="http://schemas.openxmlformats.org/officeDocument/2006/relationships/image" Target="../media/image203.svg"/><Relationship Id="rId6" Type="http://schemas.openxmlformats.org/officeDocument/2006/relationships/image" Target="../media/image161.jpg"/><Relationship Id="rId7" Type="http://schemas.openxmlformats.org/officeDocument/2006/relationships/image" Target="../media/image204.png"/><Relationship Id="rId8" Type="http://schemas.openxmlformats.org/officeDocument/2006/relationships/image" Target="../media/image205.svg"/><Relationship Id="rId9" Type="http://schemas.openxmlformats.org/officeDocument/2006/relationships/image" Target="../media/image206.png"/><Relationship Id="rId10" Type="http://schemas.openxmlformats.org/officeDocument/2006/relationships/image" Target="../media/image207.svg"/><Relationship Id="rId11" Type="http://schemas.openxmlformats.org/officeDocument/2006/relationships/image" Target="../media/image208.png"/><Relationship Id="rId12" Type="http://schemas.openxmlformats.org/officeDocument/2006/relationships/image" Target="../media/image209.svg"/><Relationship Id="rId13" Type="http://schemas.openxmlformats.org/officeDocument/2006/relationships/image" Target="../media/image210.png"/><Relationship Id="rId14" Type="http://schemas.openxmlformats.org/officeDocument/2006/relationships/image" Target="../media/image211.svg"/><Relationship Id="rId15" Type="http://schemas.openxmlformats.org/officeDocument/2006/relationships/image" Target="../media/image212.png"/><Relationship Id="rId16" Type="http://schemas.openxmlformats.org/officeDocument/2006/relationships/image" Target="../media/image213.svg"/><Relationship Id="rId17" Type="http://schemas.openxmlformats.org/officeDocument/2006/relationships/image" Target="../media/image214.png"/><Relationship Id="rId18" Type="http://schemas.openxmlformats.org/officeDocument/2006/relationships/image" Target="../media/image215.svg"/><Relationship Id="rId19" Type="http://schemas.openxmlformats.org/officeDocument/2006/relationships/image" Target="../media/image216.png"/><Relationship Id="rId20" Type="http://schemas.openxmlformats.org/officeDocument/2006/relationships/image" Target="../media/image217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2.xml"/><Relationship Id="rId2" Type="http://schemas.openxmlformats.org/officeDocument/2006/relationships/image" Target="../media/image218.png"/><Relationship Id="rId3" Type="http://schemas.openxmlformats.org/officeDocument/2006/relationships/image" Target="../media/image219.svg"/><Relationship Id="rId4" Type="http://schemas.openxmlformats.org/officeDocument/2006/relationships/image" Target="../media/image220.png"/><Relationship Id="rId5" Type="http://schemas.openxmlformats.org/officeDocument/2006/relationships/image" Target="../media/image221.svg"/><Relationship Id="rId6" Type="http://schemas.openxmlformats.org/officeDocument/2006/relationships/image" Target="../media/image222.png"/><Relationship Id="rId7" Type="http://schemas.openxmlformats.org/officeDocument/2006/relationships/image" Target="../media/image223.svg"/><Relationship Id="rId8" Type="http://schemas.openxmlformats.org/officeDocument/2006/relationships/image" Target="../media/image224.png"/><Relationship Id="rId9" Type="http://schemas.openxmlformats.org/officeDocument/2006/relationships/image" Target="../media/image225.svg"/><Relationship Id="rId10" Type="http://schemas.openxmlformats.org/officeDocument/2006/relationships/image" Target="../media/image226.png"/><Relationship Id="rId11" Type="http://schemas.openxmlformats.org/officeDocument/2006/relationships/image" Target="../media/image227.svg"/><Relationship Id="rId12" Type="http://schemas.openxmlformats.org/officeDocument/2006/relationships/image" Target="../media/image228.png"/><Relationship Id="rId13" Type="http://schemas.openxmlformats.org/officeDocument/2006/relationships/image" Target="../media/image229.svg"/><Relationship Id="rId14" Type="http://schemas.openxmlformats.org/officeDocument/2006/relationships/image" Target="../media/image230.png"/><Relationship Id="rId15" Type="http://schemas.openxmlformats.org/officeDocument/2006/relationships/image" Target="../media/image231.svg"/><Relationship Id="rId16" Type="http://schemas.openxmlformats.org/officeDocument/2006/relationships/image" Target="../media/image232.png"/><Relationship Id="rId17" Type="http://schemas.openxmlformats.org/officeDocument/2006/relationships/image" Target="../media/image233.sv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3.xml"/><Relationship Id="rId2" Type="http://schemas.openxmlformats.org/officeDocument/2006/relationships/image" Target="../media/image234.png"/><Relationship Id="rId3" Type="http://schemas.openxmlformats.org/officeDocument/2006/relationships/image" Target="../media/image235.svg"/><Relationship Id="rId4" Type="http://schemas.openxmlformats.org/officeDocument/2006/relationships/image" Target="../media/image236.png"/><Relationship Id="rId5" Type="http://schemas.openxmlformats.org/officeDocument/2006/relationships/image" Target="../media/image237.svg"/><Relationship Id="rId6" Type="http://schemas.openxmlformats.org/officeDocument/2006/relationships/image" Target="../media/image238.png"/><Relationship Id="rId7" Type="http://schemas.openxmlformats.org/officeDocument/2006/relationships/image" Target="../media/image239.svg"/><Relationship Id="rId8" Type="http://schemas.openxmlformats.org/officeDocument/2006/relationships/image" Target="../media/image240.png"/><Relationship Id="rId9" Type="http://schemas.openxmlformats.org/officeDocument/2006/relationships/image" Target="../media/image241.svg"/><Relationship Id="rId10" Type="http://schemas.openxmlformats.org/officeDocument/2006/relationships/image" Target="../media/image242.png"/><Relationship Id="rId11" Type="http://schemas.openxmlformats.org/officeDocument/2006/relationships/image" Target="../media/image243.svg"/><Relationship Id="rId12" Type="http://schemas.openxmlformats.org/officeDocument/2006/relationships/image" Target="../media/image244.png"/><Relationship Id="rId13" Type="http://schemas.openxmlformats.org/officeDocument/2006/relationships/image" Target="../media/image245.svg"/><Relationship Id="rId14" Type="http://schemas.openxmlformats.org/officeDocument/2006/relationships/image" Target="../media/image246.png"/><Relationship Id="rId15" Type="http://schemas.openxmlformats.org/officeDocument/2006/relationships/image" Target="../media/image247.svg"/><Relationship Id="rId16" Type="http://schemas.openxmlformats.org/officeDocument/2006/relationships/image" Target="../media/image248.png"/><Relationship Id="rId17" Type="http://schemas.openxmlformats.org/officeDocument/2006/relationships/image" Target="../media/image249.sv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4.xml"/><Relationship Id="rId2" Type="http://schemas.openxmlformats.org/officeDocument/2006/relationships/image" Target="../media/image250.jpg"/><Relationship Id="rId3" Type="http://schemas.openxmlformats.org/officeDocument/2006/relationships/image" Target="../media/image234.png"/><Relationship Id="rId4" Type="http://schemas.openxmlformats.org/officeDocument/2006/relationships/image" Target="../media/image235.svg"/><Relationship Id="rId5" Type="http://schemas.openxmlformats.org/officeDocument/2006/relationships/image" Target="../media/image236.png"/><Relationship Id="rId6" Type="http://schemas.openxmlformats.org/officeDocument/2006/relationships/image" Target="../media/image237.svg"/><Relationship Id="rId7" Type="http://schemas.openxmlformats.org/officeDocument/2006/relationships/image" Target="../media/image238.png"/><Relationship Id="rId8" Type="http://schemas.openxmlformats.org/officeDocument/2006/relationships/image" Target="../media/image239.svg"/><Relationship Id="rId9" Type="http://schemas.openxmlformats.org/officeDocument/2006/relationships/image" Target="../media/image240.png"/><Relationship Id="rId10" Type="http://schemas.openxmlformats.org/officeDocument/2006/relationships/image" Target="../media/image241.svg"/><Relationship Id="rId11" Type="http://schemas.openxmlformats.org/officeDocument/2006/relationships/image" Target="../media/image242.png"/><Relationship Id="rId12" Type="http://schemas.openxmlformats.org/officeDocument/2006/relationships/image" Target="../media/image243.svg"/><Relationship Id="rId13" Type="http://schemas.openxmlformats.org/officeDocument/2006/relationships/image" Target="../media/image244.png"/><Relationship Id="rId14" Type="http://schemas.openxmlformats.org/officeDocument/2006/relationships/image" Target="../media/image245.svg"/><Relationship Id="rId15" Type="http://schemas.openxmlformats.org/officeDocument/2006/relationships/image" Target="../media/image246.png"/><Relationship Id="rId16" Type="http://schemas.openxmlformats.org/officeDocument/2006/relationships/image" Target="../media/image247.svg"/><Relationship Id="rId17" Type="http://schemas.openxmlformats.org/officeDocument/2006/relationships/image" Target="../media/image248.png"/><Relationship Id="rId18" Type="http://schemas.openxmlformats.org/officeDocument/2006/relationships/image" Target="../media/image249.sv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5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25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6.xml"/><Relationship Id="rId2" Type="http://schemas.openxmlformats.org/officeDocument/2006/relationships/image" Target="../media/image252.jpg"/><Relationship Id="rId3" Type="http://schemas.openxmlformats.org/officeDocument/2006/relationships/image" Target="../media/image42.png"/><Relationship Id="rId4" Type="http://schemas.openxmlformats.org/officeDocument/2006/relationships/image" Target="../media/image43.svg"/><Relationship Id="rId5" Type="http://schemas.openxmlformats.org/officeDocument/2006/relationships/image" Target="../media/image44.png"/><Relationship Id="rId6" Type="http://schemas.openxmlformats.org/officeDocument/2006/relationships/image" Target="../media/image45.sv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7.xml"/><Relationship Id="rId2" Type="http://schemas.openxmlformats.org/officeDocument/2006/relationships/image" Target="../media/image253.png"/><Relationship Id="rId3" Type="http://schemas.openxmlformats.org/officeDocument/2006/relationships/image" Target="../media/image254.png"/><Relationship Id="rId4" Type="http://schemas.openxmlformats.org/officeDocument/2006/relationships/image" Target="../media/image255.png"/><Relationship Id="rId5" Type="http://schemas.openxmlformats.org/officeDocument/2006/relationships/image" Target="../media/image256.png"/><Relationship Id="rId6" Type="http://schemas.openxmlformats.org/officeDocument/2006/relationships/image" Target="../media/image257.png"/><Relationship Id="rId7" Type="http://schemas.openxmlformats.org/officeDocument/2006/relationships/image" Target="../media/image258.png"/><Relationship Id="rId8" Type="http://schemas.openxmlformats.org/officeDocument/2006/relationships/image" Target="../media/image259.png"/><Relationship Id="rId9" Type="http://schemas.openxmlformats.org/officeDocument/2006/relationships/image" Target="../media/image260.png"/><Relationship Id="rId10" Type="http://schemas.openxmlformats.org/officeDocument/2006/relationships/image" Target="../media/image18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8.xml"/><Relationship Id="rId2" Type="http://schemas.openxmlformats.org/officeDocument/2006/relationships/image" Target="../media/image253.png"/><Relationship Id="rId3" Type="http://schemas.openxmlformats.org/officeDocument/2006/relationships/image" Target="../media/image254.png"/><Relationship Id="rId4" Type="http://schemas.openxmlformats.org/officeDocument/2006/relationships/image" Target="../media/image255.png"/><Relationship Id="rId5" Type="http://schemas.openxmlformats.org/officeDocument/2006/relationships/image" Target="../media/image256.png"/><Relationship Id="rId6" Type="http://schemas.openxmlformats.org/officeDocument/2006/relationships/image" Target="../media/image257.png"/><Relationship Id="rId7" Type="http://schemas.openxmlformats.org/officeDocument/2006/relationships/image" Target="../media/image258.png"/><Relationship Id="rId8" Type="http://schemas.openxmlformats.org/officeDocument/2006/relationships/image" Target="../media/image259.png"/><Relationship Id="rId9" Type="http://schemas.openxmlformats.org/officeDocument/2006/relationships/image" Target="../media/image260.png"/><Relationship Id="rId10" Type="http://schemas.openxmlformats.org/officeDocument/2006/relationships/image" Target="../media/image161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0.xml"/><Relationship Id="rId2" Type="http://schemas.openxmlformats.org/officeDocument/2006/relationships/image" Target="../media/image261.png"/><Relationship Id="rId3" Type="http://schemas.openxmlformats.org/officeDocument/2006/relationships/image" Target="../media/image262.svg"/><Relationship Id="rId4" Type="http://schemas.openxmlformats.org/officeDocument/2006/relationships/image" Target="../media/image263.png"/><Relationship Id="rId5" Type="http://schemas.openxmlformats.org/officeDocument/2006/relationships/image" Target="../media/image264.sv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1.xml"/><Relationship Id="rId2" Type="http://schemas.openxmlformats.org/officeDocument/2006/relationships/image" Target="../media/image250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2.xml"/><Relationship Id="rId2" Type="http://schemas.openxmlformats.org/officeDocument/2006/relationships/image" Target="../media/image265.png"/><Relationship Id="rId3" Type="http://schemas.openxmlformats.org/officeDocument/2006/relationships/image" Target="../media/image266.svg"/><Relationship Id="rId4" Type="http://schemas.openxmlformats.org/officeDocument/2006/relationships/image" Target="../media/image267.png"/><Relationship Id="rId5" Type="http://schemas.openxmlformats.org/officeDocument/2006/relationships/image" Target="../media/image268.svg"/><Relationship Id="rId6" Type="http://schemas.openxmlformats.org/officeDocument/2006/relationships/image" Target="../media/image269.png"/><Relationship Id="rId7" Type="http://schemas.openxmlformats.org/officeDocument/2006/relationships/image" Target="../media/image270.svg"/><Relationship Id="rId8" Type="http://schemas.openxmlformats.org/officeDocument/2006/relationships/image" Target="../media/image271.png"/><Relationship Id="rId9" Type="http://schemas.openxmlformats.org/officeDocument/2006/relationships/image" Target="../media/image272.svg"/><Relationship Id="rId10" Type="http://schemas.openxmlformats.org/officeDocument/2006/relationships/image" Target="../media/image273.png"/><Relationship Id="rId11" Type="http://schemas.openxmlformats.org/officeDocument/2006/relationships/image" Target="../media/image274.svg"/><Relationship Id="rId12" Type="http://schemas.openxmlformats.org/officeDocument/2006/relationships/image" Target="../media/image275.png"/><Relationship Id="rId13" Type="http://schemas.openxmlformats.org/officeDocument/2006/relationships/image" Target="../media/image276.svg"/><Relationship Id="rId14" Type="http://schemas.openxmlformats.org/officeDocument/2006/relationships/image" Target="../media/image277.png"/><Relationship Id="rId15" Type="http://schemas.openxmlformats.org/officeDocument/2006/relationships/image" Target="../media/image278.sv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image" Target="../media/image279.png"/><Relationship Id="rId3" Type="http://schemas.openxmlformats.org/officeDocument/2006/relationships/image" Target="../media/image280.svg"/><Relationship Id="rId4" Type="http://schemas.openxmlformats.org/officeDocument/2006/relationships/image" Target="../media/image281.png"/><Relationship Id="rId5" Type="http://schemas.openxmlformats.org/officeDocument/2006/relationships/image" Target="../media/image282.svg"/><Relationship Id="rId6" Type="http://schemas.openxmlformats.org/officeDocument/2006/relationships/image" Target="../media/image283.png"/><Relationship Id="rId7" Type="http://schemas.openxmlformats.org/officeDocument/2006/relationships/image" Target="../media/image284.svg"/><Relationship Id="rId8" Type="http://schemas.openxmlformats.org/officeDocument/2006/relationships/image" Target="../media/image285.png"/><Relationship Id="rId9" Type="http://schemas.openxmlformats.org/officeDocument/2006/relationships/image" Target="../media/image286.svg"/><Relationship Id="rId10" Type="http://schemas.openxmlformats.org/officeDocument/2006/relationships/image" Target="../media/image287.png"/><Relationship Id="rId11" Type="http://schemas.openxmlformats.org/officeDocument/2006/relationships/image" Target="../media/image288.sv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4.xml"/><Relationship Id="rId2" Type="http://schemas.openxmlformats.org/officeDocument/2006/relationships/image" Target="../media/image289.png"/><Relationship Id="rId3" Type="http://schemas.openxmlformats.org/officeDocument/2006/relationships/image" Target="../media/image290.svg"/><Relationship Id="rId4" Type="http://schemas.openxmlformats.org/officeDocument/2006/relationships/image" Target="../media/image291.png"/><Relationship Id="rId5" Type="http://schemas.openxmlformats.org/officeDocument/2006/relationships/image" Target="../media/image292.sv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5.xml"/><Relationship Id="rId2" Type="http://schemas.openxmlformats.org/officeDocument/2006/relationships/image" Target="../media/image146.png"/><Relationship Id="rId3" Type="http://schemas.openxmlformats.org/officeDocument/2006/relationships/image" Target="../media/image147.svg"/><Relationship Id="rId4" Type="http://schemas.openxmlformats.org/officeDocument/2006/relationships/image" Target="../media/image148.png"/><Relationship Id="rId5" Type="http://schemas.openxmlformats.org/officeDocument/2006/relationships/image" Target="../media/image149.sv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6.xml"/><Relationship Id="rId2" Type="http://schemas.openxmlformats.org/officeDocument/2006/relationships/image" Target="../media/image293.png"/><Relationship Id="rId3" Type="http://schemas.openxmlformats.org/officeDocument/2006/relationships/image" Target="../media/image294.svg"/><Relationship Id="rId4" Type="http://schemas.openxmlformats.org/officeDocument/2006/relationships/image" Target="../media/image295.png"/><Relationship Id="rId5" Type="http://schemas.openxmlformats.org/officeDocument/2006/relationships/image" Target="../media/image296.svg"/><Relationship Id="rId6" Type="http://schemas.openxmlformats.org/officeDocument/2006/relationships/image" Target="../media/image297.png"/><Relationship Id="rId7" Type="http://schemas.openxmlformats.org/officeDocument/2006/relationships/image" Target="../media/image298.svg"/><Relationship Id="rId8" Type="http://schemas.openxmlformats.org/officeDocument/2006/relationships/image" Target="../media/image299.png"/><Relationship Id="rId9" Type="http://schemas.openxmlformats.org/officeDocument/2006/relationships/image" Target="../media/image300.svg"/><Relationship Id="rId10" Type="http://schemas.openxmlformats.org/officeDocument/2006/relationships/image" Target="../media/image301.png"/><Relationship Id="rId11" Type="http://schemas.openxmlformats.org/officeDocument/2006/relationships/image" Target="../media/image302.svg"/><Relationship Id="rId12" Type="http://schemas.openxmlformats.org/officeDocument/2006/relationships/image" Target="../media/image303.png"/><Relationship Id="rId13" Type="http://schemas.openxmlformats.org/officeDocument/2006/relationships/image" Target="../media/image304.svg"/><Relationship Id="rId14" Type="http://schemas.openxmlformats.org/officeDocument/2006/relationships/chart" Target="../charts/chart1.xml"/><Relationship Id="rId15" Type="http://schemas.openxmlformats.org/officeDocument/2006/relationships/chart" Target="../charts/char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8.xml"/><Relationship Id="rId2" Type="http://schemas.openxmlformats.org/officeDocument/2006/relationships/image" Target="../media/image142.png"/><Relationship Id="rId3" Type="http://schemas.openxmlformats.org/officeDocument/2006/relationships/image" Target="../media/image143.svg"/><Relationship Id="rId4" Type="http://schemas.openxmlformats.org/officeDocument/2006/relationships/image" Target="../media/image144.png"/><Relationship Id="rId5" Type="http://schemas.openxmlformats.org/officeDocument/2006/relationships/image" Target="../media/image145.svg"/><Relationship Id="rId6" Type="http://schemas.openxmlformats.org/officeDocument/2006/relationships/image" Target="../media/image305.png"/><Relationship Id="rId7" Type="http://schemas.openxmlformats.org/officeDocument/2006/relationships/image" Target="../media/image306.svg"/><Relationship Id="rId8" Type="http://schemas.openxmlformats.org/officeDocument/2006/relationships/image" Target="../media/image307.png"/><Relationship Id="rId9" Type="http://schemas.openxmlformats.org/officeDocument/2006/relationships/image" Target="../media/image308.svg"/><Relationship Id="rId10" Type="http://schemas.openxmlformats.org/officeDocument/2006/relationships/image" Target="../media/image309.png"/><Relationship Id="rId11" Type="http://schemas.openxmlformats.org/officeDocument/2006/relationships/image" Target="../media/image310.svg"/><Relationship Id="rId12" Type="http://schemas.openxmlformats.org/officeDocument/2006/relationships/image" Target="../media/image311.png"/><Relationship Id="rId13" Type="http://schemas.openxmlformats.org/officeDocument/2006/relationships/image" Target="../media/image312.svg"/><Relationship Id="rId14" Type="http://schemas.openxmlformats.org/officeDocument/2006/relationships/chart" Target="../charts/chart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9.xml"/><Relationship Id="rId2" Type="http://schemas.openxmlformats.org/officeDocument/2006/relationships/chart" Target="../charts/chart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0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1.xml"/><Relationship Id="rId2" Type="http://schemas.openxmlformats.org/officeDocument/2006/relationships/image" Target="../media/image313.png"/><Relationship Id="rId3" Type="http://schemas.openxmlformats.org/officeDocument/2006/relationships/image" Target="../media/image314.svg"/><Relationship Id="rId4" Type="http://schemas.openxmlformats.org/officeDocument/2006/relationships/image" Target="../media/image315.png"/><Relationship Id="rId5" Type="http://schemas.openxmlformats.org/officeDocument/2006/relationships/image" Target="../media/image316.svg"/><Relationship Id="rId6" Type="http://schemas.openxmlformats.org/officeDocument/2006/relationships/image" Target="../media/image317.png"/><Relationship Id="rId7" Type="http://schemas.openxmlformats.org/officeDocument/2006/relationships/image" Target="../media/image318.svg"/><Relationship Id="rId8" Type="http://schemas.openxmlformats.org/officeDocument/2006/relationships/image" Target="../media/image319.png"/><Relationship Id="rId9" Type="http://schemas.openxmlformats.org/officeDocument/2006/relationships/image" Target="../media/image320.svg"/><Relationship Id="rId10" Type="http://schemas.openxmlformats.org/officeDocument/2006/relationships/image" Target="../media/image321.png"/><Relationship Id="rId11" Type="http://schemas.openxmlformats.org/officeDocument/2006/relationships/image" Target="../media/image322.svg"/><Relationship Id="rId12" Type="http://schemas.openxmlformats.org/officeDocument/2006/relationships/image" Target="../media/image323.png"/><Relationship Id="rId13" Type="http://schemas.openxmlformats.org/officeDocument/2006/relationships/image" Target="../media/image324.svg"/><Relationship Id="rId14" Type="http://schemas.openxmlformats.org/officeDocument/2006/relationships/image" Target="../media/image325.png"/><Relationship Id="rId15" Type="http://schemas.openxmlformats.org/officeDocument/2006/relationships/image" Target="../media/image326.svg"/><Relationship Id="rId16" Type="http://schemas.openxmlformats.org/officeDocument/2006/relationships/image" Target="../media/image327.png"/><Relationship Id="rId17" Type="http://schemas.openxmlformats.org/officeDocument/2006/relationships/image" Target="../media/image328.sv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image" Target="../media/image329.png"/><Relationship Id="rId3" Type="http://schemas.openxmlformats.org/officeDocument/2006/relationships/image" Target="../media/image330.svg"/><Relationship Id="rId4" Type="http://schemas.openxmlformats.org/officeDocument/2006/relationships/image" Target="../media/image331.png"/><Relationship Id="rId5" Type="http://schemas.openxmlformats.org/officeDocument/2006/relationships/image" Target="../media/image332.svg"/><Relationship Id="rId6" Type="http://schemas.openxmlformats.org/officeDocument/2006/relationships/image" Target="../media/image333.png"/><Relationship Id="rId7" Type="http://schemas.openxmlformats.org/officeDocument/2006/relationships/image" Target="../media/image334.svg"/><Relationship Id="rId8" Type="http://schemas.openxmlformats.org/officeDocument/2006/relationships/image" Target="../media/image335.svg"/><Relationship Id="rId9" Type="http://schemas.openxmlformats.org/officeDocument/2006/relationships/image" Target="../media/image336.png"/><Relationship Id="rId10" Type="http://schemas.openxmlformats.org/officeDocument/2006/relationships/image" Target="../media/image337.svg"/><Relationship Id="rId11" Type="http://schemas.openxmlformats.org/officeDocument/2006/relationships/image" Target="../media/image338.svg"/><Relationship Id="rId12" Type="http://schemas.openxmlformats.org/officeDocument/2006/relationships/image" Target="../media/image339.sv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3.xml"/><Relationship Id="rId2" Type="http://schemas.openxmlformats.org/officeDocument/2006/relationships/image" Target="../media/image340.jpg"/><Relationship Id="rId3" Type="http://schemas.openxmlformats.org/officeDocument/2006/relationships/image" Target="../media/image341.png"/><Relationship Id="rId4" Type="http://schemas.openxmlformats.org/officeDocument/2006/relationships/image" Target="../media/image342.svg"/><Relationship Id="rId5" Type="http://schemas.openxmlformats.org/officeDocument/2006/relationships/image" Target="../media/image343.png"/><Relationship Id="rId6" Type="http://schemas.openxmlformats.org/officeDocument/2006/relationships/image" Target="../media/image344.svg"/><Relationship Id="rId7" Type="http://schemas.openxmlformats.org/officeDocument/2006/relationships/image" Target="../media/image345.png"/><Relationship Id="rId8" Type="http://schemas.openxmlformats.org/officeDocument/2006/relationships/image" Target="../media/image346.svg"/><Relationship Id="rId9" Type="http://schemas.openxmlformats.org/officeDocument/2006/relationships/image" Target="../media/image347.png"/><Relationship Id="rId10" Type="http://schemas.openxmlformats.org/officeDocument/2006/relationships/image" Target="../media/image348.svg"/><Relationship Id="rId11" Type="http://schemas.openxmlformats.org/officeDocument/2006/relationships/image" Target="../media/image349.png"/><Relationship Id="rId12" Type="http://schemas.openxmlformats.org/officeDocument/2006/relationships/image" Target="../media/image350.svg"/><Relationship Id="rId13" Type="http://schemas.openxmlformats.org/officeDocument/2006/relationships/image" Target="../media/image351.png"/><Relationship Id="rId14" Type="http://schemas.openxmlformats.org/officeDocument/2006/relationships/image" Target="../media/image352.svg"/><Relationship Id="rId15" Type="http://schemas.openxmlformats.org/officeDocument/2006/relationships/image" Target="../media/image353.png"/><Relationship Id="rId16" Type="http://schemas.openxmlformats.org/officeDocument/2006/relationships/image" Target="../media/image354.svg"/><Relationship Id="rId17" Type="http://schemas.openxmlformats.org/officeDocument/2006/relationships/image" Target="../media/image355.png"/><Relationship Id="rId18" Type="http://schemas.openxmlformats.org/officeDocument/2006/relationships/image" Target="../media/image356.svg"/><Relationship Id="rId19" Type="http://schemas.openxmlformats.org/officeDocument/2006/relationships/image" Target="../media/image357.png"/><Relationship Id="rId20" Type="http://schemas.openxmlformats.org/officeDocument/2006/relationships/image" Target="../media/image358.svg"/><Relationship Id="rId21" Type="http://schemas.openxmlformats.org/officeDocument/2006/relationships/image" Target="../media/image359.png"/><Relationship Id="rId22" Type="http://schemas.openxmlformats.org/officeDocument/2006/relationships/image" Target="../media/image360.svg"/><Relationship Id="rId23" Type="http://schemas.openxmlformats.org/officeDocument/2006/relationships/image" Target="../media/image361.png"/><Relationship Id="rId24" Type="http://schemas.openxmlformats.org/officeDocument/2006/relationships/image" Target="../media/image362.png"/><Relationship Id="rId25" Type="http://schemas.openxmlformats.org/officeDocument/2006/relationships/image" Target="../media/image363.svg"/><Relationship Id="rId26" Type="http://schemas.openxmlformats.org/officeDocument/2006/relationships/image" Target="../media/image364.png"/><Relationship Id="rId27" Type="http://schemas.openxmlformats.org/officeDocument/2006/relationships/image" Target="../media/image365.svg"/><Relationship Id="rId28" Type="http://schemas.openxmlformats.org/officeDocument/2006/relationships/image" Target="../media/image366.png"/><Relationship Id="rId29" Type="http://schemas.openxmlformats.org/officeDocument/2006/relationships/image" Target="../media/image367.svg"/><Relationship Id="rId30" Type="http://schemas.openxmlformats.org/officeDocument/2006/relationships/image" Target="../media/image368.png"/><Relationship Id="rId31" Type="http://schemas.openxmlformats.org/officeDocument/2006/relationships/image" Target="../media/image369.svg"/><Relationship Id="rId32" Type="http://schemas.openxmlformats.org/officeDocument/2006/relationships/image" Target="../media/image370.png"/><Relationship Id="rId33" Type="http://schemas.openxmlformats.org/officeDocument/2006/relationships/image" Target="../media/image371.svg"/><Relationship Id="rId34" Type="http://schemas.openxmlformats.org/officeDocument/2006/relationships/image" Target="../media/image372.png"/><Relationship Id="rId35" Type="http://schemas.openxmlformats.org/officeDocument/2006/relationships/image" Target="../media/image373.svg"/><Relationship Id="rId36" Type="http://schemas.openxmlformats.org/officeDocument/2006/relationships/image" Target="../media/image374.png"/><Relationship Id="rId37" Type="http://schemas.openxmlformats.org/officeDocument/2006/relationships/image" Target="../media/image375.svg"/><Relationship Id="rId38" Type="http://schemas.openxmlformats.org/officeDocument/2006/relationships/image" Target="../media/image376.png"/><Relationship Id="rId39" Type="http://schemas.openxmlformats.org/officeDocument/2006/relationships/image" Target="../media/image377.svg"/><Relationship Id="rId40" Type="http://schemas.openxmlformats.org/officeDocument/2006/relationships/image" Target="../media/image378.png"/><Relationship Id="rId41" Type="http://schemas.openxmlformats.org/officeDocument/2006/relationships/image" Target="../media/image379.svg"/><Relationship Id="rId42" Type="http://schemas.openxmlformats.org/officeDocument/2006/relationships/image" Target="../media/image380.png"/><Relationship Id="rId43" Type="http://schemas.openxmlformats.org/officeDocument/2006/relationships/image" Target="../media/image381.svg"/><Relationship Id="rId44" Type="http://schemas.openxmlformats.org/officeDocument/2006/relationships/image" Target="../media/image382.png"/><Relationship Id="rId45" Type="http://schemas.openxmlformats.org/officeDocument/2006/relationships/image" Target="../media/image383.svg"/><Relationship Id="rId46" Type="http://schemas.openxmlformats.org/officeDocument/2006/relationships/image" Target="../media/image384.png"/><Relationship Id="rId47" Type="http://schemas.openxmlformats.org/officeDocument/2006/relationships/image" Target="../media/image385.svg"/><Relationship Id="rId48" Type="http://schemas.openxmlformats.org/officeDocument/2006/relationships/image" Target="../media/image386.png"/><Relationship Id="rId49" Type="http://schemas.openxmlformats.org/officeDocument/2006/relationships/image" Target="../media/image387.svg"/><Relationship Id="rId50" Type="http://schemas.openxmlformats.org/officeDocument/2006/relationships/image" Target="../media/image388.png"/><Relationship Id="rId51" Type="http://schemas.openxmlformats.org/officeDocument/2006/relationships/image" Target="../media/image389.svg"/><Relationship Id="rId52" Type="http://schemas.openxmlformats.org/officeDocument/2006/relationships/image" Target="../media/image390.png"/><Relationship Id="rId53" Type="http://schemas.openxmlformats.org/officeDocument/2006/relationships/image" Target="../media/image391.svg"/><Relationship Id="rId54" Type="http://schemas.openxmlformats.org/officeDocument/2006/relationships/image" Target="../media/image392.png"/><Relationship Id="rId55" Type="http://schemas.openxmlformats.org/officeDocument/2006/relationships/image" Target="../media/image393.svg"/><Relationship Id="rId56" Type="http://schemas.openxmlformats.org/officeDocument/2006/relationships/image" Target="../media/image394.png"/><Relationship Id="rId57" Type="http://schemas.openxmlformats.org/officeDocument/2006/relationships/image" Target="../media/image395.svg"/><Relationship Id="rId58" Type="http://schemas.openxmlformats.org/officeDocument/2006/relationships/image" Target="../media/image396.png"/><Relationship Id="rId59" Type="http://schemas.openxmlformats.org/officeDocument/2006/relationships/image" Target="../media/image397.svg"/><Relationship Id="rId60" Type="http://schemas.openxmlformats.org/officeDocument/2006/relationships/image" Target="../media/image398.png"/><Relationship Id="rId61" Type="http://schemas.openxmlformats.org/officeDocument/2006/relationships/image" Target="../media/image399.svg"/><Relationship Id="rId62" Type="http://schemas.openxmlformats.org/officeDocument/2006/relationships/image" Target="../media/image400.png"/><Relationship Id="rId63" Type="http://schemas.openxmlformats.org/officeDocument/2006/relationships/image" Target="../media/image401.svg"/><Relationship Id="rId64" Type="http://schemas.openxmlformats.org/officeDocument/2006/relationships/image" Target="../media/image402.png"/><Relationship Id="rId65" Type="http://schemas.openxmlformats.org/officeDocument/2006/relationships/image" Target="../media/image403.svg"/><Relationship Id="rId66" Type="http://schemas.openxmlformats.org/officeDocument/2006/relationships/image" Target="../media/image404.png"/><Relationship Id="rId67" Type="http://schemas.openxmlformats.org/officeDocument/2006/relationships/image" Target="../media/image405.sv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1.xml"/><Relationship Id="rId2" Type="http://schemas.openxmlformats.org/officeDocument/2006/relationships/image" Target="../media/image57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9.xml"/><Relationship Id="rId2" Type="http://schemas.openxmlformats.org/officeDocument/2006/relationships/image" Target="../media/image446.png"/><Relationship Id="rId3" Type="http://schemas.openxmlformats.org/officeDocument/2006/relationships/image" Target="../media/image447.svg"/><Relationship Id="rId4" Type="http://schemas.openxmlformats.org/officeDocument/2006/relationships/image" Target="../media/image448.png"/><Relationship Id="rId5" Type="http://schemas.openxmlformats.org/officeDocument/2006/relationships/image" Target="../media/image449.svg"/><Relationship Id="rId6" Type="http://schemas.openxmlformats.org/officeDocument/2006/relationships/image" Target="../media/image450.png"/><Relationship Id="rId7" Type="http://schemas.openxmlformats.org/officeDocument/2006/relationships/image" Target="../media/image451.svg"/><Relationship Id="rId8" Type="http://schemas.openxmlformats.org/officeDocument/2006/relationships/image" Target="../media/image452.png"/><Relationship Id="rId9" Type="http://schemas.openxmlformats.org/officeDocument/2006/relationships/image" Target="../media/image453.svg"/><Relationship Id="rId10" Type="http://schemas.openxmlformats.org/officeDocument/2006/relationships/image" Target="../media/image454.png"/><Relationship Id="rId11" Type="http://schemas.openxmlformats.org/officeDocument/2006/relationships/image" Target="../media/image455.svg"/><Relationship Id="rId12" Type="http://schemas.openxmlformats.org/officeDocument/2006/relationships/image" Target="../media/image456.png"/><Relationship Id="rId13" Type="http://schemas.openxmlformats.org/officeDocument/2006/relationships/image" Target="../media/image457.svg"/><Relationship Id="rId14" Type="http://schemas.openxmlformats.org/officeDocument/2006/relationships/image" Target="../media/image458.png"/><Relationship Id="rId15" Type="http://schemas.openxmlformats.org/officeDocument/2006/relationships/image" Target="../media/image459.svg"/><Relationship Id="rId16" Type="http://schemas.openxmlformats.org/officeDocument/2006/relationships/image" Target="../media/image460.png"/><Relationship Id="rId17" Type="http://schemas.openxmlformats.org/officeDocument/2006/relationships/image" Target="../media/image461.svg"/><Relationship Id="rId18" Type="http://schemas.openxmlformats.org/officeDocument/2006/relationships/image" Target="../media/image462.png"/><Relationship Id="rId19" Type="http://schemas.openxmlformats.org/officeDocument/2006/relationships/image" Target="../media/image463.svg"/><Relationship Id="rId20" Type="http://schemas.openxmlformats.org/officeDocument/2006/relationships/image" Target="../media/image464.png"/><Relationship Id="rId21" Type="http://schemas.openxmlformats.org/officeDocument/2006/relationships/image" Target="../media/image465.svg"/><Relationship Id="rId22" Type="http://schemas.openxmlformats.org/officeDocument/2006/relationships/image" Target="../media/image466.png"/><Relationship Id="rId23" Type="http://schemas.openxmlformats.org/officeDocument/2006/relationships/image" Target="../media/image467.svg"/><Relationship Id="rId24" Type="http://schemas.openxmlformats.org/officeDocument/2006/relationships/image" Target="../media/image468.png"/><Relationship Id="rId25" Type="http://schemas.openxmlformats.org/officeDocument/2006/relationships/image" Target="../media/image469.svg"/><Relationship Id="rId26" Type="http://schemas.openxmlformats.org/officeDocument/2006/relationships/image" Target="../media/image470.png"/><Relationship Id="rId27" Type="http://schemas.openxmlformats.org/officeDocument/2006/relationships/image" Target="../media/image471.svg"/><Relationship Id="rId28" Type="http://schemas.openxmlformats.org/officeDocument/2006/relationships/image" Target="../media/image472.png"/><Relationship Id="rId29" Type="http://schemas.openxmlformats.org/officeDocument/2006/relationships/image" Target="../media/image473.svg"/><Relationship Id="rId30" Type="http://schemas.openxmlformats.org/officeDocument/2006/relationships/image" Target="../media/image474.png"/><Relationship Id="rId31" Type="http://schemas.openxmlformats.org/officeDocument/2006/relationships/image" Target="../media/image475.svg"/><Relationship Id="rId32" Type="http://schemas.openxmlformats.org/officeDocument/2006/relationships/image" Target="../media/image476.png"/><Relationship Id="rId33" Type="http://schemas.openxmlformats.org/officeDocument/2006/relationships/image" Target="../media/image477.svg"/><Relationship Id="rId34" Type="http://schemas.openxmlformats.org/officeDocument/2006/relationships/image" Target="../media/image478.png"/><Relationship Id="rId35" Type="http://schemas.openxmlformats.org/officeDocument/2006/relationships/image" Target="../media/image479.svg"/><Relationship Id="rId36" Type="http://schemas.openxmlformats.org/officeDocument/2006/relationships/image" Target="../media/image480.png"/><Relationship Id="rId37" Type="http://schemas.openxmlformats.org/officeDocument/2006/relationships/image" Target="../media/image481.svg"/><Relationship Id="rId38" Type="http://schemas.openxmlformats.org/officeDocument/2006/relationships/image" Target="../media/image482.png"/><Relationship Id="rId39" Type="http://schemas.openxmlformats.org/officeDocument/2006/relationships/image" Target="../media/image483.svg"/><Relationship Id="rId40" Type="http://schemas.openxmlformats.org/officeDocument/2006/relationships/image" Target="../media/image484.svg"/><Relationship Id="rId41" Type="http://schemas.openxmlformats.org/officeDocument/2006/relationships/image" Target="../media/image485.png"/><Relationship Id="rId42" Type="http://schemas.openxmlformats.org/officeDocument/2006/relationships/image" Target="../media/image486.svg"/><Relationship Id="rId43" Type="http://schemas.openxmlformats.org/officeDocument/2006/relationships/image" Target="../media/image487.png"/><Relationship Id="rId44" Type="http://schemas.openxmlformats.org/officeDocument/2006/relationships/image" Target="../media/image488.svg"/><Relationship Id="rId45" Type="http://schemas.openxmlformats.org/officeDocument/2006/relationships/image" Target="../media/image489.png"/><Relationship Id="rId46" Type="http://schemas.openxmlformats.org/officeDocument/2006/relationships/image" Target="../media/image490.svg"/><Relationship Id="rId47" Type="http://schemas.openxmlformats.org/officeDocument/2006/relationships/image" Target="../media/image491.png"/><Relationship Id="rId48" Type="http://schemas.openxmlformats.org/officeDocument/2006/relationships/image" Target="../media/image492.svg"/><Relationship Id="rId49" Type="http://schemas.openxmlformats.org/officeDocument/2006/relationships/image" Target="../media/image493.png"/><Relationship Id="rId50" Type="http://schemas.openxmlformats.org/officeDocument/2006/relationships/image" Target="../media/image494.svg"/><Relationship Id="rId51" Type="http://schemas.openxmlformats.org/officeDocument/2006/relationships/image" Target="../media/image495.png"/><Relationship Id="rId52" Type="http://schemas.openxmlformats.org/officeDocument/2006/relationships/image" Target="../media/image496.svg"/><Relationship Id="rId53" Type="http://schemas.openxmlformats.org/officeDocument/2006/relationships/image" Target="../media/image497.png"/><Relationship Id="rId54" Type="http://schemas.openxmlformats.org/officeDocument/2006/relationships/image" Target="../media/image498.svg"/><Relationship Id="rId55" Type="http://schemas.openxmlformats.org/officeDocument/2006/relationships/image" Target="../media/image499.png"/><Relationship Id="rId56" Type="http://schemas.openxmlformats.org/officeDocument/2006/relationships/image" Target="../media/image500.sv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50.png"/><Relationship Id="rId4" Type="http://schemas.openxmlformats.org/officeDocument/2006/relationships/image" Target="../media/image501.svg"/><Relationship Id="rId5" Type="http://schemas.openxmlformats.org/officeDocument/2006/relationships/image" Target="../media/image452.png"/><Relationship Id="rId6" Type="http://schemas.openxmlformats.org/officeDocument/2006/relationships/image" Target="../media/image502.svg"/><Relationship Id="rId7" Type="http://schemas.openxmlformats.org/officeDocument/2006/relationships/image" Target="../media/image454.png"/><Relationship Id="rId8" Type="http://schemas.openxmlformats.org/officeDocument/2006/relationships/image" Target="../media/image455.svg"/><Relationship Id="rId9" Type="http://schemas.openxmlformats.org/officeDocument/2006/relationships/image" Target="../media/image503.png"/><Relationship Id="rId10" Type="http://schemas.openxmlformats.org/officeDocument/2006/relationships/image" Target="../media/image504.svg"/><Relationship Id="rId11" Type="http://schemas.openxmlformats.org/officeDocument/2006/relationships/image" Target="../media/image505.png"/><Relationship Id="rId12" Type="http://schemas.openxmlformats.org/officeDocument/2006/relationships/image" Target="../media/image506.svg"/><Relationship Id="rId13" Type="http://schemas.openxmlformats.org/officeDocument/2006/relationships/image" Target="../media/image507.png"/><Relationship Id="rId14" Type="http://schemas.openxmlformats.org/officeDocument/2006/relationships/image" Target="../media/image508.svg"/><Relationship Id="rId15" Type="http://schemas.openxmlformats.org/officeDocument/2006/relationships/image" Target="../media/image509.png"/><Relationship Id="rId16" Type="http://schemas.openxmlformats.org/officeDocument/2006/relationships/image" Target="../media/image510.svg"/><Relationship Id="rId17" Type="http://schemas.openxmlformats.org/officeDocument/2006/relationships/image" Target="../media/image511.png"/><Relationship Id="rId18" Type="http://schemas.openxmlformats.org/officeDocument/2006/relationships/image" Target="../media/image512.svg"/><Relationship Id="rId19" Type="http://schemas.openxmlformats.org/officeDocument/2006/relationships/image" Target="../media/image513.png"/><Relationship Id="rId20" Type="http://schemas.openxmlformats.org/officeDocument/2006/relationships/image" Target="../media/image514.svg"/><Relationship Id="rId21" Type="http://schemas.openxmlformats.org/officeDocument/2006/relationships/image" Target="../media/image515.png"/><Relationship Id="rId22" Type="http://schemas.openxmlformats.org/officeDocument/2006/relationships/image" Target="../media/image516.svg"/><Relationship Id="rId23" Type="http://schemas.openxmlformats.org/officeDocument/2006/relationships/image" Target="../media/image517.png"/><Relationship Id="rId24" Type="http://schemas.openxmlformats.org/officeDocument/2006/relationships/image" Target="../media/image518.svg"/><Relationship Id="rId25" Type="http://schemas.openxmlformats.org/officeDocument/2006/relationships/image" Target="../media/image519.png"/><Relationship Id="rId26" Type="http://schemas.openxmlformats.org/officeDocument/2006/relationships/image" Target="../media/image520.svg"/><Relationship Id="rId27" Type="http://schemas.openxmlformats.org/officeDocument/2006/relationships/image" Target="../media/image521.png"/><Relationship Id="rId28" Type="http://schemas.openxmlformats.org/officeDocument/2006/relationships/image" Target="../media/image522.svg"/><Relationship Id="rId29" Type="http://schemas.openxmlformats.org/officeDocument/2006/relationships/image" Target="../media/image485.png"/><Relationship Id="rId30" Type="http://schemas.openxmlformats.org/officeDocument/2006/relationships/image" Target="../media/image486.svg"/><Relationship Id="rId31" Type="http://schemas.openxmlformats.org/officeDocument/2006/relationships/image" Target="../media/image487.png"/><Relationship Id="rId32" Type="http://schemas.openxmlformats.org/officeDocument/2006/relationships/image" Target="../media/image488.svg"/><Relationship Id="rId33" Type="http://schemas.openxmlformats.org/officeDocument/2006/relationships/image" Target="../media/image523.png"/><Relationship Id="rId34" Type="http://schemas.openxmlformats.org/officeDocument/2006/relationships/image" Target="../media/image524.svg"/><Relationship Id="rId35" Type="http://schemas.openxmlformats.org/officeDocument/2006/relationships/image" Target="../media/image525.png"/><Relationship Id="rId36" Type="http://schemas.openxmlformats.org/officeDocument/2006/relationships/image" Target="../media/image526.svg"/><Relationship Id="rId37" Type="http://schemas.openxmlformats.org/officeDocument/2006/relationships/image" Target="../media/image527.png"/><Relationship Id="rId38" Type="http://schemas.openxmlformats.org/officeDocument/2006/relationships/image" Target="../media/image528.svg"/><Relationship Id="rId39" Type="http://schemas.openxmlformats.org/officeDocument/2006/relationships/image" Target="../media/image529.png"/><Relationship Id="rId40" Type="http://schemas.openxmlformats.org/officeDocument/2006/relationships/image" Target="../media/image530.svg"/><Relationship Id="rId41" Type="http://schemas.openxmlformats.org/officeDocument/2006/relationships/image" Target="../media/image531.png"/><Relationship Id="rId42" Type="http://schemas.openxmlformats.org/officeDocument/2006/relationships/image" Target="../media/image532.svg"/><Relationship Id="rId43" Type="http://schemas.openxmlformats.org/officeDocument/2006/relationships/image" Target="../media/image533.png"/><Relationship Id="rId44" Type="http://schemas.openxmlformats.org/officeDocument/2006/relationships/image" Target="../media/image534.sv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35.png"/><Relationship Id="rId4" Type="http://schemas.openxmlformats.org/officeDocument/2006/relationships/image" Target="../media/image536.svg"/><Relationship Id="rId5" Type="http://schemas.openxmlformats.org/officeDocument/2006/relationships/image" Target="../media/image537.png"/><Relationship Id="rId6" Type="http://schemas.openxmlformats.org/officeDocument/2006/relationships/image" Target="../media/image538.svg"/><Relationship Id="rId7" Type="http://schemas.openxmlformats.org/officeDocument/2006/relationships/image" Target="../media/image539.png"/><Relationship Id="rId8" Type="http://schemas.openxmlformats.org/officeDocument/2006/relationships/image" Target="../media/image540.svg"/><Relationship Id="rId9" Type="http://schemas.openxmlformats.org/officeDocument/2006/relationships/image" Target="../media/image541.png"/><Relationship Id="rId10" Type="http://schemas.openxmlformats.org/officeDocument/2006/relationships/image" Target="../media/image542.svg"/><Relationship Id="rId11" Type="http://schemas.openxmlformats.org/officeDocument/2006/relationships/image" Target="../media/image543.png"/><Relationship Id="rId12" Type="http://schemas.openxmlformats.org/officeDocument/2006/relationships/image" Target="../media/image544.svg"/><Relationship Id="rId13" Type="http://schemas.openxmlformats.org/officeDocument/2006/relationships/image" Target="../media/image545.png"/><Relationship Id="rId14" Type="http://schemas.openxmlformats.org/officeDocument/2006/relationships/image" Target="../media/image546.svg"/><Relationship Id="rId15" Type="http://schemas.openxmlformats.org/officeDocument/2006/relationships/image" Target="../media/image547.png"/><Relationship Id="rId16" Type="http://schemas.openxmlformats.org/officeDocument/2006/relationships/image" Target="../media/image548.svg"/><Relationship Id="rId17" Type="http://schemas.openxmlformats.org/officeDocument/2006/relationships/image" Target="../media/image549.png"/><Relationship Id="rId18" Type="http://schemas.openxmlformats.org/officeDocument/2006/relationships/image" Target="../media/image550.svg"/><Relationship Id="rId19" Type="http://schemas.openxmlformats.org/officeDocument/2006/relationships/image" Target="../media/image551.png"/><Relationship Id="rId20" Type="http://schemas.openxmlformats.org/officeDocument/2006/relationships/image" Target="../media/image552.svg"/><Relationship Id="rId21" Type="http://schemas.openxmlformats.org/officeDocument/2006/relationships/image" Target="../media/image553.png"/><Relationship Id="rId22" Type="http://schemas.openxmlformats.org/officeDocument/2006/relationships/image" Target="../media/image554.svg"/><Relationship Id="rId23" Type="http://schemas.openxmlformats.org/officeDocument/2006/relationships/image" Target="../media/image555.png"/><Relationship Id="rId24" Type="http://schemas.openxmlformats.org/officeDocument/2006/relationships/image" Target="../media/image556.svg"/><Relationship Id="rId25" Type="http://schemas.openxmlformats.org/officeDocument/2006/relationships/image" Target="../media/image557.png"/><Relationship Id="rId26" Type="http://schemas.openxmlformats.org/officeDocument/2006/relationships/image" Target="../media/image558.svg"/><Relationship Id="rId27" Type="http://schemas.openxmlformats.org/officeDocument/2006/relationships/image" Target="../media/image559.png"/><Relationship Id="rId28" Type="http://schemas.openxmlformats.org/officeDocument/2006/relationships/image" Target="../media/image560.svg"/><Relationship Id="rId29" Type="http://schemas.openxmlformats.org/officeDocument/2006/relationships/image" Target="../media/image561.png"/><Relationship Id="rId30" Type="http://schemas.openxmlformats.org/officeDocument/2006/relationships/image" Target="../media/image562.svg"/><Relationship Id="rId31" Type="http://schemas.openxmlformats.org/officeDocument/2006/relationships/image" Target="../media/image563.png"/><Relationship Id="rId32" Type="http://schemas.openxmlformats.org/officeDocument/2006/relationships/image" Target="../media/image564.svg"/><Relationship Id="rId33" Type="http://schemas.openxmlformats.org/officeDocument/2006/relationships/image" Target="../media/image565.png"/><Relationship Id="rId34" Type="http://schemas.openxmlformats.org/officeDocument/2006/relationships/image" Target="../media/image566.svg"/><Relationship Id="rId35" Type="http://schemas.openxmlformats.org/officeDocument/2006/relationships/image" Target="../media/image567.png"/><Relationship Id="rId36" Type="http://schemas.openxmlformats.org/officeDocument/2006/relationships/image" Target="../media/image568.svg"/><Relationship Id="rId37" Type="http://schemas.openxmlformats.org/officeDocument/2006/relationships/image" Target="../media/image569.png"/><Relationship Id="rId38" Type="http://schemas.openxmlformats.org/officeDocument/2006/relationships/image" Target="../media/image570.svg"/><Relationship Id="rId39" Type="http://schemas.openxmlformats.org/officeDocument/2006/relationships/image" Target="../media/image571.png"/><Relationship Id="rId40" Type="http://schemas.openxmlformats.org/officeDocument/2006/relationships/image" Target="../media/image572.svg"/><Relationship Id="rId41" Type="http://schemas.openxmlformats.org/officeDocument/2006/relationships/image" Target="../media/image573.png"/><Relationship Id="rId42" Type="http://schemas.openxmlformats.org/officeDocument/2006/relationships/image" Target="../media/image574.svg"/><Relationship Id="rId43" Type="http://schemas.openxmlformats.org/officeDocument/2006/relationships/image" Target="../media/image575.png"/><Relationship Id="rId44" Type="http://schemas.openxmlformats.org/officeDocument/2006/relationships/image" Target="../media/image576.svg"/><Relationship Id="rId45" Type="http://schemas.openxmlformats.org/officeDocument/2006/relationships/image" Target="../media/image577.png"/><Relationship Id="rId46" Type="http://schemas.openxmlformats.org/officeDocument/2006/relationships/image" Target="../media/image578.svg"/><Relationship Id="rId47" Type="http://schemas.openxmlformats.org/officeDocument/2006/relationships/image" Target="../media/image579.png"/><Relationship Id="rId48" Type="http://schemas.openxmlformats.org/officeDocument/2006/relationships/image" Target="../media/image580.svg"/><Relationship Id="rId49" Type="http://schemas.openxmlformats.org/officeDocument/2006/relationships/image" Target="../media/image581.png"/><Relationship Id="rId50" Type="http://schemas.openxmlformats.org/officeDocument/2006/relationships/image" Target="../media/image582.svg"/><Relationship Id="rId51" Type="http://schemas.openxmlformats.org/officeDocument/2006/relationships/image" Target="../media/image583.png"/><Relationship Id="rId52" Type="http://schemas.openxmlformats.org/officeDocument/2006/relationships/image" Target="../media/image584.svg"/><Relationship Id="rId53" Type="http://schemas.openxmlformats.org/officeDocument/2006/relationships/image" Target="../media/image585.png"/><Relationship Id="rId54" Type="http://schemas.openxmlformats.org/officeDocument/2006/relationships/image" Target="../media/image586.svg"/><Relationship Id="rId55" Type="http://schemas.openxmlformats.org/officeDocument/2006/relationships/image" Target="../media/image587.png"/><Relationship Id="rId56" Type="http://schemas.openxmlformats.org/officeDocument/2006/relationships/image" Target="../media/image588.svg"/><Relationship Id="rId57" Type="http://schemas.openxmlformats.org/officeDocument/2006/relationships/image" Target="../media/image589.png"/><Relationship Id="rId58" Type="http://schemas.openxmlformats.org/officeDocument/2006/relationships/image" Target="../media/image590.svg"/><Relationship Id="rId59" Type="http://schemas.openxmlformats.org/officeDocument/2006/relationships/image" Target="../media/image591.png"/><Relationship Id="rId60" Type="http://schemas.openxmlformats.org/officeDocument/2006/relationships/image" Target="../media/image592.svg"/><Relationship Id="rId61" Type="http://schemas.openxmlformats.org/officeDocument/2006/relationships/image" Target="../media/image593.png"/><Relationship Id="rId62" Type="http://schemas.openxmlformats.org/officeDocument/2006/relationships/image" Target="../media/image594.svg"/><Relationship Id="rId63" Type="http://schemas.openxmlformats.org/officeDocument/2006/relationships/image" Target="../media/image595.png"/><Relationship Id="rId64" Type="http://schemas.openxmlformats.org/officeDocument/2006/relationships/image" Target="../media/image596.svg"/><Relationship Id="rId65" Type="http://schemas.openxmlformats.org/officeDocument/2006/relationships/image" Target="../media/image597.png"/><Relationship Id="rId66" Type="http://schemas.openxmlformats.org/officeDocument/2006/relationships/image" Target="../media/image598.svg"/><Relationship Id="rId67" Type="http://schemas.openxmlformats.org/officeDocument/2006/relationships/image" Target="../media/image599.png"/><Relationship Id="rId68" Type="http://schemas.openxmlformats.org/officeDocument/2006/relationships/image" Target="../media/image600.svg"/><Relationship Id="rId69" Type="http://schemas.openxmlformats.org/officeDocument/2006/relationships/image" Target="../media/image601.svg"/><Relationship Id="rId70" Type="http://schemas.openxmlformats.org/officeDocument/2006/relationships/image" Target="../media/image602.svg"/><Relationship Id="rId71" Type="http://schemas.openxmlformats.org/officeDocument/2006/relationships/image" Target="../media/image603.svg"/><Relationship Id="rId72" Type="http://schemas.openxmlformats.org/officeDocument/2006/relationships/image" Target="../media/image604.svg"/><Relationship Id="rId73" Type="http://schemas.openxmlformats.org/officeDocument/2006/relationships/image" Target="../media/image605.svg"/><Relationship Id="rId74" Type="http://schemas.openxmlformats.org/officeDocument/2006/relationships/image" Target="../media/image606.png"/><Relationship Id="rId75" Type="http://schemas.openxmlformats.org/officeDocument/2006/relationships/image" Target="../media/image607.svg"/><Relationship Id="rId76" Type="http://schemas.openxmlformats.org/officeDocument/2006/relationships/image" Target="../media/image608.png"/><Relationship Id="rId77" Type="http://schemas.openxmlformats.org/officeDocument/2006/relationships/image" Target="../media/image609.svg"/><Relationship Id="rId78" Type="http://schemas.openxmlformats.org/officeDocument/2006/relationships/image" Target="../media/image610.png"/><Relationship Id="rId79" Type="http://schemas.openxmlformats.org/officeDocument/2006/relationships/image" Target="../media/image611.svg"/><Relationship Id="rId80" Type="http://schemas.openxmlformats.org/officeDocument/2006/relationships/image" Target="../media/image612.svg"/><Relationship Id="rId81" Type="http://schemas.openxmlformats.org/officeDocument/2006/relationships/image" Target="../media/image613.svg"/><Relationship Id="rId82" Type="http://schemas.openxmlformats.org/officeDocument/2006/relationships/image" Target="../media/image614.png"/><Relationship Id="rId83" Type="http://schemas.openxmlformats.org/officeDocument/2006/relationships/image" Target="../media/image615.svg"/><Relationship Id="rId84" Type="http://schemas.openxmlformats.org/officeDocument/2006/relationships/image" Target="../media/image616.png"/><Relationship Id="rId85" Type="http://schemas.openxmlformats.org/officeDocument/2006/relationships/image" Target="../media/image617.svg"/><Relationship Id="rId86" Type="http://schemas.openxmlformats.org/officeDocument/2006/relationships/image" Target="../media/image618.png"/><Relationship Id="rId87" Type="http://schemas.openxmlformats.org/officeDocument/2006/relationships/image" Target="../media/image619.sv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20.png"/><Relationship Id="rId4" Type="http://schemas.openxmlformats.org/officeDocument/2006/relationships/image" Target="../media/image621.svg"/><Relationship Id="rId5" Type="http://schemas.openxmlformats.org/officeDocument/2006/relationships/image" Target="../media/image622.png"/><Relationship Id="rId6" Type="http://schemas.openxmlformats.org/officeDocument/2006/relationships/image" Target="../media/image623.svg"/><Relationship Id="rId7" Type="http://schemas.openxmlformats.org/officeDocument/2006/relationships/image" Target="../media/image624.png"/><Relationship Id="rId8" Type="http://schemas.openxmlformats.org/officeDocument/2006/relationships/image" Target="../media/image625.svg"/><Relationship Id="rId9" Type="http://schemas.openxmlformats.org/officeDocument/2006/relationships/image" Target="../media/image626.png"/><Relationship Id="rId10" Type="http://schemas.openxmlformats.org/officeDocument/2006/relationships/image" Target="../media/image627.svg"/><Relationship Id="rId11" Type="http://schemas.openxmlformats.org/officeDocument/2006/relationships/image" Target="../media/image628.svg"/><Relationship Id="rId12" Type="http://schemas.openxmlformats.org/officeDocument/2006/relationships/image" Target="../media/image629.png"/><Relationship Id="rId13" Type="http://schemas.openxmlformats.org/officeDocument/2006/relationships/image" Target="../media/image630.svg"/><Relationship Id="rId14" Type="http://schemas.openxmlformats.org/officeDocument/2006/relationships/image" Target="../media/image631.png"/><Relationship Id="rId15" Type="http://schemas.openxmlformats.org/officeDocument/2006/relationships/image" Target="../media/image632.svg"/><Relationship Id="rId16" Type="http://schemas.openxmlformats.org/officeDocument/2006/relationships/image" Target="../media/image633.svg"/><Relationship Id="rId17" Type="http://schemas.openxmlformats.org/officeDocument/2006/relationships/image" Target="../media/image634.png"/><Relationship Id="rId18" Type="http://schemas.openxmlformats.org/officeDocument/2006/relationships/image" Target="../media/image635.svg"/><Relationship Id="rId19" Type="http://schemas.openxmlformats.org/officeDocument/2006/relationships/image" Target="../media/image636.png"/><Relationship Id="rId20" Type="http://schemas.openxmlformats.org/officeDocument/2006/relationships/image" Target="../media/image637.svg"/><Relationship Id="rId21" Type="http://schemas.openxmlformats.org/officeDocument/2006/relationships/image" Target="../media/image638.png"/><Relationship Id="rId22" Type="http://schemas.openxmlformats.org/officeDocument/2006/relationships/image" Target="../media/image639.svg"/><Relationship Id="rId23" Type="http://schemas.openxmlformats.org/officeDocument/2006/relationships/image" Target="../media/image640.png"/><Relationship Id="rId24" Type="http://schemas.openxmlformats.org/officeDocument/2006/relationships/image" Target="../media/image641.svg"/><Relationship Id="rId25" Type="http://schemas.openxmlformats.org/officeDocument/2006/relationships/image" Target="../media/image642.png"/><Relationship Id="rId26" Type="http://schemas.openxmlformats.org/officeDocument/2006/relationships/image" Target="../media/image643.svg"/><Relationship Id="rId27" Type="http://schemas.openxmlformats.org/officeDocument/2006/relationships/image" Target="../media/image644.png"/><Relationship Id="rId28" Type="http://schemas.openxmlformats.org/officeDocument/2006/relationships/image" Target="../media/image645.svg"/><Relationship Id="rId29" Type="http://schemas.openxmlformats.org/officeDocument/2006/relationships/image" Target="../media/image646.png"/><Relationship Id="rId30" Type="http://schemas.openxmlformats.org/officeDocument/2006/relationships/image" Target="../media/image647.svg"/><Relationship Id="rId31" Type="http://schemas.openxmlformats.org/officeDocument/2006/relationships/image" Target="../media/image648.png"/><Relationship Id="rId32" Type="http://schemas.openxmlformats.org/officeDocument/2006/relationships/image" Target="../media/image649.svg"/><Relationship Id="rId33" Type="http://schemas.openxmlformats.org/officeDocument/2006/relationships/image" Target="../media/image650.png"/><Relationship Id="rId34" Type="http://schemas.openxmlformats.org/officeDocument/2006/relationships/image" Target="../media/image651.svg"/><Relationship Id="rId35" Type="http://schemas.openxmlformats.org/officeDocument/2006/relationships/image" Target="../media/image652.svg"/><Relationship Id="rId36" Type="http://schemas.openxmlformats.org/officeDocument/2006/relationships/image" Target="../media/image653.svg"/><Relationship Id="rId37" Type="http://schemas.openxmlformats.org/officeDocument/2006/relationships/image" Target="../media/image654.png"/><Relationship Id="rId38" Type="http://schemas.openxmlformats.org/officeDocument/2006/relationships/image" Target="../media/image655.svg"/><Relationship Id="rId39" Type="http://schemas.openxmlformats.org/officeDocument/2006/relationships/image" Target="../media/image656.png"/><Relationship Id="rId40" Type="http://schemas.openxmlformats.org/officeDocument/2006/relationships/image" Target="../media/image657.svg"/><Relationship Id="rId41" Type="http://schemas.openxmlformats.org/officeDocument/2006/relationships/image" Target="../media/image658.png"/><Relationship Id="rId42" Type="http://schemas.openxmlformats.org/officeDocument/2006/relationships/image" Target="../media/image659.svg"/><Relationship Id="rId43" Type="http://schemas.openxmlformats.org/officeDocument/2006/relationships/image" Target="../media/image660.png"/><Relationship Id="rId44" Type="http://schemas.openxmlformats.org/officeDocument/2006/relationships/image" Target="../media/image661.svg"/><Relationship Id="rId45" Type="http://schemas.openxmlformats.org/officeDocument/2006/relationships/image" Target="../media/image662.png"/><Relationship Id="rId46" Type="http://schemas.openxmlformats.org/officeDocument/2006/relationships/image" Target="../media/image663.svg"/><Relationship Id="rId47" Type="http://schemas.openxmlformats.org/officeDocument/2006/relationships/image" Target="../media/image664.png"/><Relationship Id="rId48" Type="http://schemas.openxmlformats.org/officeDocument/2006/relationships/image" Target="../media/image665.svg"/><Relationship Id="rId49" Type="http://schemas.openxmlformats.org/officeDocument/2006/relationships/image" Target="../media/image666.png"/><Relationship Id="rId50" Type="http://schemas.openxmlformats.org/officeDocument/2006/relationships/image" Target="../media/image667.svg"/><Relationship Id="rId51" Type="http://schemas.openxmlformats.org/officeDocument/2006/relationships/image" Target="../media/image668.png"/><Relationship Id="rId52" Type="http://schemas.openxmlformats.org/officeDocument/2006/relationships/image" Target="../media/image669.svg"/><Relationship Id="rId53" Type="http://schemas.openxmlformats.org/officeDocument/2006/relationships/image" Target="../media/image670.png"/><Relationship Id="rId54" Type="http://schemas.openxmlformats.org/officeDocument/2006/relationships/image" Target="../media/image671.svg"/><Relationship Id="rId55" Type="http://schemas.openxmlformats.org/officeDocument/2006/relationships/image" Target="../media/image672.png"/><Relationship Id="rId56" Type="http://schemas.openxmlformats.org/officeDocument/2006/relationships/image" Target="../media/image673.svg"/><Relationship Id="rId57" Type="http://schemas.openxmlformats.org/officeDocument/2006/relationships/image" Target="../media/image674.png"/><Relationship Id="rId58" Type="http://schemas.openxmlformats.org/officeDocument/2006/relationships/image" Target="../media/image675.svg"/><Relationship Id="rId59" Type="http://schemas.openxmlformats.org/officeDocument/2006/relationships/image" Target="../media/image676.png"/><Relationship Id="rId60" Type="http://schemas.openxmlformats.org/officeDocument/2006/relationships/image" Target="../media/image677.sv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78.png"/><Relationship Id="rId4" Type="http://schemas.openxmlformats.org/officeDocument/2006/relationships/image" Target="../media/image679.svg"/><Relationship Id="rId5" Type="http://schemas.openxmlformats.org/officeDocument/2006/relationships/image" Target="../media/image680.png"/><Relationship Id="rId6" Type="http://schemas.openxmlformats.org/officeDocument/2006/relationships/image" Target="../media/image681.svg"/><Relationship Id="rId7" Type="http://schemas.openxmlformats.org/officeDocument/2006/relationships/image" Target="../media/image682.png"/><Relationship Id="rId8" Type="http://schemas.openxmlformats.org/officeDocument/2006/relationships/image" Target="../media/image683.svg"/><Relationship Id="rId9" Type="http://schemas.openxmlformats.org/officeDocument/2006/relationships/image" Target="../media/image684.png"/><Relationship Id="rId10" Type="http://schemas.openxmlformats.org/officeDocument/2006/relationships/image" Target="../media/image685.svg"/><Relationship Id="rId11" Type="http://schemas.openxmlformats.org/officeDocument/2006/relationships/image" Target="../media/image686.png"/><Relationship Id="rId12" Type="http://schemas.openxmlformats.org/officeDocument/2006/relationships/image" Target="../media/image687.svg"/><Relationship Id="rId13" Type="http://schemas.openxmlformats.org/officeDocument/2006/relationships/image" Target="../media/image688.png"/><Relationship Id="rId14" Type="http://schemas.openxmlformats.org/officeDocument/2006/relationships/image" Target="../media/image689.svg"/><Relationship Id="rId15" Type="http://schemas.openxmlformats.org/officeDocument/2006/relationships/image" Target="../media/image690.png"/><Relationship Id="rId16" Type="http://schemas.openxmlformats.org/officeDocument/2006/relationships/image" Target="../media/image691.svg"/><Relationship Id="rId17" Type="http://schemas.openxmlformats.org/officeDocument/2006/relationships/image" Target="../media/image692.png"/><Relationship Id="rId18" Type="http://schemas.openxmlformats.org/officeDocument/2006/relationships/image" Target="../media/image693.svg"/><Relationship Id="rId19" Type="http://schemas.openxmlformats.org/officeDocument/2006/relationships/image" Target="../media/image694.png"/><Relationship Id="rId20" Type="http://schemas.openxmlformats.org/officeDocument/2006/relationships/image" Target="../media/image695.svg"/><Relationship Id="rId21" Type="http://schemas.openxmlformats.org/officeDocument/2006/relationships/image" Target="../media/image696.png"/><Relationship Id="rId22" Type="http://schemas.openxmlformats.org/officeDocument/2006/relationships/image" Target="../media/image697.svg"/><Relationship Id="rId23" Type="http://schemas.openxmlformats.org/officeDocument/2006/relationships/image" Target="../media/image698.png"/><Relationship Id="rId24" Type="http://schemas.openxmlformats.org/officeDocument/2006/relationships/image" Target="../media/image699.svg"/><Relationship Id="rId25" Type="http://schemas.openxmlformats.org/officeDocument/2006/relationships/image" Target="../media/image700.png"/><Relationship Id="rId26" Type="http://schemas.openxmlformats.org/officeDocument/2006/relationships/image" Target="../media/image701.svg"/><Relationship Id="rId27" Type="http://schemas.openxmlformats.org/officeDocument/2006/relationships/image" Target="../media/image702.png"/><Relationship Id="rId28" Type="http://schemas.openxmlformats.org/officeDocument/2006/relationships/image" Target="../media/image703.svg"/><Relationship Id="rId29" Type="http://schemas.openxmlformats.org/officeDocument/2006/relationships/image" Target="../media/image704.png"/><Relationship Id="rId30" Type="http://schemas.openxmlformats.org/officeDocument/2006/relationships/image" Target="../media/image705.svg"/><Relationship Id="rId31" Type="http://schemas.openxmlformats.org/officeDocument/2006/relationships/image" Target="../media/image706.png"/><Relationship Id="rId32" Type="http://schemas.openxmlformats.org/officeDocument/2006/relationships/image" Target="../media/image707.svg"/><Relationship Id="rId33" Type="http://schemas.openxmlformats.org/officeDocument/2006/relationships/image" Target="../media/image708.png"/><Relationship Id="rId34" Type="http://schemas.openxmlformats.org/officeDocument/2006/relationships/image" Target="../media/image709.svg"/><Relationship Id="rId35" Type="http://schemas.openxmlformats.org/officeDocument/2006/relationships/image" Target="../media/image710.png"/><Relationship Id="rId36" Type="http://schemas.openxmlformats.org/officeDocument/2006/relationships/image" Target="../media/image711.svg"/><Relationship Id="rId37" Type="http://schemas.openxmlformats.org/officeDocument/2006/relationships/image" Target="../media/image712.png"/><Relationship Id="rId38" Type="http://schemas.openxmlformats.org/officeDocument/2006/relationships/image" Target="../media/image713.svg"/><Relationship Id="rId39" Type="http://schemas.openxmlformats.org/officeDocument/2006/relationships/image" Target="../media/image714.png"/><Relationship Id="rId40" Type="http://schemas.openxmlformats.org/officeDocument/2006/relationships/image" Target="../media/image715.svg"/><Relationship Id="rId41" Type="http://schemas.openxmlformats.org/officeDocument/2006/relationships/image" Target="../media/image716.svg"/><Relationship Id="rId42" Type="http://schemas.openxmlformats.org/officeDocument/2006/relationships/image" Target="../media/image717.svg"/><Relationship Id="rId43" Type="http://schemas.openxmlformats.org/officeDocument/2006/relationships/image" Target="../media/image718.png"/><Relationship Id="rId44" Type="http://schemas.openxmlformats.org/officeDocument/2006/relationships/image" Target="../media/image719.svg"/><Relationship Id="rId45" Type="http://schemas.openxmlformats.org/officeDocument/2006/relationships/image" Target="../media/image720.svg"/><Relationship Id="rId46" Type="http://schemas.openxmlformats.org/officeDocument/2006/relationships/image" Target="../media/image721.png"/><Relationship Id="rId47" Type="http://schemas.openxmlformats.org/officeDocument/2006/relationships/image" Target="../media/image722.svg"/><Relationship Id="rId48" Type="http://schemas.openxmlformats.org/officeDocument/2006/relationships/image" Target="../media/image723.png"/><Relationship Id="rId49" Type="http://schemas.openxmlformats.org/officeDocument/2006/relationships/image" Target="../media/image724.svg"/><Relationship Id="rId50" Type="http://schemas.openxmlformats.org/officeDocument/2006/relationships/image" Target="../media/image725.png"/><Relationship Id="rId51" Type="http://schemas.openxmlformats.org/officeDocument/2006/relationships/image" Target="../media/image726.svg"/><Relationship Id="rId52" Type="http://schemas.openxmlformats.org/officeDocument/2006/relationships/image" Target="../media/image727.svg"/><Relationship Id="rId53" Type="http://schemas.openxmlformats.org/officeDocument/2006/relationships/image" Target="../media/image728.png"/><Relationship Id="rId54" Type="http://schemas.openxmlformats.org/officeDocument/2006/relationships/image" Target="../media/image729.svg"/><Relationship Id="rId55" Type="http://schemas.openxmlformats.org/officeDocument/2006/relationships/image" Target="../media/image730.png"/><Relationship Id="rId56" Type="http://schemas.openxmlformats.org/officeDocument/2006/relationships/image" Target="../media/image731.svg"/><Relationship Id="rId57" Type="http://schemas.openxmlformats.org/officeDocument/2006/relationships/image" Target="../media/image732.png"/><Relationship Id="rId58" Type="http://schemas.openxmlformats.org/officeDocument/2006/relationships/image" Target="../media/image733.svg"/><Relationship Id="rId59" Type="http://schemas.openxmlformats.org/officeDocument/2006/relationships/image" Target="../media/image734.png"/><Relationship Id="rId60" Type="http://schemas.openxmlformats.org/officeDocument/2006/relationships/image" Target="../media/image735.svg"/><Relationship Id="rId61" Type="http://schemas.openxmlformats.org/officeDocument/2006/relationships/image" Target="../media/image736.png"/><Relationship Id="rId62" Type="http://schemas.openxmlformats.org/officeDocument/2006/relationships/image" Target="../media/image737.svg"/><Relationship Id="rId63" Type="http://schemas.openxmlformats.org/officeDocument/2006/relationships/image" Target="../media/image738.png"/><Relationship Id="rId64" Type="http://schemas.openxmlformats.org/officeDocument/2006/relationships/image" Target="../media/image739.svg"/><Relationship Id="rId65" Type="http://schemas.openxmlformats.org/officeDocument/2006/relationships/image" Target="../media/image740.png"/><Relationship Id="rId66" Type="http://schemas.openxmlformats.org/officeDocument/2006/relationships/image" Target="../media/image741.svg"/><Relationship Id="rId67" Type="http://schemas.openxmlformats.org/officeDocument/2006/relationships/image" Target="../media/image742.png"/><Relationship Id="rId68" Type="http://schemas.openxmlformats.org/officeDocument/2006/relationships/image" Target="../media/image743.svg"/><Relationship Id="rId69" Type="http://schemas.openxmlformats.org/officeDocument/2006/relationships/image" Target="../media/image744.png"/><Relationship Id="rId70" Type="http://schemas.openxmlformats.org/officeDocument/2006/relationships/image" Target="../media/image745.svg"/><Relationship Id="rId71" Type="http://schemas.openxmlformats.org/officeDocument/2006/relationships/image" Target="../media/image746.png"/><Relationship Id="rId72" Type="http://schemas.openxmlformats.org/officeDocument/2006/relationships/image" Target="../media/image747.sv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48.png"/><Relationship Id="rId4" Type="http://schemas.openxmlformats.org/officeDocument/2006/relationships/image" Target="../media/image749.svg"/><Relationship Id="rId5" Type="http://schemas.openxmlformats.org/officeDocument/2006/relationships/image" Target="../media/image750.png"/><Relationship Id="rId6" Type="http://schemas.openxmlformats.org/officeDocument/2006/relationships/image" Target="../media/image751.svg"/><Relationship Id="rId7" Type="http://schemas.openxmlformats.org/officeDocument/2006/relationships/image" Target="../media/image620.png"/><Relationship Id="rId8" Type="http://schemas.openxmlformats.org/officeDocument/2006/relationships/image" Target="../media/image621.svg"/><Relationship Id="rId9" Type="http://schemas.openxmlformats.org/officeDocument/2006/relationships/image" Target="../media/image622.png"/><Relationship Id="rId10" Type="http://schemas.openxmlformats.org/officeDocument/2006/relationships/image" Target="../media/image752.svg"/><Relationship Id="rId11" Type="http://schemas.openxmlformats.org/officeDocument/2006/relationships/image" Target="../media/image696.png"/><Relationship Id="rId12" Type="http://schemas.openxmlformats.org/officeDocument/2006/relationships/image" Target="../media/image753.svg"/><Relationship Id="rId13" Type="http://schemas.openxmlformats.org/officeDocument/2006/relationships/image" Target="../media/image698.png"/><Relationship Id="rId14" Type="http://schemas.openxmlformats.org/officeDocument/2006/relationships/image" Target="../media/image699.svg"/><Relationship Id="rId15" Type="http://schemas.openxmlformats.org/officeDocument/2006/relationships/image" Target="../media/image700.png"/><Relationship Id="rId16" Type="http://schemas.openxmlformats.org/officeDocument/2006/relationships/image" Target="../media/image754.svg"/><Relationship Id="rId17" Type="http://schemas.openxmlformats.org/officeDocument/2006/relationships/image" Target="../media/image702.png"/><Relationship Id="rId18" Type="http://schemas.openxmlformats.org/officeDocument/2006/relationships/image" Target="../media/image703.svg"/><Relationship Id="rId19" Type="http://schemas.openxmlformats.org/officeDocument/2006/relationships/image" Target="../media/image755.png"/><Relationship Id="rId20" Type="http://schemas.openxmlformats.org/officeDocument/2006/relationships/image" Target="../media/image756.svg"/><Relationship Id="rId21" Type="http://schemas.openxmlformats.org/officeDocument/2006/relationships/image" Target="../media/image757.png"/><Relationship Id="rId22" Type="http://schemas.openxmlformats.org/officeDocument/2006/relationships/image" Target="../media/image758.svg"/><Relationship Id="rId23" Type="http://schemas.openxmlformats.org/officeDocument/2006/relationships/image" Target="../media/image759.png"/><Relationship Id="rId24" Type="http://schemas.openxmlformats.org/officeDocument/2006/relationships/image" Target="../media/image760.svg"/><Relationship Id="rId25" Type="http://schemas.openxmlformats.org/officeDocument/2006/relationships/image" Target="../media/image761.png"/><Relationship Id="rId26" Type="http://schemas.openxmlformats.org/officeDocument/2006/relationships/image" Target="../media/image762.svg"/><Relationship Id="rId27" Type="http://schemas.openxmlformats.org/officeDocument/2006/relationships/image" Target="../media/image763.png"/><Relationship Id="rId28" Type="http://schemas.openxmlformats.org/officeDocument/2006/relationships/image" Target="../media/image764.svg"/><Relationship Id="rId29" Type="http://schemas.openxmlformats.org/officeDocument/2006/relationships/image" Target="../media/image765.png"/><Relationship Id="rId30" Type="http://schemas.openxmlformats.org/officeDocument/2006/relationships/image" Target="../media/image766.svg"/><Relationship Id="rId31" Type="http://schemas.openxmlformats.org/officeDocument/2006/relationships/image" Target="../media/image767.png"/><Relationship Id="rId32" Type="http://schemas.openxmlformats.org/officeDocument/2006/relationships/image" Target="../media/image768.svg"/><Relationship Id="rId33" Type="http://schemas.openxmlformats.org/officeDocument/2006/relationships/image" Target="../media/image769.svg"/><Relationship Id="rId34" Type="http://schemas.openxmlformats.org/officeDocument/2006/relationships/image" Target="../media/image770.svg"/><Relationship Id="rId35" Type="http://schemas.openxmlformats.org/officeDocument/2006/relationships/image" Target="../media/image771.png"/><Relationship Id="rId36" Type="http://schemas.openxmlformats.org/officeDocument/2006/relationships/image" Target="../media/image772.svg"/><Relationship Id="rId37" Type="http://schemas.openxmlformats.org/officeDocument/2006/relationships/image" Target="../media/image773.png"/><Relationship Id="rId38" Type="http://schemas.openxmlformats.org/officeDocument/2006/relationships/image" Target="../media/image774.svg"/><Relationship Id="rId39" Type="http://schemas.openxmlformats.org/officeDocument/2006/relationships/image" Target="../media/image775.png"/><Relationship Id="rId40" Type="http://schemas.openxmlformats.org/officeDocument/2006/relationships/image" Target="../media/image776.svg"/><Relationship Id="rId41" Type="http://schemas.openxmlformats.org/officeDocument/2006/relationships/image" Target="../media/image777.png"/><Relationship Id="rId42" Type="http://schemas.openxmlformats.org/officeDocument/2006/relationships/image" Target="../media/image778.svg"/><Relationship Id="rId43" Type="http://schemas.openxmlformats.org/officeDocument/2006/relationships/image" Target="../media/image779.png"/><Relationship Id="rId44" Type="http://schemas.openxmlformats.org/officeDocument/2006/relationships/image" Target="../media/image780.svg"/><Relationship Id="rId45" Type="http://schemas.openxmlformats.org/officeDocument/2006/relationships/image" Target="../media/image654.png"/><Relationship Id="rId46" Type="http://schemas.openxmlformats.org/officeDocument/2006/relationships/image" Target="../media/image655.svg"/><Relationship Id="rId47" Type="http://schemas.openxmlformats.org/officeDocument/2006/relationships/image" Target="../media/image730.png"/><Relationship Id="rId48" Type="http://schemas.openxmlformats.org/officeDocument/2006/relationships/image" Target="../media/image731.svg"/><Relationship Id="rId49" Type="http://schemas.openxmlformats.org/officeDocument/2006/relationships/image" Target="../media/image732.png"/><Relationship Id="rId50" Type="http://schemas.openxmlformats.org/officeDocument/2006/relationships/image" Target="../media/image733.svg"/><Relationship Id="rId51" Type="http://schemas.openxmlformats.org/officeDocument/2006/relationships/image" Target="../media/image734.png"/><Relationship Id="rId52" Type="http://schemas.openxmlformats.org/officeDocument/2006/relationships/image" Target="../media/image735.svg"/><Relationship Id="rId53" Type="http://schemas.openxmlformats.org/officeDocument/2006/relationships/image" Target="../media/image781.png"/><Relationship Id="rId54" Type="http://schemas.openxmlformats.org/officeDocument/2006/relationships/image" Target="../media/image782.svg"/><Relationship Id="rId55" Type="http://schemas.openxmlformats.org/officeDocument/2006/relationships/image" Target="../media/image783.png"/><Relationship Id="rId56" Type="http://schemas.openxmlformats.org/officeDocument/2006/relationships/image" Target="../media/image784.svg"/><Relationship Id="rId57" Type="http://schemas.openxmlformats.org/officeDocument/2006/relationships/image" Target="../media/image785.png"/><Relationship Id="rId58" Type="http://schemas.openxmlformats.org/officeDocument/2006/relationships/image" Target="../media/image786.svg"/><Relationship Id="rId59" Type="http://schemas.openxmlformats.org/officeDocument/2006/relationships/image" Target="../media/image787.png"/><Relationship Id="rId60" Type="http://schemas.openxmlformats.org/officeDocument/2006/relationships/image" Target="../media/image788.svg"/><Relationship Id="rId61" Type="http://schemas.openxmlformats.org/officeDocument/2006/relationships/image" Target="../media/image789.png"/><Relationship Id="rId62" Type="http://schemas.openxmlformats.org/officeDocument/2006/relationships/image" Target="../media/image790.svg"/><Relationship Id="rId63" Type="http://schemas.openxmlformats.org/officeDocument/2006/relationships/image" Target="../media/image791.png"/><Relationship Id="rId64" Type="http://schemas.openxmlformats.org/officeDocument/2006/relationships/image" Target="../media/image792.sv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93.png"/><Relationship Id="rId4" Type="http://schemas.openxmlformats.org/officeDocument/2006/relationships/image" Target="../media/image794.svg"/><Relationship Id="rId5" Type="http://schemas.openxmlformats.org/officeDocument/2006/relationships/image" Target="../media/image795.png"/><Relationship Id="rId6" Type="http://schemas.openxmlformats.org/officeDocument/2006/relationships/image" Target="../media/image796.svg"/><Relationship Id="rId7" Type="http://schemas.openxmlformats.org/officeDocument/2006/relationships/image" Target="../media/image797.png"/><Relationship Id="rId8" Type="http://schemas.openxmlformats.org/officeDocument/2006/relationships/image" Target="../media/image798.svg"/><Relationship Id="rId9" Type="http://schemas.openxmlformats.org/officeDocument/2006/relationships/image" Target="../media/image799.png"/><Relationship Id="rId10" Type="http://schemas.openxmlformats.org/officeDocument/2006/relationships/image" Target="../media/image800.svg"/><Relationship Id="rId11" Type="http://schemas.openxmlformats.org/officeDocument/2006/relationships/image" Target="../media/image801.png"/><Relationship Id="rId12" Type="http://schemas.openxmlformats.org/officeDocument/2006/relationships/image" Target="../media/image802.svg"/><Relationship Id="rId13" Type="http://schemas.openxmlformats.org/officeDocument/2006/relationships/image" Target="../media/image803.png"/><Relationship Id="rId14" Type="http://schemas.openxmlformats.org/officeDocument/2006/relationships/image" Target="../media/image804.svg"/><Relationship Id="rId15" Type="http://schemas.openxmlformats.org/officeDocument/2006/relationships/image" Target="../media/image805.png"/><Relationship Id="rId16" Type="http://schemas.openxmlformats.org/officeDocument/2006/relationships/image" Target="../media/image806.svg"/><Relationship Id="rId17" Type="http://schemas.openxmlformats.org/officeDocument/2006/relationships/image" Target="../media/image807.png"/><Relationship Id="rId18" Type="http://schemas.openxmlformats.org/officeDocument/2006/relationships/image" Target="../media/image808.svg"/><Relationship Id="rId19" Type="http://schemas.openxmlformats.org/officeDocument/2006/relationships/image" Target="../media/image809.png"/><Relationship Id="rId20" Type="http://schemas.openxmlformats.org/officeDocument/2006/relationships/image" Target="../media/image810.svg"/><Relationship Id="rId21" Type="http://schemas.openxmlformats.org/officeDocument/2006/relationships/image" Target="../media/image811.png"/><Relationship Id="rId22" Type="http://schemas.openxmlformats.org/officeDocument/2006/relationships/image" Target="../media/image812.svg"/><Relationship Id="rId23" Type="http://schemas.openxmlformats.org/officeDocument/2006/relationships/image" Target="../media/image813.png"/><Relationship Id="rId24" Type="http://schemas.openxmlformats.org/officeDocument/2006/relationships/image" Target="../media/image814.svg"/><Relationship Id="rId25" Type="http://schemas.openxmlformats.org/officeDocument/2006/relationships/image" Target="../media/image815.png"/><Relationship Id="rId26" Type="http://schemas.openxmlformats.org/officeDocument/2006/relationships/image" Target="../media/image816.svg"/><Relationship Id="rId27" Type="http://schemas.openxmlformats.org/officeDocument/2006/relationships/image" Target="../media/image817.png"/><Relationship Id="rId28" Type="http://schemas.openxmlformats.org/officeDocument/2006/relationships/image" Target="../media/image818.svg"/><Relationship Id="rId29" Type="http://schemas.openxmlformats.org/officeDocument/2006/relationships/image" Target="../media/image819.png"/><Relationship Id="rId30" Type="http://schemas.openxmlformats.org/officeDocument/2006/relationships/image" Target="../media/image820.svg"/><Relationship Id="rId31" Type="http://schemas.openxmlformats.org/officeDocument/2006/relationships/image" Target="../media/image821.png"/><Relationship Id="rId32" Type="http://schemas.openxmlformats.org/officeDocument/2006/relationships/image" Target="../media/image822.svg"/><Relationship Id="rId33" Type="http://schemas.openxmlformats.org/officeDocument/2006/relationships/image" Target="../media/image823.png"/><Relationship Id="rId34" Type="http://schemas.openxmlformats.org/officeDocument/2006/relationships/image" Target="../media/image824.svg"/><Relationship Id="rId35" Type="http://schemas.openxmlformats.org/officeDocument/2006/relationships/image" Target="../media/image825.svg"/><Relationship Id="rId36" Type="http://schemas.openxmlformats.org/officeDocument/2006/relationships/image" Target="../media/image826.png"/><Relationship Id="rId37" Type="http://schemas.openxmlformats.org/officeDocument/2006/relationships/image" Target="../media/image827.svg"/><Relationship Id="rId38" Type="http://schemas.openxmlformats.org/officeDocument/2006/relationships/image" Target="../media/image828.png"/><Relationship Id="rId39" Type="http://schemas.openxmlformats.org/officeDocument/2006/relationships/image" Target="../media/image829.svg"/><Relationship Id="rId40" Type="http://schemas.openxmlformats.org/officeDocument/2006/relationships/image" Target="../media/image830.svg"/><Relationship Id="rId41" Type="http://schemas.openxmlformats.org/officeDocument/2006/relationships/image" Target="../media/image831.png"/><Relationship Id="rId42" Type="http://schemas.openxmlformats.org/officeDocument/2006/relationships/image" Target="../media/image832.svg"/><Relationship Id="rId43" Type="http://schemas.openxmlformats.org/officeDocument/2006/relationships/image" Target="../media/image833.png"/><Relationship Id="rId44" Type="http://schemas.openxmlformats.org/officeDocument/2006/relationships/image" Target="../media/image834.svg"/><Relationship Id="rId45" Type="http://schemas.openxmlformats.org/officeDocument/2006/relationships/image" Target="../media/image835.png"/><Relationship Id="rId46" Type="http://schemas.openxmlformats.org/officeDocument/2006/relationships/image" Target="../media/image836.svg"/><Relationship Id="rId47" Type="http://schemas.openxmlformats.org/officeDocument/2006/relationships/image" Target="../media/image837.png"/><Relationship Id="rId48" Type="http://schemas.openxmlformats.org/officeDocument/2006/relationships/image" Target="../media/image838.svg"/><Relationship Id="rId49" Type="http://schemas.openxmlformats.org/officeDocument/2006/relationships/image" Target="../media/image839.png"/><Relationship Id="rId50" Type="http://schemas.openxmlformats.org/officeDocument/2006/relationships/image" Target="../media/image840.svg"/><Relationship Id="rId51" Type="http://schemas.openxmlformats.org/officeDocument/2006/relationships/image" Target="../media/image841.png"/><Relationship Id="rId52" Type="http://schemas.openxmlformats.org/officeDocument/2006/relationships/image" Target="../media/image842.svg"/><Relationship Id="rId53" Type="http://schemas.openxmlformats.org/officeDocument/2006/relationships/image" Target="../media/image843.png"/><Relationship Id="rId54" Type="http://schemas.openxmlformats.org/officeDocument/2006/relationships/image" Target="../media/image844.svg"/><Relationship Id="rId55" Type="http://schemas.openxmlformats.org/officeDocument/2006/relationships/image" Target="../media/image845.png"/><Relationship Id="rId56" Type="http://schemas.openxmlformats.org/officeDocument/2006/relationships/image" Target="../media/image846.sv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47.png"/><Relationship Id="rId4" Type="http://schemas.openxmlformats.org/officeDocument/2006/relationships/image" Target="../media/image848.svg"/><Relationship Id="rId5" Type="http://schemas.openxmlformats.org/officeDocument/2006/relationships/image" Target="../media/image849.png"/><Relationship Id="rId6" Type="http://schemas.openxmlformats.org/officeDocument/2006/relationships/image" Target="../media/image850.svg"/><Relationship Id="rId7" Type="http://schemas.openxmlformats.org/officeDocument/2006/relationships/image" Target="../media/image851.png"/><Relationship Id="rId8" Type="http://schemas.openxmlformats.org/officeDocument/2006/relationships/image" Target="../media/image852.svg"/><Relationship Id="rId9" Type="http://schemas.openxmlformats.org/officeDocument/2006/relationships/image" Target="../media/image853.png"/><Relationship Id="rId10" Type="http://schemas.openxmlformats.org/officeDocument/2006/relationships/image" Target="../media/image854.svg"/><Relationship Id="rId11" Type="http://schemas.openxmlformats.org/officeDocument/2006/relationships/image" Target="../media/image855.png"/><Relationship Id="rId12" Type="http://schemas.openxmlformats.org/officeDocument/2006/relationships/image" Target="../media/image856.svg"/><Relationship Id="rId13" Type="http://schemas.openxmlformats.org/officeDocument/2006/relationships/image" Target="../media/image857.png"/><Relationship Id="rId14" Type="http://schemas.openxmlformats.org/officeDocument/2006/relationships/image" Target="../media/image858.svg"/><Relationship Id="rId15" Type="http://schemas.openxmlformats.org/officeDocument/2006/relationships/image" Target="../media/image859.png"/><Relationship Id="rId16" Type="http://schemas.openxmlformats.org/officeDocument/2006/relationships/image" Target="../media/image860.svg"/><Relationship Id="rId17" Type="http://schemas.openxmlformats.org/officeDocument/2006/relationships/image" Target="../media/image861.png"/><Relationship Id="rId18" Type="http://schemas.openxmlformats.org/officeDocument/2006/relationships/image" Target="../media/image862.svg"/><Relationship Id="rId19" Type="http://schemas.openxmlformats.org/officeDocument/2006/relationships/image" Target="../media/image863.png"/><Relationship Id="rId20" Type="http://schemas.openxmlformats.org/officeDocument/2006/relationships/image" Target="../media/image864.svg"/><Relationship Id="rId21" Type="http://schemas.openxmlformats.org/officeDocument/2006/relationships/image" Target="../media/image865.png"/><Relationship Id="rId22" Type="http://schemas.openxmlformats.org/officeDocument/2006/relationships/image" Target="../media/image866.svg"/><Relationship Id="rId23" Type="http://schemas.openxmlformats.org/officeDocument/2006/relationships/image" Target="../media/image867.png"/><Relationship Id="rId24" Type="http://schemas.openxmlformats.org/officeDocument/2006/relationships/image" Target="../media/image868.svg"/><Relationship Id="rId25" Type="http://schemas.openxmlformats.org/officeDocument/2006/relationships/image" Target="../media/image869.png"/><Relationship Id="rId26" Type="http://schemas.openxmlformats.org/officeDocument/2006/relationships/image" Target="../media/image870.svg"/><Relationship Id="rId27" Type="http://schemas.openxmlformats.org/officeDocument/2006/relationships/image" Target="../media/image871.png"/><Relationship Id="rId28" Type="http://schemas.openxmlformats.org/officeDocument/2006/relationships/image" Target="../media/image872.svg"/><Relationship Id="rId29" Type="http://schemas.openxmlformats.org/officeDocument/2006/relationships/image" Target="../media/image873.png"/><Relationship Id="rId30" Type="http://schemas.openxmlformats.org/officeDocument/2006/relationships/image" Target="../media/image874.svg"/><Relationship Id="rId31" Type="http://schemas.openxmlformats.org/officeDocument/2006/relationships/image" Target="../media/image875.png"/><Relationship Id="rId32" Type="http://schemas.openxmlformats.org/officeDocument/2006/relationships/image" Target="../media/image876.svg"/><Relationship Id="rId33" Type="http://schemas.openxmlformats.org/officeDocument/2006/relationships/image" Target="../media/image877.png"/><Relationship Id="rId34" Type="http://schemas.openxmlformats.org/officeDocument/2006/relationships/image" Target="../media/image878.svg"/><Relationship Id="rId35" Type="http://schemas.openxmlformats.org/officeDocument/2006/relationships/image" Target="../media/image879.png"/><Relationship Id="rId36" Type="http://schemas.openxmlformats.org/officeDocument/2006/relationships/image" Target="../media/image880.svg"/><Relationship Id="rId37" Type="http://schemas.openxmlformats.org/officeDocument/2006/relationships/image" Target="../media/image881.png"/><Relationship Id="rId38" Type="http://schemas.openxmlformats.org/officeDocument/2006/relationships/image" Target="../media/image882.svg"/><Relationship Id="rId39" Type="http://schemas.openxmlformats.org/officeDocument/2006/relationships/image" Target="../media/image883.png"/><Relationship Id="rId40" Type="http://schemas.openxmlformats.org/officeDocument/2006/relationships/image" Target="../media/image884.svg"/><Relationship Id="rId41" Type="http://schemas.openxmlformats.org/officeDocument/2006/relationships/image" Target="../media/image885.png"/><Relationship Id="rId42" Type="http://schemas.openxmlformats.org/officeDocument/2006/relationships/image" Target="../media/image886.svg"/><Relationship Id="rId43" Type="http://schemas.openxmlformats.org/officeDocument/2006/relationships/image" Target="../media/image887.png"/><Relationship Id="rId44" Type="http://schemas.openxmlformats.org/officeDocument/2006/relationships/image" Target="../media/image888.svg"/><Relationship Id="rId45" Type="http://schemas.openxmlformats.org/officeDocument/2006/relationships/image" Target="../media/image889.png"/><Relationship Id="rId46" Type="http://schemas.openxmlformats.org/officeDocument/2006/relationships/image" Target="../media/image890.svg"/><Relationship Id="rId47" Type="http://schemas.openxmlformats.org/officeDocument/2006/relationships/image" Target="../media/image891.png"/><Relationship Id="rId48" Type="http://schemas.openxmlformats.org/officeDocument/2006/relationships/image" Target="../media/image892.svg"/><Relationship Id="rId49" Type="http://schemas.openxmlformats.org/officeDocument/2006/relationships/image" Target="../media/image893.png"/><Relationship Id="rId50" Type="http://schemas.openxmlformats.org/officeDocument/2006/relationships/image" Target="../media/image894.svg"/><Relationship Id="rId51" Type="http://schemas.openxmlformats.org/officeDocument/2006/relationships/image" Target="../media/image895.png"/><Relationship Id="rId52" Type="http://schemas.openxmlformats.org/officeDocument/2006/relationships/image" Target="../media/image896.svg"/><Relationship Id="rId53" Type="http://schemas.openxmlformats.org/officeDocument/2006/relationships/image" Target="../media/image897.png"/><Relationship Id="rId54" Type="http://schemas.openxmlformats.org/officeDocument/2006/relationships/image" Target="../media/image898.svg"/><Relationship Id="rId55" Type="http://schemas.openxmlformats.org/officeDocument/2006/relationships/image" Target="../media/image899.png"/><Relationship Id="rId56" Type="http://schemas.openxmlformats.org/officeDocument/2006/relationships/image" Target="../media/image900.svg"/><Relationship Id="rId57" Type="http://schemas.openxmlformats.org/officeDocument/2006/relationships/image" Target="../media/image901.png"/><Relationship Id="rId58" Type="http://schemas.openxmlformats.org/officeDocument/2006/relationships/image" Target="../media/image902.svg"/><Relationship Id="rId59" Type="http://schemas.openxmlformats.org/officeDocument/2006/relationships/image" Target="../media/image903.png"/><Relationship Id="rId60" Type="http://schemas.openxmlformats.org/officeDocument/2006/relationships/image" Target="../media/image904.svg"/><Relationship Id="rId61" Type="http://schemas.openxmlformats.org/officeDocument/2006/relationships/image" Target="../media/image905.png"/><Relationship Id="rId62" Type="http://schemas.openxmlformats.org/officeDocument/2006/relationships/image" Target="../media/image906.svg"/><Relationship Id="rId63" Type="http://schemas.openxmlformats.org/officeDocument/2006/relationships/image" Target="../media/image907.png"/><Relationship Id="rId64" Type="http://schemas.openxmlformats.org/officeDocument/2006/relationships/image" Target="../media/image908.svg"/><Relationship Id="rId65" Type="http://schemas.openxmlformats.org/officeDocument/2006/relationships/image" Target="../media/image909.png"/><Relationship Id="rId66" Type="http://schemas.openxmlformats.org/officeDocument/2006/relationships/image" Target="../media/image910.svg"/><Relationship Id="rId67" Type="http://schemas.openxmlformats.org/officeDocument/2006/relationships/image" Target="../media/image911.png"/><Relationship Id="rId68" Type="http://schemas.openxmlformats.org/officeDocument/2006/relationships/image" Target="../media/image912.svg"/><Relationship Id="rId69" Type="http://schemas.openxmlformats.org/officeDocument/2006/relationships/image" Target="../media/image913.png"/><Relationship Id="rId70" Type="http://schemas.openxmlformats.org/officeDocument/2006/relationships/image" Target="../media/image914.svg"/><Relationship Id="rId71" Type="http://schemas.openxmlformats.org/officeDocument/2006/relationships/image" Target="../media/image915.png"/><Relationship Id="rId72" Type="http://schemas.openxmlformats.org/officeDocument/2006/relationships/image" Target="../media/image916.svg"/><Relationship Id="rId73" Type="http://schemas.openxmlformats.org/officeDocument/2006/relationships/image" Target="../media/image917.png"/><Relationship Id="rId74" Type="http://schemas.openxmlformats.org/officeDocument/2006/relationships/image" Target="../media/image918.svg"/><Relationship Id="rId75" Type="http://schemas.openxmlformats.org/officeDocument/2006/relationships/image" Target="../media/image919.png"/><Relationship Id="rId76" Type="http://schemas.openxmlformats.org/officeDocument/2006/relationships/image" Target="../media/image920.svg"/><Relationship Id="rId77" Type="http://schemas.openxmlformats.org/officeDocument/2006/relationships/image" Target="../media/image921.png"/><Relationship Id="rId78" Type="http://schemas.openxmlformats.org/officeDocument/2006/relationships/image" Target="../media/image922.svg"/><Relationship Id="rId79" Type="http://schemas.openxmlformats.org/officeDocument/2006/relationships/image" Target="../media/image923.png"/><Relationship Id="rId80" Type="http://schemas.openxmlformats.org/officeDocument/2006/relationships/image" Target="../media/image924.svg"/><Relationship Id="rId81" Type="http://schemas.openxmlformats.org/officeDocument/2006/relationships/image" Target="../media/image925.png"/><Relationship Id="rId82" Type="http://schemas.openxmlformats.org/officeDocument/2006/relationships/image" Target="../media/image926.svg"/><Relationship Id="rId83" Type="http://schemas.openxmlformats.org/officeDocument/2006/relationships/image" Target="../media/image927.png"/><Relationship Id="rId84" Type="http://schemas.openxmlformats.org/officeDocument/2006/relationships/image" Target="../media/image928.svg"/><Relationship Id="rId85" Type="http://schemas.openxmlformats.org/officeDocument/2006/relationships/image" Target="../media/image929.png"/><Relationship Id="rId86" Type="http://schemas.openxmlformats.org/officeDocument/2006/relationships/image" Target="../media/image930.svg"/><Relationship Id="rId87" Type="http://schemas.openxmlformats.org/officeDocument/2006/relationships/image" Target="../media/image931.png"/><Relationship Id="rId88" Type="http://schemas.openxmlformats.org/officeDocument/2006/relationships/image" Target="../media/image932.svg"/><Relationship Id="rId89" Type="http://schemas.openxmlformats.org/officeDocument/2006/relationships/image" Target="../media/image933.png"/><Relationship Id="rId90" Type="http://schemas.openxmlformats.org/officeDocument/2006/relationships/image" Target="../media/image934.svg"/><Relationship Id="rId91" Type="http://schemas.openxmlformats.org/officeDocument/2006/relationships/image" Target="../media/image935.png"/><Relationship Id="rId92" Type="http://schemas.openxmlformats.org/officeDocument/2006/relationships/image" Target="../media/image936.svg"/><Relationship Id="rId93" Type="http://schemas.openxmlformats.org/officeDocument/2006/relationships/image" Target="../media/image937.png"/><Relationship Id="rId94" Type="http://schemas.openxmlformats.org/officeDocument/2006/relationships/image" Target="../media/image938.svg"/><Relationship Id="rId95" Type="http://schemas.openxmlformats.org/officeDocument/2006/relationships/image" Target="../media/image939.png"/><Relationship Id="rId96" Type="http://schemas.openxmlformats.org/officeDocument/2006/relationships/image" Target="../media/image940.svg"/><Relationship Id="rId97" Type="http://schemas.openxmlformats.org/officeDocument/2006/relationships/image" Target="../media/image941.png"/><Relationship Id="rId98" Type="http://schemas.openxmlformats.org/officeDocument/2006/relationships/image" Target="../media/image942.svg"/><Relationship Id="rId99" Type="http://schemas.openxmlformats.org/officeDocument/2006/relationships/image" Target="../media/image361.png"/><Relationship Id="rId100" Type="http://schemas.openxmlformats.org/officeDocument/2006/relationships/image" Target="../media/image943.png"/><Relationship Id="rId101" Type="http://schemas.openxmlformats.org/officeDocument/2006/relationships/image" Target="../media/image944.svg"/><Relationship Id="rId102" Type="http://schemas.openxmlformats.org/officeDocument/2006/relationships/image" Target="../media/image945.png"/><Relationship Id="rId103" Type="http://schemas.openxmlformats.org/officeDocument/2006/relationships/image" Target="../media/image946.svg"/><Relationship Id="rId104" Type="http://schemas.openxmlformats.org/officeDocument/2006/relationships/image" Target="../media/image947.png"/><Relationship Id="rId105" Type="http://schemas.openxmlformats.org/officeDocument/2006/relationships/image" Target="../media/image948.svg"/><Relationship Id="rId106" Type="http://schemas.openxmlformats.org/officeDocument/2006/relationships/image" Target="../media/image949.png"/><Relationship Id="rId107" Type="http://schemas.openxmlformats.org/officeDocument/2006/relationships/image" Target="../media/image950.svg"/><Relationship Id="rId108" Type="http://schemas.openxmlformats.org/officeDocument/2006/relationships/image" Target="../media/image951.png"/><Relationship Id="rId109" Type="http://schemas.openxmlformats.org/officeDocument/2006/relationships/image" Target="../media/image952.svg"/><Relationship Id="rId110" Type="http://schemas.openxmlformats.org/officeDocument/2006/relationships/image" Target="../media/image953.png"/><Relationship Id="rId111" Type="http://schemas.openxmlformats.org/officeDocument/2006/relationships/image" Target="../media/image954.svg"/><Relationship Id="rId112" Type="http://schemas.openxmlformats.org/officeDocument/2006/relationships/image" Target="../media/image955.png"/><Relationship Id="rId113" Type="http://schemas.openxmlformats.org/officeDocument/2006/relationships/image" Target="../media/image956.svg"/><Relationship Id="rId114" Type="http://schemas.openxmlformats.org/officeDocument/2006/relationships/image" Target="../media/image957.png"/><Relationship Id="rId115" Type="http://schemas.openxmlformats.org/officeDocument/2006/relationships/image" Target="../media/image958.svg"/><Relationship Id="rId116" Type="http://schemas.openxmlformats.org/officeDocument/2006/relationships/image" Target="../media/image959.png"/><Relationship Id="rId117" Type="http://schemas.openxmlformats.org/officeDocument/2006/relationships/image" Target="../media/image960.svg"/><Relationship Id="rId118" Type="http://schemas.openxmlformats.org/officeDocument/2006/relationships/image" Target="../media/image961.png"/><Relationship Id="rId119" Type="http://schemas.openxmlformats.org/officeDocument/2006/relationships/image" Target="../media/image962.svg"/><Relationship Id="rId120" Type="http://schemas.openxmlformats.org/officeDocument/2006/relationships/image" Target="../media/image963.png"/><Relationship Id="rId121" Type="http://schemas.openxmlformats.org/officeDocument/2006/relationships/image" Target="../media/image964.svg"/><Relationship Id="rId122" Type="http://schemas.openxmlformats.org/officeDocument/2006/relationships/image" Target="../media/image965.png"/><Relationship Id="rId123" Type="http://schemas.openxmlformats.org/officeDocument/2006/relationships/image" Target="../media/image966.svg"/><Relationship Id="rId124" Type="http://schemas.openxmlformats.org/officeDocument/2006/relationships/image" Target="../media/image967.png"/><Relationship Id="rId125" Type="http://schemas.openxmlformats.org/officeDocument/2006/relationships/image" Target="../media/image968.svg"/><Relationship Id="rId126" Type="http://schemas.openxmlformats.org/officeDocument/2006/relationships/image" Target="../media/image969.png"/><Relationship Id="rId127" Type="http://schemas.openxmlformats.org/officeDocument/2006/relationships/image" Target="../media/image970.svg"/><Relationship Id="rId128" Type="http://schemas.openxmlformats.org/officeDocument/2006/relationships/image" Target="../media/image971.png"/><Relationship Id="rId129" Type="http://schemas.openxmlformats.org/officeDocument/2006/relationships/image" Target="../media/image972.svg"/><Relationship Id="rId130" Type="http://schemas.openxmlformats.org/officeDocument/2006/relationships/image" Target="../media/image973.png"/><Relationship Id="rId131" Type="http://schemas.openxmlformats.org/officeDocument/2006/relationships/image" Target="../media/image974.svg"/><Relationship Id="rId132" Type="http://schemas.openxmlformats.org/officeDocument/2006/relationships/image" Target="../media/image975.png"/><Relationship Id="rId133" Type="http://schemas.openxmlformats.org/officeDocument/2006/relationships/image" Target="../media/image976.svg"/><Relationship Id="rId134" Type="http://schemas.openxmlformats.org/officeDocument/2006/relationships/image" Target="../media/image977.png"/><Relationship Id="rId135" Type="http://schemas.openxmlformats.org/officeDocument/2006/relationships/image" Target="../media/image978.svg"/><Relationship Id="rId136" Type="http://schemas.openxmlformats.org/officeDocument/2006/relationships/image" Target="../media/image979.png"/><Relationship Id="rId137" Type="http://schemas.openxmlformats.org/officeDocument/2006/relationships/image" Target="../media/image980.svg"/><Relationship Id="rId138" Type="http://schemas.openxmlformats.org/officeDocument/2006/relationships/image" Target="../media/image981.png"/><Relationship Id="rId139" Type="http://schemas.openxmlformats.org/officeDocument/2006/relationships/image" Target="../media/image982.svg"/><Relationship Id="rId140" Type="http://schemas.openxmlformats.org/officeDocument/2006/relationships/image" Target="../media/image983.png"/><Relationship Id="rId141" Type="http://schemas.openxmlformats.org/officeDocument/2006/relationships/image" Target="../media/image984.svg"/><Relationship Id="rId142" Type="http://schemas.openxmlformats.org/officeDocument/2006/relationships/image" Target="../media/image985.png"/><Relationship Id="rId143" Type="http://schemas.openxmlformats.org/officeDocument/2006/relationships/image" Target="../media/image986.svg"/><Relationship Id="rId144" Type="http://schemas.openxmlformats.org/officeDocument/2006/relationships/image" Target="../media/image987.png"/><Relationship Id="rId145" Type="http://schemas.openxmlformats.org/officeDocument/2006/relationships/image" Target="../media/image988.svg"/><Relationship Id="rId146" Type="http://schemas.openxmlformats.org/officeDocument/2006/relationships/image" Target="../media/image989.png"/><Relationship Id="rId147" Type="http://schemas.openxmlformats.org/officeDocument/2006/relationships/image" Target="../media/image990.svg"/><Relationship Id="rId148" Type="http://schemas.openxmlformats.org/officeDocument/2006/relationships/image" Target="../media/image991.png"/><Relationship Id="rId149" Type="http://schemas.openxmlformats.org/officeDocument/2006/relationships/image" Target="../media/image992.svg"/><Relationship Id="rId150" Type="http://schemas.openxmlformats.org/officeDocument/2006/relationships/image" Target="../media/image993.png"/><Relationship Id="rId151" Type="http://schemas.openxmlformats.org/officeDocument/2006/relationships/image" Target="../media/image994.svg"/><Relationship Id="rId152" Type="http://schemas.openxmlformats.org/officeDocument/2006/relationships/image" Target="../media/image995.png"/><Relationship Id="rId153" Type="http://schemas.openxmlformats.org/officeDocument/2006/relationships/image" Target="../media/image996.svg"/><Relationship Id="rId154" Type="http://schemas.openxmlformats.org/officeDocument/2006/relationships/image" Target="../media/image997.png"/><Relationship Id="rId155" Type="http://schemas.openxmlformats.org/officeDocument/2006/relationships/image" Target="../media/image998.svg"/><Relationship Id="rId156" Type="http://schemas.openxmlformats.org/officeDocument/2006/relationships/image" Target="../media/image999.png"/><Relationship Id="rId157" Type="http://schemas.openxmlformats.org/officeDocument/2006/relationships/image" Target="../media/image1000.svg"/><Relationship Id="rId158" Type="http://schemas.openxmlformats.org/officeDocument/2006/relationships/image" Target="../media/image1001.png"/><Relationship Id="rId159" Type="http://schemas.openxmlformats.org/officeDocument/2006/relationships/image" Target="../media/image1002.svg"/><Relationship Id="rId160" Type="http://schemas.openxmlformats.org/officeDocument/2006/relationships/image" Target="../media/image1003.png"/><Relationship Id="rId161" Type="http://schemas.openxmlformats.org/officeDocument/2006/relationships/image" Target="../media/image1004.svg"/><Relationship Id="rId162" Type="http://schemas.openxmlformats.org/officeDocument/2006/relationships/image" Target="../media/image1005.png"/><Relationship Id="rId163" Type="http://schemas.openxmlformats.org/officeDocument/2006/relationships/image" Target="../media/image1006.svg"/><Relationship Id="rId164" Type="http://schemas.openxmlformats.org/officeDocument/2006/relationships/image" Target="../media/image1007.png"/><Relationship Id="rId165" Type="http://schemas.openxmlformats.org/officeDocument/2006/relationships/image" Target="../media/image1008.svg"/><Relationship Id="rId166" Type="http://schemas.openxmlformats.org/officeDocument/2006/relationships/image" Target="../media/image1009.png"/><Relationship Id="rId167" Type="http://schemas.openxmlformats.org/officeDocument/2006/relationships/image" Target="../media/image1010.svg"/><Relationship Id="rId168" Type="http://schemas.openxmlformats.org/officeDocument/2006/relationships/image" Target="../media/image1011.png"/><Relationship Id="rId169" Type="http://schemas.openxmlformats.org/officeDocument/2006/relationships/image" Target="../media/image1012.svg"/><Relationship Id="rId170" Type="http://schemas.openxmlformats.org/officeDocument/2006/relationships/image" Target="../media/image1013.png"/><Relationship Id="rId171" Type="http://schemas.openxmlformats.org/officeDocument/2006/relationships/image" Target="../media/image1014.svg"/><Relationship Id="rId172" Type="http://schemas.openxmlformats.org/officeDocument/2006/relationships/image" Target="../media/image1015.png"/><Relationship Id="rId173" Type="http://schemas.openxmlformats.org/officeDocument/2006/relationships/image" Target="../media/image1016.svg"/><Relationship Id="rId174" Type="http://schemas.openxmlformats.org/officeDocument/2006/relationships/image" Target="../media/image1017.png"/><Relationship Id="rId175" Type="http://schemas.openxmlformats.org/officeDocument/2006/relationships/image" Target="../media/image1018.svg"/><Relationship Id="rId176" Type="http://schemas.openxmlformats.org/officeDocument/2006/relationships/image" Target="../media/image1019.png"/><Relationship Id="rId177" Type="http://schemas.openxmlformats.org/officeDocument/2006/relationships/image" Target="../media/image1020.svg"/><Relationship Id="rId178" Type="http://schemas.openxmlformats.org/officeDocument/2006/relationships/image" Target="../media/image1021.png"/><Relationship Id="rId179" Type="http://schemas.openxmlformats.org/officeDocument/2006/relationships/image" Target="../media/image1022.svg"/><Relationship Id="rId180" Type="http://schemas.openxmlformats.org/officeDocument/2006/relationships/image" Target="../media/image1023.png"/><Relationship Id="rId181" Type="http://schemas.openxmlformats.org/officeDocument/2006/relationships/image" Target="../media/image1024.svg"/><Relationship Id="rId182" Type="http://schemas.openxmlformats.org/officeDocument/2006/relationships/image" Target="../media/image1025.png"/><Relationship Id="rId183" Type="http://schemas.openxmlformats.org/officeDocument/2006/relationships/image" Target="../media/image1026.svg"/><Relationship Id="rId184" Type="http://schemas.openxmlformats.org/officeDocument/2006/relationships/image" Target="../media/image1027.png"/><Relationship Id="rId185" Type="http://schemas.openxmlformats.org/officeDocument/2006/relationships/image" Target="../media/image1028.svg"/><Relationship Id="rId186" Type="http://schemas.openxmlformats.org/officeDocument/2006/relationships/image" Target="../media/image1029.svg"/><Relationship Id="rId187" Type="http://schemas.openxmlformats.org/officeDocument/2006/relationships/image" Target="../media/image1030.svg"/><Relationship Id="rId188" Type="http://schemas.openxmlformats.org/officeDocument/2006/relationships/image" Target="../media/image1031.png"/><Relationship Id="rId189" Type="http://schemas.openxmlformats.org/officeDocument/2006/relationships/image" Target="../media/image1032.svg"/><Relationship Id="rId190" Type="http://schemas.openxmlformats.org/officeDocument/2006/relationships/image" Target="../media/image1033.png"/><Relationship Id="rId191" Type="http://schemas.openxmlformats.org/officeDocument/2006/relationships/image" Target="../media/image1034.svg"/><Relationship Id="rId192" Type="http://schemas.openxmlformats.org/officeDocument/2006/relationships/image" Target="../media/image1035.png"/><Relationship Id="rId193" Type="http://schemas.openxmlformats.org/officeDocument/2006/relationships/image" Target="../media/image1036.svg"/><Relationship Id="rId194" Type="http://schemas.openxmlformats.org/officeDocument/2006/relationships/image" Target="../media/image1037.png"/><Relationship Id="rId195" Type="http://schemas.openxmlformats.org/officeDocument/2006/relationships/image" Target="../media/image1038.svg"/><Relationship Id="rId196" Type="http://schemas.openxmlformats.org/officeDocument/2006/relationships/image" Target="../media/image1039.png"/><Relationship Id="rId197" Type="http://schemas.openxmlformats.org/officeDocument/2006/relationships/image" Target="../media/image1040.svg"/><Relationship Id="rId198" Type="http://schemas.openxmlformats.org/officeDocument/2006/relationships/image" Target="../media/image1041.png"/><Relationship Id="rId199" Type="http://schemas.openxmlformats.org/officeDocument/2006/relationships/image" Target="../media/image1042.svg"/><Relationship Id="rId200" Type="http://schemas.openxmlformats.org/officeDocument/2006/relationships/image" Target="../media/image1043.png"/><Relationship Id="rId201" Type="http://schemas.openxmlformats.org/officeDocument/2006/relationships/image" Target="../media/image1044.svg"/><Relationship Id="rId202" Type="http://schemas.openxmlformats.org/officeDocument/2006/relationships/image" Target="../media/image1045.png"/><Relationship Id="rId203" Type="http://schemas.openxmlformats.org/officeDocument/2006/relationships/image" Target="../media/image1046.svg"/><Relationship Id="rId204" Type="http://schemas.openxmlformats.org/officeDocument/2006/relationships/image" Target="../media/image1047.png"/><Relationship Id="rId205" Type="http://schemas.openxmlformats.org/officeDocument/2006/relationships/image" Target="../media/image1048.svg"/><Relationship Id="rId206" Type="http://schemas.openxmlformats.org/officeDocument/2006/relationships/image" Target="../media/image1049.png"/><Relationship Id="rId207" Type="http://schemas.openxmlformats.org/officeDocument/2006/relationships/image" Target="../media/image1050.svg"/><Relationship Id="rId208" Type="http://schemas.openxmlformats.org/officeDocument/2006/relationships/image" Target="../media/image1051.png"/><Relationship Id="rId209" Type="http://schemas.openxmlformats.org/officeDocument/2006/relationships/image" Target="../media/image1052.svg"/><Relationship Id="rId210" Type="http://schemas.openxmlformats.org/officeDocument/2006/relationships/image" Target="../media/image1053.png"/><Relationship Id="rId211" Type="http://schemas.openxmlformats.org/officeDocument/2006/relationships/image" Target="../media/image1054.svg"/><Relationship Id="rId212" Type="http://schemas.openxmlformats.org/officeDocument/2006/relationships/image" Target="../media/image1055.png"/><Relationship Id="rId213" Type="http://schemas.openxmlformats.org/officeDocument/2006/relationships/image" Target="../media/image1056.svg"/><Relationship Id="rId214" Type="http://schemas.openxmlformats.org/officeDocument/2006/relationships/image" Target="../media/image1057.png"/><Relationship Id="rId215" Type="http://schemas.openxmlformats.org/officeDocument/2006/relationships/image" Target="../media/image1058.svg"/><Relationship Id="rId216" Type="http://schemas.openxmlformats.org/officeDocument/2006/relationships/image" Target="../media/image1059.png"/><Relationship Id="rId217" Type="http://schemas.openxmlformats.org/officeDocument/2006/relationships/image" Target="../media/image1060.svg"/><Relationship Id="rId218" Type="http://schemas.openxmlformats.org/officeDocument/2006/relationships/image" Target="../media/image1061.png"/><Relationship Id="rId219" Type="http://schemas.openxmlformats.org/officeDocument/2006/relationships/image" Target="../media/image1062.svg"/><Relationship Id="rId220" Type="http://schemas.openxmlformats.org/officeDocument/2006/relationships/image" Target="../media/image1063.png"/><Relationship Id="rId221" Type="http://schemas.openxmlformats.org/officeDocument/2006/relationships/image" Target="../media/image1064.svg"/><Relationship Id="rId222" Type="http://schemas.openxmlformats.org/officeDocument/2006/relationships/image" Target="../media/image1065.png"/><Relationship Id="rId223" Type="http://schemas.openxmlformats.org/officeDocument/2006/relationships/image" Target="../media/image1066.svg"/><Relationship Id="rId224" Type="http://schemas.openxmlformats.org/officeDocument/2006/relationships/image" Target="../media/image1067.png"/><Relationship Id="rId225" Type="http://schemas.openxmlformats.org/officeDocument/2006/relationships/image" Target="../media/image1068.svg"/><Relationship Id="rId226" Type="http://schemas.openxmlformats.org/officeDocument/2006/relationships/image" Target="../media/image1069.png"/><Relationship Id="rId227" Type="http://schemas.openxmlformats.org/officeDocument/2006/relationships/image" Target="../media/image1070.svg"/><Relationship Id="rId228" Type="http://schemas.openxmlformats.org/officeDocument/2006/relationships/image" Target="../media/image1071.png"/><Relationship Id="rId229" Type="http://schemas.openxmlformats.org/officeDocument/2006/relationships/image" Target="../media/image1072.svg"/><Relationship Id="rId230" Type="http://schemas.openxmlformats.org/officeDocument/2006/relationships/image" Target="../media/image1073.png"/><Relationship Id="rId231" Type="http://schemas.openxmlformats.org/officeDocument/2006/relationships/image" Target="../media/image1074.svg"/><Relationship Id="rId232" Type="http://schemas.openxmlformats.org/officeDocument/2006/relationships/image" Target="../media/image1075.png"/><Relationship Id="rId233" Type="http://schemas.openxmlformats.org/officeDocument/2006/relationships/image" Target="../media/image1076.svg"/><Relationship Id="rId234" Type="http://schemas.openxmlformats.org/officeDocument/2006/relationships/image" Target="../media/image1077.png"/><Relationship Id="rId235" Type="http://schemas.openxmlformats.org/officeDocument/2006/relationships/image" Target="../media/image1078.svg"/><Relationship Id="rId236" Type="http://schemas.openxmlformats.org/officeDocument/2006/relationships/image" Target="../media/image1079.png"/><Relationship Id="rId237" Type="http://schemas.openxmlformats.org/officeDocument/2006/relationships/image" Target="../media/image1080.svg"/><Relationship Id="rId238" Type="http://schemas.openxmlformats.org/officeDocument/2006/relationships/image" Target="../media/image1081.png"/><Relationship Id="rId239" Type="http://schemas.openxmlformats.org/officeDocument/2006/relationships/image" Target="../media/image1082.svg"/><Relationship Id="rId240" Type="http://schemas.openxmlformats.org/officeDocument/2006/relationships/image" Target="../media/image1083.png"/><Relationship Id="rId241" Type="http://schemas.openxmlformats.org/officeDocument/2006/relationships/image" Target="../media/image1084.svg"/><Relationship Id="rId242" Type="http://schemas.openxmlformats.org/officeDocument/2006/relationships/image" Target="../media/image1085.png"/><Relationship Id="rId243" Type="http://schemas.openxmlformats.org/officeDocument/2006/relationships/image" Target="../media/image1086.svg"/><Relationship Id="rId244" Type="http://schemas.openxmlformats.org/officeDocument/2006/relationships/image" Target="../media/image1087.png"/><Relationship Id="rId245" Type="http://schemas.openxmlformats.org/officeDocument/2006/relationships/image" Target="../media/image1088.svg"/><Relationship Id="rId246" Type="http://schemas.openxmlformats.org/officeDocument/2006/relationships/image" Target="../media/image1089.png"/><Relationship Id="rId247" Type="http://schemas.openxmlformats.org/officeDocument/2006/relationships/image" Target="../media/image1090.svg"/><Relationship Id="rId248" Type="http://schemas.openxmlformats.org/officeDocument/2006/relationships/image" Target="../media/image1091.png"/><Relationship Id="rId249" Type="http://schemas.openxmlformats.org/officeDocument/2006/relationships/image" Target="../media/image1092.svg"/><Relationship Id="rId250" Type="http://schemas.openxmlformats.org/officeDocument/2006/relationships/image" Target="../media/image1093.png"/><Relationship Id="rId251" Type="http://schemas.openxmlformats.org/officeDocument/2006/relationships/image" Target="../media/image1094.svg"/><Relationship Id="rId252" Type="http://schemas.openxmlformats.org/officeDocument/2006/relationships/image" Target="../media/image1095.png"/><Relationship Id="rId253" Type="http://schemas.openxmlformats.org/officeDocument/2006/relationships/image" Target="../media/image1096.svg"/><Relationship Id="rId254" Type="http://schemas.openxmlformats.org/officeDocument/2006/relationships/image" Target="../media/image1097.png"/><Relationship Id="rId255" Type="http://schemas.openxmlformats.org/officeDocument/2006/relationships/image" Target="../media/image1098.svg"/><Relationship Id="rId256" Type="http://schemas.openxmlformats.org/officeDocument/2006/relationships/image" Target="../media/image1099.png"/><Relationship Id="rId257" Type="http://schemas.openxmlformats.org/officeDocument/2006/relationships/image" Target="../media/image1100.svg"/><Relationship Id="rId258" Type="http://schemas.openxmlformats.org/officeDocument/2006/relationships/image" Target="../media/image1101.png"/><Relationship Id="rId259" Type="http://schemas.openxmlformats.org/officeDocument/2006/relationships/image" Target="../media/image1102.svg"/><Relationship Id="rId260" Type="http://schemas.openxmlformats.org/officeDocument/2006/relationships/image" Target="../media/image1103.png"/><Relationship Id="rId261" Type="http://schemas.openxmlformats.org/officeDocument/2006/relationships/image" Target="../media/image1104.svg"/><Relationship Id="rId262" Type="http://schemas.openxmlformats.org/officeDocument/2006/relationships/image" Target="../media/image1105.png"/><Relationship Id="rId263" Type="http://schemas.openxmlformats.org/officeDocument/2006/relationships/image" Target="../media/image1106.svg"/><Relationship Id="rId264" Type="http://schemas.openxmlformats.org/officeDocument/2006/relationships/image" Target="../media/image1107.png"/><Relationship Id="rId265" Type="http://schemas.openxmlformats.org/officeDocument/2006/relationships/image" Target="../media/image1108.svg"/><Relationship Id="rId266" Type="http://schemas.openxmlformats.org/officeDocument/2006/relationships/image" Target="../media/image1109.png"/><Relationship Id="rId267" Type="http://schemas.openxmlformats.org/officeDocument/2006/relationships/image" Target="../media/image1110.svg"/><Relationship Id="rId268" Type="http://schemas.openxmlformats.org/officeDocument/2006/relationships/image" Target="../media/image1111.png"/><Relationship Id="rId269" Type="http://schemas.openxmlformats.org/officeDocument/2006/relationships/image" Target="../media/image1112.svg"/><Relationship Id="rId270" Type="http://schemas.openxmlformats.org/officeDocument/2006/relationships/image" Target="../media/image1113.png"/><Relationship Id="rId271" Type="http://schemas.openxmlformats.org/officeDocument/2006/relationships/image" Target="../media/image1114.svg"/><Relationship Id="rId272" Type="http://schemas.openxmlformats.org/officeDocument/2006/relationships/image" Target="../media/image1115.svg"/><Relationship Id="rId273" Type="http://schemas.openxmlformats.org/officeDocument/2006/relationships/image" Target="../media/image1116.png"/><Relationship Id="rId274" Type="http://schemas.openxmlformats.org/officeDocument/2006/relationships/image" Target="../media/image1117.svg"/><Relationship Id="rId275" Type="http://schemas.openxmlformats.org/officeDocument/2006/relationships/image" Target="../media/image1118.png"/><Relationship Id="rId276" Type="http://schemas.openxmlformats.org/officeDocument/2006/relationships/image" Target="../media/image1119.svg"/><Relationship Id="rId277" Type="http://schemas.openxmlformats.org/officeDocument/2006/relationships/image" Target="../media/image1120.png"/><Relationship Id="rId278" Type="http://schemas.openxmlformats.org/officeDocument/2006/relationships/image" Target="../media/image1121.svg"/><Relationship Id="rId279" Type="http://schemas.openxmlformats.org/officeDocument/2006/relationships/image" Target="../media/image1122.png"/><Relationship Id="rId280" Type="http://schemas.openxmlformats.org/officeDocument/2006/relationships/image" Target="../media/image1123.svg"/><Relationship Id="rId281" Type="http://schemas.openxmlformats.org/officeDocument/2006/relationships/image" Target="../media/image1124.png"/><Relationship Id="rId282" Type="http://schemas.openxmlformats.org/officeDocument/2006/relationships/image" Target="../media/image1125.svg"/><Relationship Id="rId283" Type="http://schemas.openxmlformats.org/officeDocument/2006/relationships/image" Target="../media/image1126.png"/><Relationship Id="rId284" Type="http://schemas.openxmlformats.org/officeDocument/2006/relationships/image" Target="../media/image1127.svg"/><Relationship Id="rId285" Type="http://schemas.openxmlformats.org/officeDocument/2006/relationships/image" Target="../media/image1128.png"/><Relationship Id="rId286" Type="http://schemas.openxmlformats.org/officeDocument/2006/relationships/image" Target="../media/image1129.svg"/><Relationship Id="rId287" Type="http://schemas.openxmlformats.org/officeDocument/2006/relationships/image" Target="../media/image1130.png"/><Relationship Id="rId288" Type="http://schemas.openxmlformats.org/officeDocument/2006/relationships/image" Target="../media/image1131.svg"/><Relationship Id="rId289" Type="http://schemas.openxmlformats.org/officeDocument/2006/relationships/image" Target="../media/image1132.png"/><Relationship Id="rId290" Type="http://schemas.openxmlformats.org/officeDocument/2006/relationships/image" Target="../media/image1133.svg"/><Relationship Id="rId291" Type="http://schemas.openxmlformats.org/officeDocument/2006/relationships/image" Target="../media/image1134.png"/><Relationship Id="rId292" Type="http://schemas.openxmlformats.org/officeDocument/2006/relationships/image" Target="../media/image1135.svg"/><Relationship Id="rId293" Type="http://schemas.openxmlformats.org/officeDocument/2006/relationships/image" Target="../media/image1136.png"/><Relationship Id="rId294" Type="http://schemas.openxmlformats.org/officeDocument/2006/relationships/image" Target="../media/image1137.svg"/><Relationship Id="rId295" Type="http://schemas.openxmlformats.org/officeDocument/2006/relationships/image" Target="../media/image1138.png"/><Relationship Id="rId296" Type="http://schemas.openxmlformats.org/officeDocument/2006/relationships/image" Target="../media/image1139.svg"/><Relationship Id="rId297" Type="http://schemas.openxmlformats.org/officeDocument/2006/relationships/image" Target="../media/image1140.png"/><Relationship Id="rId298" Type="http://schemas.openxmlformats.org/officeDocument/2006/relationships/image" Target="../media/image1141.sv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42.png"/><Relationship Id="rId4" Type="http://schemas.openxmlformats.org/officeDocument/2006/relationships/image" Target="../media/image1143.svg"/><Relationship Id="rId5" Type="http://schemas.openxmlformats.org/officeDocument/2006/relationships/image" Target="../media/image1144.png"/><Relationship Id="rId6" Type="http://schemas.openxmlformats.org/officeDocument/2006/relationships/image" Target="../media/image1145.svg"/><Relationship Id="rId7" Type="http://schemas.openxmlformats.org/officeDocument/2006/relationships/image" Target="../media/image1146.png"/><Relationship Id="rId8" Type="http://schemas.openxmlformats.org/officeDocument/2006/relationships/image" Target="../media/image1147.svg"/><Relationship Id="rId9" Type="http://schemas.openxmlformats.org/officeDocument/2006/relationships/image" Target="../media/image1148.svg"/><Relationship Id="rId10" Type="http://schemas.openxmlformats.org/officeDocument/2006/relationships/image" Target="../media/image1149.png"/><Relationship Id="rId11" Type="http://schemas.openxmlformats.org/officeDocument/2006/relationships/image" Target="../media/image1150.svg"/><Relationship Id="rId12" Type="http://schemas.openxmlformats.org/officeDocument/2006/relationships/image" Target="../media/image1151.svg"/><Relationship Id="rId13" Type="http://schemas.openxmlformats.org/officeDocument/2006/relationships/image" Target="../media/image1152.svg"/><Relationship Id="rId14" Type="http://schemas.openxmlformats.org/officeDocument/2006/relationships/image" Target="../media/image1153.png"/><Relationship Id="rId15" Type="http://schemas.openxmlformats.org/officeDocument/2006/relationships/image" Target="../media/image1154.svg"/><Relationship Id="rId16" Type="http://schemas.openxmlformats.org/officeDocument/2006/relationships/image" Target="../media/image1155.png"/><Relationship Id="rId17" Type="http://schemas.openxmlformats.org/officeDocument/2006/relationships/image" Target="../media/image1156.svg"/><Relationship Id="rId18" Type="http://schemas.openxmlformats.org/officeDocument/2006/relationships/image" Target="../media/image1157.png"/><Relationship Id="rId19" Type="http://schemas.openxmlformats.org/officeDocument/2006/relationships/image" Target="../media/image1158.svg"/><Relationship Id="rId20" Type="http://schemas.openxmlformats.org/officeDocument/2006/relationships/image" Target="../media/image1159.png"/><Relationship Id="rId21" Type="http://schemas.openxmlformats.org/officeDocument/2006/relationships/image" Target="../media/image1160.svg"/><Relationship Id="rId22" Type="http://schemas.openxmlformats.org/officeDocument/2006/relationships/image" Target="../media/image1161.png"/><Relationship Id="rId23" Type="http://schemas.openxmlformats.org/officeDocument/2006/relationships/image" Target="../media/image1162.svg"/><Relationship Id="rId24" Type="http://schemas.openxmlformats.org/officeDocument/2006/relationships/image" Target="../media/image1163.png"/><Relationship Id="rId25" Type="http://schemas.openxmlformats.org/officeDocument/2006/relationships/image" Target="../media/image1164.svg"/><Relationship Id="rId26" Type="http://schemas.openxmlformats.org/officeDocument/2006/relationships/image" Target="../media/image1165.png"/><Relationship Id="rId27" Type="http://schemas.openxmlformats.org/officeDocument/2006/relationships/image" Target="../media/image1166.svg"/><Relationship Id="rId28" Type="http://schemas.openxmlformats.org/officeDocument/2006/relationships/image" Target="../media/image1167.png"/><Relationship Id="rId29" Type="http://schemas.openxmlformats.org/officeDocument/2006/relationships/image" Target="../media/image1168.svg"/><Relationship Id="rId30" Type="http://schemas.openxmlformats.org/officeDocument/2006/relationships/image" Target="../media/image1169.png"/><Relationship Id="rId31" Type="http://schemas.openxmlformats.org/officeDocument/2006/relationships/image" Target="../media/image1170.svg"/><Relationship Id="rId32" Type="http://schemas.openxmlformats.org/officeDocument/2006/relationships/image" Target="../media/image1171.png"/><Relationship Id="rId33" Type="http://schemas.openxmlformats.org/officeDocument/2006/relationships/image" Target="../media/image1172.svg"/><Relationship Id="rId34" Type="http://schemas.openxmlformats.org/officeDocument/2006/relationships/image" Target="../media/image1173.png"/><Relationship Id="rId35" Type="http://schemas.openxmlformats.org/officeDocument/2006/relationships/image" Target="../media/image1174.svg"/><Relationship Id="rId36" Type="http://schemas.openxmlformats.org/officeDocument/2006/relationships/image" Target="../media/image1175.png"/><Relationship Id="rId37" Type="http://schemas.openxmlformats.org/officeDocument/2006/relationships/image" Target="../media/image1176.svg"/><Relationship Id="rId38" Type="http://schemas.openxmlformats.org/officeDocument/2006/relationships/image" Target="../media/image1177.png"/><Relationship Id="rId39" Type="http://schemas.openxmlformats.org/officeDocument/2006/relationships/image" Target="../media/image1178.svg"/><Relationship Id="rId40" Type="http://schemas.openxmlformats.org/officeDocument/2006/relationships/image" Target="../media/image1179.png"/><Relationship Id="rId41" Type="http://schemas.openxmlformats.org/officeDocument/2006/relationships/image" Target="../media/image1180.svg"/><Relationship Id="rId42" Type="http://schemas.openxmlformats.org/officeDocument/2006/relationships/image" Target="../media/image1181.png"/><Relationship Id="rId43" Type="http://schemas.openxmlformats.org/officeDocument/2006/relationships/image" Target="../media/image1182.svg"/><Relationship Id="rId44" Type="http://schemas.openxmlformats.org/officeDocument/2006/relationships/image" Target="../media/image1183.png"/><Relationship Id="rId45" Type="http://schemas.openxmlformats.org/officeDocument/2006/relationships/image" Target="../media/image1184.svg"/><Relationship Id="rId46" Type="http://schemas.openxmlformats.org/officeDocument/2006/relationships/image" Target="../media/image1185.png"/><Relationship Id="rId47" Type="http://schemas.openxmlformats.org/officeDocument/2006/relationships/image" Target="../media/image1186.svg"/><Relationship Id="rId48" Type="http://schemas.openxmlformats.org/officeDocument/2006/relationships/image" Target="../media/image1187.png"/><Relationship Id="rId49" Type="http://schemas.openxmlformats.org/officeDocument/2006/relationships/image" Target="../media/image1188.svg"/><Relationship Id="rId50" Type="http://schemas.openxmlformats.org/officeDocument/2006/relationships/image" Target="../media/image1189.png"/><Relationship Id="rId51" Type="http://schemas.openxmlformats.org/officeDocument/2006/relationships/image" Target="../media/image1190.svg"/><Relationship Id="rId52" Type="http://schemas.openxmlformats.org/officeDocument/2006/relationships/image" Target="../media/image1191.png"/><Relationship Id="rId53" Type="http://schemas.openxmlformats.org/officeDocument/2006/relationships/image" Target="../media/image1192.svg"/><Relationship Id="rId54" Type="http://schemas.openxmlformats.org/officeDocument/2006/relationships/image" Target="../media/image1193.png"/><Relationship Id="rId55" Type="http://schemas.openxmlformats.org/officeDocument/2006/relationships/image" Target="../media/image1194.svg"/><Relationship Id="rId56" Type="http://schemas.openxmlformats.org/officeDocument/2006/relationships/image" Target="../media/image1195.png"/><Relationship Id="rId57" Type="http://schemas.openxmlformats.org/officeDocument/2006/relationships/image" Target="../media/image1196.svg"/><Relationship Id="rId58" Type="http://schemas.openxmlformats.org/officeDocument/2006/relationships/image" Target="../media/image1197.png"/><Relationship Id="rId59" Type="http://schemas.openxmlformats.org/officeDocument/2006/relationships/image" Target="../media/image1198.svg"/><Relationship Id="rId60" Type="http://schemas.openxmlformats.org/officeDocument/2006/relationships/image" Target="../media/image1199.png"/><Relationship Id="rId61" Type="http://schemas.openxmlformats.org/officeDocument/2006/relationships/image" Target="../media/image1200.svg"/><Relationship Id="rId62" Type="http://schemas.openxmlformats.org/officeDocument/2006/relationships/image" Target="../media/image1201.png"/><Relationship Id="rId63" Type="http://schemas.openxmlformats.org/officeDocument/2006/relationships/image" Target="../media/image1202.svg"/><Relationship Id="rId64" Type="http://schemas.openxmlformats.org/officeDocument/2006/relationships/image" Target="../media/image1203.png"/><Relationship Id="rId65" Type="http://schemas.openxmlformats.org/officeDocument/2006/relationships/image" Target="../media/image1204.svg"/><Relationship Id="rId66" Type="http://schemas.openxmlformats.org/officeDocument/2006/relationships/image" Target="../media/image1205.png"/><Relationship Id="rId67" Type="http://schemas.openxmlformats.org/officeDocument/2006/relationships/image" Target="../media/image1206.svg"/><Relationship Id="rId68" Type="http://schemas.openxmlformats.org/officeDocument/2006/relationships/image" Target="../media/image1207.png"/><Relationship Id="rId69" Type="http://schemas.openxmlformats.org/officeDocument/2006/relationships/image" Target="../media/image1208.svg"/><Relationship Id="rId70" Type="http://schemas.openxmlformats.org/officeDocument/2006/relationships/image" Target="../media/image1209.png"/><Relationship Id="rId71" Type="http://schemas.openxmlformats.org/officeDocument/2006/relationships/image" Target="../media/image1210.svg"/><Relationship Id="rId72" Type="http://schemas.openxmlformats.org/officeDocument/2006/relationships/image" Target="../media/image1211.png"/><Relationship Id="rId73" Type="http://schemas.openxmlformats.org/officeDocument/2006/relationships/image" Target="../media/image1212.svg"/><Relationship Id="rId74" Type="http://schemas.openxmlformats.org/officeDocument/2006/relationships/image" Target="../media/image1213.png"/><Relationship Id="rId75" Type="http://schemas.openxmlformats.org/officeDocument/2006/relationships/image" Target="../media/image1214.svg"/><Relationship Id="rId76" Type="http://schemas.openxmlformats.org/officeDocument/2006/relationships/image" Target="../media/image1215.png"/><Relationship Id="rId77" Type="http://schemas.openxmlformats.org/officeDocument/2006/relationships/image" Target="../media/image1216.svg"/><Relationship Id="rId78" Type="http://schemas.openxmlformats.org/officeDocument/2006/relationships/image" Target="../media/image1217.png"/><Relationship Id="rId79" Type="http://schemas.openxmlformats.org/officeDocument/2006/relationships/image" Target="../media/image1218.svg"/><Relationship Id="rId80" Type="http://schemas.openxmlformats.org/officeDocument/2006/relationships/image" Target="../media/image1219.png"/><Relationship Id="rId81" Type="http://schemas.openxmlformats.org/officeDocument/2006/relationships/image" Target="../media/image1220.svg"/><Relationship Id="rId82" Type="http://schemas.openxmlformats.org/officeDocument/2006/relationships/image" Target="../media/image1221.png"/><Relationship Id="rId83" Type="http://schemas.openxmlformats.org/officeDocument/2006/relationships/image" Target="../media/image1222.svg"/><Relationship Id="rId84" Type="http://schemas.openxmlformats.org/officeDocument/2006/relationships/image" Target="../media/image1223.png"/><Relationship Id="rId85" Type="http://schemas.openxmlformats.org/officeDocument/2006/relationships/image" Target="../media/image1224.svg"/><Relationship Id="rId86" Type="http://schemas.openxmlformats.org/officeDocument/2006/relationships/image" Target="../media/image1225.png"/><Relationship Id="rId87" Type="http://schemas.openxmlformats.org/officeDocument/2006/relationships/image" Target="../media/image1226.svg"/><Relationship Id="rId88" Type="http://schemas.openxmlformats.org/officeDocument/2006/relationships/image" Target="../media/image1227.png"/><Relationship Id="rId89" Type="http://schemas.openxmlformats.org/officeDocument/2006/relationships/image" Target="../media/image1228.svg"/><Relationship Id="rId90" Type="http://schemas.openxmlformats.org/officeDocument/2006/relationships/image" Target="../media/image1229.png"/><Relationship Id="rId91" Type="http://schemas.openxmlformats.org/officeDocument/2006/relationships/image" Target="../media/image1230.svg"/><Relationship Id="rId92" Type="http://schemas.openxmlformats.org/officeDocument/2006/relationships/image" Target="../media/image1231.png"/><Relationship Id="rId93" Type="http://schemas.openxmlformats.org/officeDocument/2006/relationships/image" Target="../media/image1232.svg"/><Relationship Id="rId94" Type="http://schemas.openxmlformats.org/officeDocument/2006/relationships/image" Target="../media/image1233.png"/><Relationship Id="rId95" Type="http://schemas.openxmlformats.org/officeDocument/2006/relationships/image" Target="../media/image1234.svg"/><Relationship Id="rId96" Type="http://schemas.openxmlformats.org/officeDocument/2006/relationships/image" Target="../media/image1235.png"/><Relationship Id="rId97" Type="http://schemas.openxmlformats.org/officeDocument/2006/relationships/image" Target="../media/image1236.svg"/><Relationship Id="rId98" Type="http://schemas.openxmlformats.org/officeDocument/2006/relationships/image" Target="../media/image1237.png"/><Relationship Id="rId99" Type="http://schemas.openxmlformats.org/officeDocument/2006/relationships/image" Target="../media/image1238.svg"/><Relationship Id="rId100" Type="http://schemas.openxmlformats.org/officeDocument/2006/relationships/image" Target="../media/image1239.png"/><Relationship Id="rId101" Type="http://schemas.openxmlformats.org/officeDocument/2006/relationships/image" Target="../media/image1240.svg"/><Relationship Id="rId102" Type="http://schemas.openxmlformats.org/officeDocument/2006/relationships/image" Target="../media/image1241.png"/><Relationship Id="rId103" Type="http://schemas.openxmlformats.org/officeDocument/2006/relationships/image" Target="../media/image1242.svg"/><Relationship Id="rId104" Type="http://schemas.openxmlformats.org/officeDocument/2006/relationships/image" Target="../media/image1243.png"/><Relationship Id="rId105" Type="http://schemas.openxmlformats.org/officeDocument/2006/relationships/image" Target="../media/image1244.svg"/><Relationship Id="rId106" Type="http://schemas.openxmlformats.org/officeDocument/2006/relationships/image" Target="../media/image1245.png"/><Relationship Id="rId107" Type="http://schemas.openxmlformats.org/officeDocument/2006/relationships/image" Target="../media/image1246.svg"/><Relationship Id="rId108" Type="http://schemas.openxmlformats.org/officeDocument/2006/relationships/image" Target="../media/image1247.png"/><Relationship Id="rId109" Type="http://schemas.openxmlformats.org/officeDocument/2006/relationships/image" Target="../media/image1248.svg"/><Relationship Id="rId110" Type="http://schemas.openxmlformats.org/officeDocument/2006/relationships/image" Target="../media/image1249.png"/><Relationship Id="rId111" Type="http://schemas.openxmlformats.org/officeDocument/2006/relationships/image" Target="../media/image1250.svg"/><Relationship Id="rId112" Type="http://schemas.openxmlformats.org/officeDocument/2006/relationships/image" Target="../media/image1251.png"/><Relationship Id="rId113" Type="http://schemas.openxmlformats.org/officeDocument/2006/relationships/image" Target="../media/image1252.svg"/><Relationship Id="rId114" Type="http://schemas.openxmlformats.org/officeDocument/2006/relationships/image" Target="../media/image1253.png"/><Relationship Id="rId115" Type="http://schemas.openxmlformats.org/officeDocument/2006/relationships/image" Target="../media/image1254.svg"/><Relationship Id="rId116" Type="http://schemas.openxmlformats.org/officeDocument/2006/relationships/image" Target="../media/image1255.png"/><Relationship Id="rId117" Type="http://schemas.openxmlformats.org/officeDocument/2006/relationships/image" Target="../media/image1256.svg"/><Relationship Id="rId118" Type="http://schemas.openxmlformats.org/officeDocument/2006/relationships/image" Target="../media/image1257.svg"/><Relationship Id="rId119" Type="http://schemas.openxmlformats.org/officeDocument/2006/relationships/image" Target="../media/image1258.png"/><Relationship Id="rId120" Type="http://schemas.openxmlformats.org/officeDocument/2006/relationships/image" Target="../media/image1259.svg"/><Relationship Id="rId121" Type="http://schemas.openxmlformats.org/officeDocument/2006/relationships/image" Target="../media/image1260.png"/><Relationship Id="rId122" Type="http://schemas.openxmlformats.org/officeDocument/2006/relationships/image" Target="../media/image1261.svg"/><Relationship Id="rId123" Type="http://schemas.openxmlformats.org/officeDocument/2006/relationships/image" Target="../media/image1262.png"/><Relationship Id="rId124" Type="http://schemas.openxmlformats.org/officeDocument/2006/relationships/image" Target="../media/image1263.svg"/><Relationship Id="rId125" Type="http://schemas.openxmlformats.org/officeDocument/2006/relationships/image" Target="../media/image1264.png"/><Relationship Id="rId126" Type="http://schemas.openxmlformats.org/officeDocument/2006/relationships/image" Target="../media/image1265.svg"/><Relationship Id="rId127" Type="http://schemas.openxmlformats.org/officeDocument/2006/relationships/image" Target="../media/image1266.png"/><Relationship Id="rId128" Type="http://schemas.openxmlformats.org/officeDocument/2006/relationships/image" Target="../media/image1267.svg"/><Relationship Id="rId129" Type="http://schemas.openxmlformats.org/officeDocument/2006/relationships/image" Target="../media/image1268.png"/><Relationship Id="rId130" Type="http://schemas.openxmlformats.org/officeDocument/2006/relationships/image" Target="../media/image1269.svg"/><Relationship Id="rId131" Type="http://schemas.openxmlformats.org/officeDocument/2006/relationships/image" Target="../media/image1270.png"/><Relationship Id="rId132" Type="http://schemas.openxmlformats.org/officeDocument/2006/relationships/image" Target="../media/image1271.svg"/><Relationship Id="rId133" Type="http://schemas.openxmlformats.org/officeDocument/2006/relationships/image" Target="../media/image1272.png"/><Relationship Id="rId134" Type="http://schemas.openxmlformats.org/officeDocument/2006/relationships/image" Target="../media/image1273.svg"/><Relationship Id="rId135" Type="http://schemas.openxmlformats.org/officeDocument/2006/relationships/image" Target="../media/image1274.png"/><Relationship Id="rId136" Type="http://schemas.openxmlformats.org/officeDocument/2006/relationships/image" Target="../media/image1275.svg"/><Relationship Id="rId137" Type="http://schemas.openxmlformats.org/officeDocument/2006/relationships/image" Target="../media/image1276.png"/><Relationship Id="rId138" Type="http://schemas.openxmlformats.org/officeDocument/2006/relationships/image" Target="../media/image1277.svg"/><Relationship Id="rId139" Type="http://schemas.openxmlformats.org/officeDocument/2006/relationships/image" Target="../media/image1278.png"/><Relationship Id="rId140" Type="http://schemas.openxmlformats.org/officeDocument/2006/relationships/image" Target="../media/image1279.svg"/><Relationship Id="rId141" Type="http://schemas.openxmlformats.org/officeDocument/2006/relationships/image" Target="../media/image1280.png"/><Relationship Id="rId142" Type="http://schemas.openxmlformats.org/officeDocument/2006/relationships/image" Target="../media/image1281.svg"/><Relationship Id="rId143" Type="http://schemas.openxmlformats.org/officeDocument/2006/relationships/image" Target="../media/image1282.png"/><Relationship Id="rId144" Type="http://schemas.openxmlformats.org/officeDocument/2006/relationships/image" Target="../media/image1283.svg"/><Relationship Id="rId145" Type="http://schemas.openxmlformats.org/officeDocument/2006/relationships/image" Target="../media/image1284.png"/><Relationship Id="rId146" Type="http://schemas.openxmlformats.org/officeDocument/2006/relationships/image" Target="../media/image1285.svg"/><Relationship Id="rId147" Type="http://schemas.openxmlformats.org/officeDocument/2006/relationships/image" Target="../media/image1286.png"/><Relationship Id="rId148" Type="http://schemas.openxmlformats.org/officeDocument/2006/relationships/image" Target="../media/image1287.svg"/><Relationship Id="rId149" Type="http://schemas.openxmlformats.org/officeDocument/2006/relationships/image" Target="../media/image1288.png"/><Relationship Id="rId150" Type="http://schemas.openxmlformats.org/officeDocument/2006/relationships/image" Target="../media/image1289.svg"/><Relationship Id="rId151" Type="http://schemas.openxmlformats.org/officeDocument/2006/relationships/image" Target="../media/image1290.png"/><Relationship Id="rId152" Type="http://schemas.openxmlformats.org/officeDocument/2006/relationships/image" Target="../media/image1291.svg"/><Relationship Id="rId153" Type="http://schemas.openxmlformats.org/officeDocument/2006/relationships/image" Target="../media/image1292.png"/><Relationship Id="rId154" Type="http://schemas.openxmlformats.org/officeDocument/2006/relationships/image" Target="../media/image1293.svg"/><Relationship Id="rId155" Type="http://schemas.openxmlformats.org/officeDocument/2006/relationships/image" Target="../media/image361.png"/><Relationship Id="rId156" Type="http://schemas.openxmlformats.org/officeDocument/2006/relationships/image" Target="../media/image1294.png"/><Relationship Id="rId157" Type="http://schemas.openxmlformats.org/officeDocument/2006/relationships/image" Target="../media/image1295.svg"/><Relationship Id="rId158" Type="http://schemas.openxmlformats.org/officeDocument/2006/relationships/image" Target="../media/image1296.png"/><Relationship Id="rId159" Type="http://schemas.openxmlformats.org/officeDocument/2006/relationships/image" Target="../media/image1297.svg"/><Relationship Id="rId160" Type="http://schemas.openxmlformats.org/officeDocument/2006/relationships/image" Target="../media/image1298.svg"/><Relationship Id="rId161" Type="http://schemas.openxmlformats.org/officeDocument/2006/relationships/image" Target="../media/image1299.png"/><Relationship Id="rId162" Type="http://schemas.openxmlformats.org/officeDocument/2006/relationships/image" Target="../media/image1300.svg"/><Relationship Id="rId163" Type="http://schemas.openxmlformats.org/officeDocument/2006/relationships/image" Target="../media/image1301.png"/><Relationship Id="rId164" Type="http://schemas.openxmlformats.org/officeDocument/2006/relationships/image" Target="../media/image1302.svg"/><Relationship Id="rId165" Type="http://schemas.openxmlformats.org/officeDocument/2006/relationships/image" Target="../media/image1303.png"/><Relationship Id="rId166" Type="http://schemas.openxmlformats.org/officeDocument/2006/relationships/image" Target="../media/image1304.svg"/><Relationship Id="rId167" Type="http://schemas.openxmlformats.org/officeDocument/2006/relationships/image" Target="../media/image1305.png"/><Relationship Id="rId168" Type="http://schemas.openxmlformats.org/officeDocument/2006/relationships/image" Target="../media/image1306.svg"/><Relationship Id="rId169" Type="http://schemas.openxmlformats.org/officeDocument/2006/relationships/image" Target="../media/image1307.png"/><Relationship Id="rId170" Type="http://schemas.openxmlformats.org/officeDocument/2006/relationships/image" Target="../media/image1308.svg"/><Relationship Id="rId171" Type="http://schemas.openxmlformats.org/officeDocument/2006/relationships/image" Target="../media/image1309.png"/><Relationship Id="rId172" Type="http://schemas.openxmlformats.org/officeDocument/2006/relationships/image" Target="../media/image1310.svg"/><Relationship Id="rId173" Type="http://schemas.openxmlformats.org/officeDocument/2006/relationships/image" Target="../media/image1311.png"/><Relationship Id="rId174" Type="http://schemas.openxmlformats.org/officeDocument/2006/relationships/image" Target="../media/image1312.svg"/><Relationship Id="rId175" Type="http://schemas.openxmlformats.org/officeDocument/2006/relationships/image" Target="../media/image1313.png"/><Relationship Id="rId176" Type="http://schemas.openxmlformats.org/officeDocument/2006/relationships/image" Target="../media/image1314.svg"/><Relationship Id="rId177" Type="http://schemas.openxmlformats.org/officeDocument/2006/relationships/image" Target="../media/image1315.png"/><Relationship Id="rId178" Type="http://schemas.openxmlformats.org/officeDocument/2006/relationships/image" Target="../media/image1316.svg"/><Relationship Id="rId179" Type="http://schemas.openxmlformats.org/officeDocument/2006/relationships/image" Target="../media/image1317.png"/><Relationship Id="rId180" Type="http://schemas.openxmlformats.org/officeDocument/2006/relationships/image" Target="../media/image1318.svg"/><Relationship Id="rId181" Type="http://schemas.openxmlformats.org/officeDocument/2006/relationships/image" Target="../media/image1319.png"/><Relationship Id="rId182" Type="http://schemas.openxmlformats.org/officeDocument/2006/relationships/image" Target="../media/image1320.svg"/><Relationship Id="rId183" Type="http://schemas.openxmlformats.org/officeDocument/2006/relationships/image" Target="../media/image1321.png"/><Relationship Id="rId184" Type="http://schemas.openxmlformats.org/officeDocument/2006/relationships/image" Target="../media/image1322.svg"/><Relationship Id="rId185" Type="http://schemas.openxmlformats.org/officeDocument/2006/relationships/image" Target="../media/image1323.png"/><Relationship Id="rId186" Type="http://schemas.openxmlformats.org/officeDocument/2006/relationships/image" Target="../media/image1324.svg"/><Relationship Id="rId187" Type="http://schemas.openxmlformats.org/officeDocument/2006/relationships/image" Target="../media/image1325.png"/><Relationship Id="rId188" Type="http://schemas.openxmlformats.org/officeDocument/2006/relationships/image" Target="../media/image1326.svg"/><Relationship Id="rId189" Type="http://schemas.openxmlformats.org/officeDocument/2006/relationships/image" Target="../media/image1327.png"/><Relationship Id="rId190" Type="http://schemas.openxmlformats.org/officeDocument/2006/relationships/image" Target="../media/image1328.svg"/><Relationship Id="rId191" Type="http://schemas.openxmlformats.org/officeDocument/2006/relationships/image" Target="../media/image1329.png"/><Relationship Id="rId192" Type="http://schemas.openxmlformats.org/officeDocument/2006/relationships/image" Target="../media/image1330.svg"/><Relationship Id="rId193" Type="http://schemas.openxmlformats.org/officeDocument/2006/relationships/image" Target="../media/image1331.png"/><Relationship Id="rId194" Type="http://schemas.openxmlformats.org/officeDocument/2006/relationships/image" Target="../media/image1332.svg"/><Relationship Id="rId195" Type="http://schemas.openxmlformats.org/officeDocument/2006/relationships/image" Target="../media/image1333.png"/><Relationship Id="rId196" Type="http://schemas.openxmlformats.org/officeDocument/2006/relationships/image" Target="../media/image1334.svg"/><Relationship Id="rId197" Type="http://schemas.openxmlformats.org/officeDocument/2006/relationships/image" Target="../media/image1335.png"/><Relationship Id="rId198" Type="http://schemas.openxmlformats.org/officeDocument/2006/relationships/image" Target="../media/image1336.svg"/><Relationship Id="rId199" Type="http://schemas.openxmlformats.org/officeDocument/2006/relationships/image" Target="../media/image1337.png"/><Relationship Id="rId200" Type="http://schemas.openxmlformats.org/officeDocument/2006/relationships/image" Target="../media/image1338.svg"/><Relationship Id="rId201" Type="http://schemas.openxmlformats.org/officeDocument/2006/relationships/image" Target="../media/image1339.png"/><Relationship Id="rId202" Type="http://schemas.openxmlformats.org/officeDocument/2006/relationships/image" Target="../media/image1340.svg"/><Relationship Id="rId203" Type="http://schemas.openxmlformats.org/officeDocument/2006/relationships/image" Target="../media/image1341.png"/><Relationship Id="rId204" Type="http://schemas.openxmlformats.org/officeDocument/2006/relationships/image" Target="../media/image1342.svg"/><Relationship Id="rId205" Type="http://schemas.openxmlformats.org/officeDocument/2006/relationships/image" Target="../media/image1343.png"/><Relationship Id="rId206" Type="http://schemas.openxmlformats.org/officeDocument/2006/relationships/image" Target="../media/image1344.svg"/><Relationship Id="rId207" Type="http://schemas.openxmlformats.org/officeDocument/2006/relationships/image" Target="../media/image1345.png"/><Relationship Id="rId208" Type="http://schemas.openxmlformats.org/officeDocument/2006/relationships/image" Target="../media/image1346.svg"/><Relationship Id="rId209" Type="http://schemas.openxmlformats.org/officeDocument/2006/relationships/image" Target="../media/image1347.png"/><Relationship Id="rId210" Type="http://schemas.openxmlformats.org/officeDocument/2006/relationships/image" Target="../media/image1348.svg"/><Relationship Id="rId211" Type="http://schemas.openxmlformats.org/officeDocument/2006/relationships/image" Target="../media/image1349.png"/><Relationship Id="rId212" Type="http://schemas.openxmlformats.org/officeDocument/2006/relationships/image" Target="../media/image1350.svg"/><Relationship Id="rId213" Type="http://schemas.openxmlformats.org/officeDocument/2006/relationships/image" Target="../media/image1351.png"/><Relationship Id="rId214" Type="http://schemas.openxmlformats.org/officeDocument/2006/relationships/image" Target="../media/image1352.svg"/><Relationship Id="rId215" Type="http://schemas.openxmlformats.org/officeDocument/2006/relationships/image" Target="../media/image1353.png"/><Relationship Id="rId216" Type="http://schemas.openxmlformats.org/officeDocument/2006/relationships/image" Target="../media/image1354.svg"/><Relationship Id="rId217" Type="http://schemas.openxmlformats.org/officeDocument/2006/relationships/image" Target="../media/image1355.png"/><Relationship Id="rId218" Type="http://schemas.openxmlformats.org/officeDocument/2006/relationships/image" Target="../media/image1356.svg"/><Relationship Id="rId219" Type="http://schemas.openxmlformats.org/officeDocument/2006/relationships/image" Target="../media/image1357.png"/><Relationship Id="rId220" Type="http://schemas.openxmlformats.org/officeDocument/2006/relationships/image" Target="../media/image1358.svg"/><Relationship Id="rId221" Type="http://schemas.openxmlformats.org/officeDocument/2006/relationships/image" Target="../media/image1359.png"/><Relationship Id="rId222" Type="http://schemas.openxmlformats.org/officeDocument/2006/relationships/image" Target="../media/image1360.svg"/><Relationship Id="rId223" Type="http://schemas.openxmlformats.org/officeDocument/2006/relationships/image" Target="../media/image1361.png"/><Relationship Id="rId224" Type="http://schemas.openxmlformats.org/officeDocument/2006/relationships/image" Target="../media/image1362.svg"/><Relationship Id="rId225" Type="http://schemas.openxmlformats.org/officeDocument/2006/relationships/image" Target="../media/image1363.png"/><Relationship Id="rId226" Type="http://schemas.openxmlformats.org/officeDocument/2006/relationships/image" Target="../media/image1364.svg"/><Relationship Id="rId227" Type="http://schemas.openxmlformats.org/officeDocument/2006/relationships/image" Target="../media/image1365.png"/><Relationship Id="rId228" Type="http://schemas.openxmlformats.org/officeDocument/2006/relationships/image" Target="../media/image1366.svg"/><Relationship Id="rId229" Type="http://schemas.openxmlformats.org/officeDocument/2006/relationships/image" Target="../media/image1367.png"/><Relationship Id="rId230" Type="http://schemas.openxmlformats.org/officeDocument/2006/relationships/image" Target="../media/image1368.svg"/><Relationship Id="rId231" Type="http://schemas.openxmlformats.org/officeDocument/2006/relationships/image" Target="../media/image1369.png"/><Relationship Id="rId232" Type="http://schemas.openxmlformats.org/officeDocument/2006/relationships/image" Target="../media/image1370.svg"/><Relationship Id="rId233" Type="http://schemas.openxmlformats.org/officeDocument/2006/relationships/image" Target="../media/image1371.png"/><Relationship Id="rId234" Type="http://schemas.openxmlformats.org/officeDocument/2006/relationships/image" Target="../media/image1372.svg"/><Relationship Id="rId235" Type="http://schemas.openxmlformats.org/officeDocument/2006/relationships/image" Target="../media/image1373.png"/><Relationship Id="rId236" Type="http://schemas.openxmlformats.org/officeDocument/2006/relationships/image" Target="../media/image1374.svg"/><Relationship Id="rId237" Type="http://schemas.openxmlformats.org/officeDocument/2006/relationships/image" Target="../media/image1375.png"/><Relationship Id="rId238" Type="http://schemas.openxmlformats.org/officeDocument/2006/relationships/image" Target="../media/image1376.svg"/><Relationship Id="rId239" Type="http://schemas.openxmlformats.org/officeDocument/2006/relationships/image" Target="../media/image1377.png"/><Relationship Id="rId240" Type="http://schemas.openxmlformats.org/officeDocument/2006/relationships/image" Target="../media/image1378.svg"/><Relationship Id="rId241" Type="http://schemas.openxmlformats.org/officeDocument/2006/relationships/image" Target="../media/image1379.png"/><Relationship Id="rId242" Type="http://schemas.openxmlformats.org/officeDocument/2006/relationships/image" Target="../media/image1380.svg"/><Relationship Id="rId243" Type="http://schemas.openxmlformats.org/officeDocument/2006/relationships/image" Target="../media/image1381.png"/><Relationship Id="rId244" Type="http://schemas.openxmlformats.org/officeDocument/2006/relationships/image" Target="../media/image1382.svg"/><Relationship Id="rId245" Type="http://schemas.openxmlformats.org/officeDocument/2006/relationships/image" Target="../media/image1383.png"/><Relationship Id="rId246" Type="http://schemas.openxmlformats.org/officeDocument/2006/relationships/image" Target="../media/image1384.svg"/><Relationship Id="rId247" Type="http://schemas.openxmlformats.org/officeDocument/2006/relationships/image" Target="../media/image1385.png"/><Relationship Id="rId248" Type="http://schemas.openxmlformats.org/officeDocument/2006/relationships/image" Target="../media/image1386.svg"/><Relationship Id="rId249" Type="http://schemas.openxmlformats.org/officeDocument/2006/relationships/image" Target="../media/image1387.svg"/><Relationship Id="rId250" Type="http://schemas.openxmlformats.org/officeDocument/2006/relationships/image" Target="../media/image1388.png"/><Relationship Id="rId251" Type="http://schemas.openxmlformats.org/officeDocument/2006/relationships/image" Target="../media/image1389.svg"/><Relationship Id="rId252" Type="http://schemas.openxmlformats.org/officeDocument/2006/relationships/image" Target="../media/image1390.png"/><Relationship Id="rId253" Type="http://schemas.openxmlformats.org/officeDocument/2006/relationships/image" Target="../media/image1391.svg"/><Relationship Id="rId254" Type="http://schemas.openxmlformats.org/officeDocument/2006/relationships/image" Target="../media/image1392.svg"/><Relationship Id="rId255" Type="http://schemas.openxmlformats.org/officeDocument/2006/relationships/image" Target="../media/image1393.svg"/><Relationship Id="rId256" Type="http://schemas.openxmlformats.org/officeDocument/2006/relationships/image" Target="../media/image1394.svg"/><Relationship Id="rId257" Type="http://schemas.openxmlformats.org/officeDocument/2006/relationships/image" Target="../media/image1395.svg"/><Relationship Id="rId258" Type="http://schemas.openxmlformats.org/officeDocument/2006/relationships/image" Target="../media/image1396.svg"/><Relationship Id="rId259" Type="http://schemas.openxmlformats.org/officeDocument/2006/relationships/image" Target="../media/image1397.svg"/><Relationship Id="rId260" Type="http://schemas.openxmlformats.org/officeDocument/2006/relationships/image" Target="../media/image1398.svg"/><Relationship Id="rId261" Type="http://schemas.openxmlformats.org/officeDocument/2006/relationships/image" Target="../media/image1399.svg"/><Relationship Id="rId262" Type="http://schemas.openxmlformats.org/officeDocument/2006/relationships/image" Target="../media/image1400.svg"/><Relationship Id="rId263" Type="http://schemas.openxmlformats.org/officeDocument/2006/relationships/image" Target="../media/image1401.png"/><Relationship Id="rId264" Type="http://schemas.openxmlformats.org/officeDocument/2006/relationships/image" Target="../media/image1402.svg"/><Relationship Id="rId265" Type="http://schemas.openxmlformats.org/officeDocument/2006/relationships/image" Target="../media/image1403.png"/><Relationship Id="rId266" Type="http://schemas.openxmlformats.org/officeDocument/2006/relationships/image" Target="../media/image1404.svg"/><Relationship Id="rId267" Type="http://schemas.openxmlformats.org/officeDocument/2006/relationships/image" Target="../media/image1405.png"/><Relationship Id="rId268" Type="http://schemas.openxmlformats.org/officeDocument/2006/relationships/image" Target="../media/image1406.svg"/><Relationship Id="rId269" Type="http://schemas.openxmlformats.org/officeDocument/2006/relationships/image" Target="../media/image1407.png"/><Relationship Id="rId270" Type="http://schemas.openxmlformats.org/officeDocument/2006/relationships/image" Target="../media/image1408.svg"/><Relationship Id="rId271" Type="http://schemas.openxmlformats.org/officeDocument/2006/relationships/image" Target="../media/image1409.png"/><Relationship Id="rId272" Type="http://schemas.openxmlformats.org/officeDocument/2006/relationships/image" Target="../media/image1410.svg"/><Relationship Id="rId273" Type="http://schemas.openxmlformats.org/officeDocument/2006/relationships/image" Target="../media/image1411.png"/><Relationship Id="rId274" Type="http://schemas.openxmlformats.org/officeDocument/2006/relationships/image" Target="../media/image1412.svg"/><Relationship Id="rId275" Type="http://schemas.openxmlformats.org/officeDocument/2006/relationships/image" Target="../media/image1413.png"/><Relationship Id="rId276" Type="http://schemas.openxmlformats.org/officeDocument/2006/relationships/image" Target="../media/image1414.svg"/><Relationship Id="rId277" Type="http://schemas.openxmlformats.org/officeDocument/2006/relationships/image" Target="../media/image1415.png"/><Relationship Id="rId278" Type="http://schemas.openxmlformats.org/officeDocument/2006/relationships/image" Target="../media/image1416.svg"/><Relationship Id="rId279" Type="http://schemas.openxmlformats.org/officeDocument/2006/relationships/image" Target="../media/image1417.png"/><Relationship Id="rId280" Type="http://schemas.openxmlformats.org/officeDocument/2006/relationships/image" Target="../media/image1418.svg"/><Relationship Id="rId281" Type="http://schemas.openxmlformats.org/officeDocument/2006/relationships/image" Target="../media/image1419.png"/><Relationship Id="rId282" Type="http://schemas.openxmlformats.org/officeDocument/2006/relationships/image" Target="../media/image1420.svg"/><Relationship Id="rId283" Type="http://schemas.openxmlformats.org/officeDocument/2006/relationships/image" Target="../media/image1421.png"/><Relationship Id="rId284" Type="http://schemas.openxmlformats.org/officeDocument/2006/relationships/image" Target="../media/image1422.svg"/><Relationship Id="rId285" Type="http://schemas.openxmlformats.org/officeDocument/2006/relationships/image" Target="../media/image1423.png"/><Relationship Id="rId286" Type="http://schemas.openxmlformats.org/officeDocument/2006/relationships/image" Target="../media/image1424.svg"/><Relationship Id="rId287" Type="http://schemas.openxmlformats.org/officeDocument/2006/relationships/image" Target="../media/image1425.png"/><Relationship Id="rId288" Type="http://schemas.openxmlformats.org/officeDocument/2006/relationships/image" Target="../media/image1426.svg"/><Relationship Id="rId289" Type="http://schemas.openxmlformats.org/officeDocument/2006/relationships/image" Target="../media/image1427.png"/><Relationship Id="rId290" Type="http://schemas.openxmlformats.org/officeDocument/2006/relationships/image" Target="../media/image1428.svg"/><Relationship Id="rId291" Type="http://schemas.openxmlformats.org/officeDocument/2006/relationships/image" Target="../media/image1429.png"/><Relationship Id="rId292" Type="http://schemas.openxmlformats.org/officeDocument/2006/relationships/image" Target="../media/image1430.svg"/><Relationship Id="rId293" Type="http://schemas.openxmlformats.org/officeDocument/2006/relationships/image" Target="../media/image1431.png"/><Relationship Id="rId294" Type="http://schemas.openxmlformats.org/officeDocument/2006/relationships/image" Target="../media/image1432.svg"/><Relationship Id="rId295" Type="http://schemas.openxmlformats.org/officeDocument/2006/relationships/image" Target="../media/image1433.svg"/><Relationship Id="rId296" Type="http://schemas.openxmlformats.org/officeDocument/2006/relationships/image" Target="../media/image1434.svg"/><Relationship Id="rId297" Type="http://schemas.openxmlformats.org/officeDocument/2006/relationships/image" Target="../media/image1435.png"/><Relationship Id="rId298" Type="http://schemas.openxmlformats.org/officeDocument/2006/relationships/image" Target="../media/image1436.svg"/><Relationship Id="rId299" Type="http://schemas.openxmlformats.org/officeDocument/2006/relationships/image" Target="../media/image1437.svg"/><Relationship Id="rId300" Type="http://schemas.openxmlformats.org/officeDocument/2006/relationships/image" Target="../media/image1438.png"/><Relationship Id="rId301" Type="http://schemas.openxmlformats.org/officeDocument/2006/relationships/image" Target="../media/image1439.svg"/><Relationship Id="rId302" Type="http://schemas.openxmlformats.org/officeDocument/2006/relationships/image" Target="../media/image1440.svg"/><Relationship Id="rId303" Type="http://schemas.openxmlformats.org/officeDocument/2006/relationships/image" Target="../media/image1441.png"/><Relationship Id="rId304" Type="http://schemas.openxmlformats.org/officeDocument/2006/relationships/image" Target="../media/image1442.svg"/><Relationship Id="rId305" Type="http://schemas.openxmlformats.org/officeDocument/2006/relationships/image" Target="../media/image1443.png"/><Relationship Id="rId306" Type="http://schemas.openxmlformats.org/officeDocument/2006/relationships/image" Target="../media/image1444.svg"/><Relationship Id="rId307" Type="http://schemas.openxmlformats.org/officeDocument/2006/relationships/image" Target="../media/image1445.png"/><Relationship Id="rId308" Type="http://schemas.openxmlformats.org/officeDocument/2006/relationships/image" Target="../media/image1446.svg"/><Relationship Id="rId309" Type="http://schemas.openxmlformats.org/officeDocument/2006/relationships/image" Target="../media/image1447.png"/><Relationship Id="rId310" Type="http://schemas.openxmlformats.org/officeDocument/2006/relationships/image" Target="../media/image1448.svg"/><Relationship Id="rId311" Type="http://schemas.openxmlformats.org/officeDocument/2006/relationships/image" Target="../media/image1449.png"/><Relationship Id="rId312" Type="http://schemas.openxmlformats.org/officeDocument/2006/relationships/image" Target="../media/image1450.svg"/><Relationship Id="rId313" Type="http://schemas.openxmlformats.org/officeDocument/2006/relationships/image" Target="../media/image1451.png"/><Relationship Id="rId314" Type="http://schemas.openxmlformats.org/officeDocument/2006/relationships/image" Target="../media/image1452.svg"/><Relationship Id="rId315" Type="http://schemas.openxmlformats.org/officeDocument/2006/relationships/image" Target="../media/image1453.png"/><Relationship Id="rId316" Type="http://schemas.openxmlformats.org/officeDocument/2006/relationships/image" Target="../media/image1454.svg"/><Relationship Id="rId317" Type="http://schemas.openxmlformats.org/officeDocument/2006/relationships/image" Target="../media/image1455.png"/><Relationship Id="rId318" Type="http://schemas.openxmlformats.org/officeDocument/2006/relationships/image" Target="../media/image1456.svg"/><Relationship Id="rId319" Type="http://schemas.openxmlformats.org/officeDocument/2006/relationships/image" Target="../media/image1457.png"/><Relationship Id="rId320" Type="http://schemas.openxmlformats.org/officeDocument/2006/relationships/image" Target="../media/image1458.svg"/><Relationship Id="rId321" Type="http://schemas.openxmlformats.org/officeDocument/2006/relationships/image" Target="../media/image1459.png"/><Relationship Id="rId322" Type="http://schemas.openxmlformats.org/officeDocument/2006/relationships/image" Target="../media/image1460.svg"/><Relationship Id="rId323" Type="http://schemas.openxmlformats.org/officeDocument/2006/relationships/image" Target="../media/image1461.png"/><Relationship Id="rId324" Type="http://schemas.openxmlformats.org/officeDocument/2006/relationships/image" Target="../media/image1462.svg"/><Relationship Id="rId325" Type="http://schemas.openxmlformats.org/officeDocument/2006/relationships/image" Target="../media/image1463.png"/><Relationship Id="rId326" Type="http://schemas.openxmlformats.org/officeDocument/2006/relationships/image" Target="../media/image1464.svg"/><Relationship Id="rId327" Type="http://schemas.openxmlformats.org/officeDocument/2006/relationships/image" Target="../media/image1465.png"/><Relationship Id="rId328" Type="http://schemas.openxmlformats.org/officeDocument/2006/relationships/image" Target="../media/image1466.svg"/><Relationship Id="rId329" Type="http://schemas.openxmlformats.org/officeDocument/2006/relationships/image" Target="../media/image1467.png"/><Relationship Id="rId330" Type="http://schemas.openxmlformats.org/officeDocument/2006/relationships/image" Target="../media/image1468.svg"/><Relationship Id="rId331" Type="http://schemas.openxmlformats.org/officeDocument/2006/relationships/image" Target="../media/image1469.png"/><Relationship Id="rId332" Type="http://schemas.openxmlformats.org/officeDocument/2006/relationships/image" Target="../media/image1470.svg"/><Relationship Id="rId333" Type="http://schemas.openxmlformats.org/officeDocument/2006/relationships/image" Target="../media/image1471.png"/><Relationship Id="rId334" Type="http://schemas.openxmlformats.org/officeDocument/2006/relationships/image" Target="../media/image1472.svg"/><Relationship Id="rId335" Type="http://schemas.openxmlformats.org/officeDocument/2006/relationships/image" Target="../media/image1473.png"/><Relationship Id="rId336" Type="http://schemas.openxmlformats.org/officeDocument/2006/relationships/image" Target="../media/image1474.svg"/><Relationship Id="rId337" Type="http://schemas.openxmlformats.org/officeDocument/2006/relationships/image" Target="../media/image1475.png"/><Relationship Id="rId338" Type="http://schemas.openxmlformats.org/officeDocument/2006/relationships/image" Target="../media/image1476.svg"/><Relationship Id="rId339" Type="http://schemas.openxmlformats.org/officeDocument/2006/relationships/image" Target="../media/image1477.png"/><Relationship Id="rId340" Type="http://schemas.openxmlformats.org/officeDocument/2006/relationships/image" Target="../media/image1478.svg"/><Relationship Id="rId341" Type="http://schemas.openxmlformats.org/officeDocument/2006/relationships/image" Target="../media/image1479.png"/><Relationship Id="rId342" Type="http://schemas.openxmlformats.org/officeDocument/2006/relationships/image" Target="../media/image1480.svg"/><Relationship Id="rId343" Type="http://schemas.openxmlformats.org/officeDocument/2006/relationships/image" Target="../media/image1481.svg"/><Relationship Id="rId344" Type="http://schemas.openxmlformats.org/officeDocument/2006/relationships/image" Target="../media/image1482.svg"/><Relationship Id="rId345" Type="http://schemas.openxmlformats.org/officeDocument/2006/relationships/image" Target="../media/image1483.png"/><Relationship Id="rId346" Type="http://schemas.openxmlformats.org/officeDocument/2006/relationships/image" Target="../media/image1484.svg"/><Relationship Id="rId347" Type="http://schemas.openxmlformats.org/officeDocument/2006/relationships/image" Target="../media/image1485.png"/><Relationship Id="rId348" Type="http://schemas.openxmlformats.org/officeDocument/2006/relationships/image" Target="../media/image1486.svg"/><Relationship Id="rId349" Type="http://schemas.openxmlformats.org/officeDocument/2006/relationships/image" Target="../media/image1487.png"/><Relationship Id="rId350" Type="http://schemas.openxmlformats.org/officeDocument/2006/relationships/image" Target="../media/image1488.svg"/><Relationship Id="rId351" Type="http://schemas.openxmlformats.org/officeDocument/2006/relationships/image" Target="../media/image1489.png"/><Relationship Id="rId352" Type="http://schemas.openxmlformats.org/officeDocument/2006/relationships/image" Target="../media/image1490.svg"/><Relationship Id="rId353" Type="http://schemas.openxmlformats.org/officeDocument/2006/relationships/image" Target="../media/image1491.png"/><Relationship Id="rId354" Type="http://schemas.openxmlformats.org/officeDocument/2006/relationships/image" Target="../media/image1492.svg"/><Relationship Id="rId355" Type="http://schemas.openxmlformats.org/officeDocument/2006/relationships/image" Target="../media/image1493.png"/><Relationship Id="rId356" Type="http://schemas.openxmlformats.org/officeDocument/2006/relationships/image" Target="../media/image1494.svg"/><Relationship Id="rId357" Type="http://schemas.openxmlformats.org/officeDocument/2006/relationships/image" Target="../media/image1495.png"/><Relationship Id="rId358" Type="http://schemas.openxmlformats.org/officeDocument/2006/relationships/image" Target="../media/image1496.svg"/><Relationship Id="rId359" Type="http://schemas.openxmlformats.org/officeDocument/2006/relationships/image" Target="../media/image1497.png"/><Relationship Id="rId360" Type="http://schemas.openxmlformats.org/officeDocument/2006/relationships/image" Target="../media/image1498.svg"/><Relationship Id="rId361" Type="http://schemas.openxmlformats.org/officeDocument/2006/relationships/image" Target="../media/image1499.png"/><Relationship Id="rId362" Type="http://schemas.openxmlformats.org/officeDocument/2006/relationships/image" Target="../media/image1500.svg"/><Relationship Id="rId363" Type="http://schemas.openxmlformats.org/officeDocument/2006/relationships/image" Target="../media/image1501.png"/><Relationship Id="rId364" Type="http://schemas.openxmlformats.org/officeDocument/2006/relationships/image" Target="../media/image1502.svg"/><Relationship Id="rId365" Type="http://schemas.openxmlformats.org/officeDocument/2006/relationships/image" Target="../media/image1503.png"/><Relationship Id="rId366" Type="http://schemas.openxmlformats.org/officeDocument/2006/relationships/image" Target="../media/image1504.svg"/><Relationship Id="rId367" Type="http://schemas.openxmlformats.org/officeDocument/2006/relationships/image" Target="../media/image1505.png"/><Relationship Id="rId368" Type="http://schemas.openxmlformats.org/officeDocument/2006/relationships/image" Target="../media/image1506.svg"/><Relationship Id="rId369" Type="http://schemas.openxmlformats.org/officeDocument/2006/relationships/image" Target="../media/image1507.png"/><Relationship Id="rId370" Type="http://schemas.openxmlformats.org/officeDocument/2006/relationships/image" Target="../media/image1508.svg"/><Relationship Id="rId371" Type="http://schemas.openxmlformats.org/officeDocument/2006/relationships/image" Target="../media/image1509.png"/><Relationship Id="rId372" Type="http://schemas.openxmlformats.org/officeDocument/2006/relationships/image" Target="../media/image1510.svg"/><Relationship Id="rId373" Type="http://schemas.openxmlformats.org/officeDocument/2006/relationships/image" Target="../media/image1511.png"/><Relationship Id="rId374" Type="http://schemas.openxmlformats.org/officeDocument/2006/relationships/image" Target="../media/image1512.svg"/><Relationship Id="rId375" Type="http://schemas.openxmlformats.org/officeDocument/2006/relationships/image" Target="../media/image1513.png"/><Relationship Id="rId376" Type="http://schemas.openxmlformats.org/officeDocument/2006/relationships/image" Target="../media/image1514.svg"/><Relationship Id="rId377" Type="http://schemas.openxmlformats.org/officeDocument/2006/relationships/image" Target="../media/image1515.png"/><Relationship Id="rId378" Type="http://schemas.openxmlformats.org/officeDocument/2006/relationships/image" Target="../media/image1516.svg"/><Relationship Id="rId379" Type="http://schemas.openxmlformats.org/officeDocument/2006/relationships/image" Target="../media/image1517.png"/><Relationship Id="rId380" Type="http://schemas.openxmlformats.org/officeDocument/2006/relationships/image" Target="../media/image1518.svg"/><Relationship Id="rId381" Type="http://schemas.openxmlformats.org/officeDocument/2006/relationships/image" Target="../media/image1519.png"/><Relationship Id="rId382" Type="http://schemas.openxmlformats.org/officeDocument/2006/relationships/image" Target="../media/image1520.svg"/><Relationship Id="rId383" Type="http://schemas.openxmlformats.org/officeDocument/2006/relationships/image" Target="../media/image1521.png"/><Relationship Id="rId384" Type="http://schemas.openxmlformats.org/officeDocument/2006/relationships/image" Target="../media/image1522.svg"/><Relationship Id="rId385" Type="http://schemas.openxmlformats.org/officeDocument/2006/relationships/image" Target="../media/image1523.png"/><Relationship Id="rId386" Type="http://schemas.openxmlformats.org/officeDocument/2006/relationships/image" Target="../media/image1524.svg"/><Relationship Id="rId387" Type="http://schemas.openxmlformats.org/officeDocument/2006/relationships/image" Target="../media/image1525.png"/><Relationship Id="rId388" Type="http://schemas.openxmlformats.org/officeDocument/2006/relationships/image" Target="../media/image1526.svg"/><Relationship Id="rId389" Type="http://schemas.openxmlformats.org/officeDocument/2006/relationships/image" Target="../media/image1527.png"/><Relationship Id="rId390" Type="http://schemas.openxmlformats.org/officeDocument/2006/relationships/image" Target="../media/image1528.svg"/><Relationship Id="rId391" Type="http://schemas.openxmlformats.org/officeDocument/2006/relationships/image" Target="../media/image1529.png"/><Relationship Id="rId392" Type="http://schemas.openxmlformats.org/officeDocument/2006/relationships/image" Target="../media/image1530.svg"/><Relationship Id="rId393" Type="http://schemas.openxmlformats.org/officeDocument/2006/relationships/image" Target="../media/image1531.png"/><Relationship Id="rId394" Type="http://schemas.openxmlformats.org/officeDocument/2006/relationships/image" Target="../media/image1532.svg"/><Relationship Id="rId395" Type="http://schemas.openxmlformats.org/officeDocument/2006/relationships/image" Target="../media/image1533.png"/><Relationship Id="rId396" Type="http://schemas.openxmlformats.org/officeDocument/2006/relationships/image" Target="../media/image1534.svg"/><Relationship Id="rId397" Type="http://schemas.openxmlformats.org/officeDocument/2006/relationships/image" Target="../media/image1535.png"/><Relationship Id="rId398" Type="http://schemas.openxmlformats.org/officeDocument/2006/relationships/image" Target="../media/image1536.svg"/><Relationship Id="rId399" Type="http://schemas.openxmlformats.org/officeDocument/2006/relationships/image" Target="../media/image1537.png"/><Relationship Id="rId400" Type="http://schemas.openxmlformats.org/officeDocument/2006/relationships/image" Target="../media/image1538.svg"/><Relationship Id="rId401" Type="http://schemas.openxmlformats.org/officeDocument/2006/relationships/image" Target="../media/image1539.png"/><Relationship Id="rId402" Type="http://schemas.openxmlformats.org/officeDocument/2006/relationships/image" Target="../media/image1540.svg"/><Relationship Id="rId403" Type="http://schemas.openxmlformats.org/officeDocument/2006/relationships/image" Target="../media/image1541.png"/><Relationship Id="rId404" Type="http://schemas.openxmlformats.org/officeDocument/2006/relationships/image" Target="../media/image1542.svg"/><Relationship Id="rId405" Type="http://schemas.openxmlformats.org/officeDocument/2006/relationships/image" Target="../media/image1543.png"/><Relationship Id="rId406" Type="http://schemas.openxmlformats.org/officeDocument/2006/relationships/image" Target="../media/image1544.svg"/><Relationship Id="rId407" Type="http://schemas.openxmlformats.org/officeDocument/2006/relationships/image" Target="../media/image1545.svg"/><Relationship Id="rId408" Type="http://schemas.openxmlformats.org/officeDocument/2006/relationships/image" Target="../media/image1546.png"/><Relationship Id="rId409" Type="http://schemas.openxmlformats.org/officeDocument/2006/relationships/image" Target="../media/image1547.svg"/><Relationship Id="rId410" Type="http://schemas.openxmlformats.org/officeDocument/2006/relationships/image" Target="../media/image1548.png"/><Relationship Id="rId411" Type="http://schemas.openxmlformats.org/officeDocument/2006/relationships/image" Target="../media/image1549.svg"/><Relationship Id="rId412" Type="http://schemas.openxmlformats.org/officeDocument/2006/relationships/image" Target="../media/image1550.png"/><Relationship Id="rId413" Type="http://schemas.openxmlformats.org/officeDocument/2006/relationships/image" Target="../media/image1551.svg"/><Relationship Id="rId414" Type="http://schemas.openxmlformats.org/officeDocument/2006/relationships/image" Target="../media/image1552.png"/><Relationship Id="rId415" Type="http://schemas.openxmlformats.org/officeDocument/2006/relationships/image" Target="../media/image1553.svg"/><Relationship Id="rId416" Type="http://schemas.openxmlformats.org/officeDocument/2006/relationships/image" Target="../media/image1554.svg"/><Relationship Id="rId417" Type="http://schemas.openxmlformats.org/officeDocument/2006/relationships/image" Target="../media/image1555.png"/><Relationship Id="rId418" Type="http://schemas.openxmlformats.org/officeDocument/2006/relationships/image" Target="../media/image1556.svg"/><Relationship Id="rId419" Type="http://schemas.openxmlformats.org/officeDocument/2006/relationships/image" Target="../media/image1557.png"/><Relationship Id="rId420" Type="http://schemas.openxmlformats.org/officeDocument/2006/relationships/image" Target="../media/image1558.svg"/><Relationship Id="rId421" Type="http://schemas.openxmlformats.org/officeDocument/2006/relationships/image" Target="../media/image1559.png"/><Relationship Id="rId422" Type="http://schemas.openxmlformats.org/officeDocument/2006/relationships/image" Target="../media/image1560.svg"/><Relationship Id="rId423" Type="http://schemas.openxmlformats.org/officeDocument/2006/relationships/image" Target="../media/image1561.png"/><Relationship Id="rId424" Type="http://schemas.openxmlformats.org/officeDocument/2006/relationships/image" Target="../media/image1562.svg"/><Relationship Id="rId425" Type="http://schemas.openxmlformats.org/officeDocument/2006/relationships/image" Target="../media/image1563.png"/><Relationship Id="rId426" Type="http://schemas.openxmlformats.org/officeDocument/2006/relationships/image" Target="../media/image1564.svg"/><Relationship Id="rId427" Type="http://schemas.openxmlformats.org/officeDocument/2006/relationships/image" Target="../media/image1565.png"/><Relationship Id="rId428" Type="http://schemas.openxmlformats.org/officeDocument/2006/relationships/image" Target="../media/image1566.svg"/><Relationship Id="rId429" Type="http://schemas.openxmlformats.org/officeDocument/2006/relationships/image" Target="../media/image1567.png"/><Relationship Id="rId430" Type="http://schemas.openxmlformats.org/officeDocument/2006/relationships/image" Target="../media/image1568.svg"/><Relationship Id="rId431" Type="http://schemas.openxmlformats.org/officeDocument/2006/relationships/image" Target="../media/image1569.png"/><Relationship Id="rId432" Type="http://schemas.openxmlformats.org/officeDocument/2006/relationships/image" Target="../media/image1570.svg"/><Relationship Id="rId433" Type="http://schemas.openxmlformats.org/officeDocument/2006/relationships/image" Target="../media/image1571.png"/><Relationship Id="rId434" Type="http://schemas.openxmlformats.org/officeDocument/2006/relationships/image" Target="../media/image1572.svg"/><Relationship Id="rId435" Type="http://schemas.openxmlformats.org/officeDocument/2006/relationships/image" Target="../media/image1573.png"/><Relationship Id="rId436" Type="http://schemas.openxmlformats.org/officeDocument/2006/relationships/image" Target="../media/image1574.svg"/><Relationship Id="rId437" Type="http://schemas.openxmlformats.org/officeDocument/2006/relationships/image" Target="../media/image1575.png"/><Relationship Id="rId438" Type="http://schemas.openxmlformats.org/officeDocument/2006/relationships/image" Target="../media/image1576.svg"/><Relationship Id="rId439" Type="http://schemas.openxmlformats.org/officeDocument/2006/relationships/image" Target="../media/image1577.png"/><Relationship Id="rId440" Type="http://schemas.openxmlformats.org/officeDocument/2006/relationships/image" Target="../media/image1578.svg"/><Relationship Id="rId441" Type="http://schemas.openxmlformats.org/officeDocument/2006/relationships/image" Target="../media/image1579.png"/><Relationship Id="rId442" Type="http://schemas.openxmlformats.org/officeDocument/2006/relationships/image" Target="../media/image1580.svg"/><Relationship Id="rId443" Type="http://schemas.openxmlformats.org/officeDocument/2006/relationships/image" Target="../media/image1581.png"/><Relationship Id="rId444" Type="http://schemas.openxmlformats.org/officeDocument/2006/relationships/image" Target="../media/image1582.svg"/><Relationship Id="rId445" Type="http://schemas.openxmlformats.org/officeDocument/2006/relationships/image" Target="../media/image1583.png"/><Relationship Id="rId446" Type="http://schemas.openxmlformats.org/officeDocument/2006/relationships/image" Target="../media/image1584.svg"/><Relationship Id="rId447" Type="http://schemas.openxmlformats.org/officeDocument/2006/relationships/image" Target="../media/image1585.png"/><Relationship Id="rId448" Type="http://schemas.openxmlformats.org/officeDocument/2006/relationships/image" Target="../media/image1586.svg"/><Relationship Id="rId449" Type="http://schemas.openxmlformats.org/officeDocument/2006/relationships/image" Target="../media/image1587.png"/><Relationship Id="rId450" Type="http://schemas.openxmlformats.org/officeDocument/2006/relationships/image" Target="../media/image1588.svg"/><Relationship Id="rId451" Type="http://schemas.openxmlformats.org/officeDocument/2006/relationships/image" Target="../media/image1589.png"/><Relationship Id="rId452" Type="http://schemas.openxmlformats.org/officeDocument/2006/relationships/image" Target="../media/image1590.svg"/><Relationship Id="rId453" Type="http://schemas.openxmlformats.org/officeDocument/2006/relationships/image" Target="../media/image1591.svg"/><Relationship Id="rId454" Type="http://schemas.openxmlformats.org/officeDocument/2006/relationships/image" Target="../media/image1592.png"/><Relationship Id="rId455" Type="http://schemas.openxmlformats.org/officeDocument/2006/relationships/image" Target="../media/image1593.svg"/><Relationship Id="rId456" Type="http://schemas.openxmlformats.org/officeDocument/2006/relationships/image" Target="../media/image1594.png"/><Relationship Id="rId457" Type="http://schemas.openxmlformats.org/officeDocument/2006/relationships/image" Target="../media/image1595.sv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96.png"/><Relationship Id="rId4" Type="http://schemas.openxmlformats.org/officeDocument/2006/relationships/image" Target="../media/image1597.svg"/><Relationship Id="rId5" Type="http://schemas.openxmlformats.org/officeDocument/2006/relationships/image" Target="../media/image1598.png"/><Relationship Id="rId6" Type="http://schemas.openxmlformats.org/officeDocument/2006/relationships/image" Target="../media/image1599.svg"/><Relationship Id="rId7" Type="http://schemas.openxmlformats.org/officeDocument/2006/relationships/image" Target="../media/image1600.png"/><Relationship Id="rId8" Type="http://schemas.openxmlformats.org/officeDocument/2006/relationships/image" Target="../media/image1601.svg"/><Relationship Id="rId9" Type="http://schemas.openxmlformats.org/officeDocument/2006/relationships/image" Target="../media/image1602.png"/><Relationship Id="rId10" Type="http://schemas.openxmlformats.org/officeDocument/2006/relationships/image" Target="../media/image1603.svg"/><Relationship Id="rId11" Type="http://schemas.openxmlformats.org/officeDocument/2006/relationships/image" Target="../media/image1604.png"/><Relationship Id="rId12" Type="http://schemas.openxmlformats.org/officeDocument/2006/relationships/image" Target="../media/image1605.svg"/><Relationship Id="rId13" Type="http://schemas.openxmlformats.org/officeDocument/2006/relationships/image" Target="../media/image1606.png"/><Relationship Id="rId14" Type="http://schemas.openxmlformats.org/officeDocument/2006/relationships/image" Target="../media/image1607.svg"/><Relationship Id="rId15" Type="http://schemas.openxmlformats.org/officeDocument/2006/relationships/image" Target="../media/image1608.png"/><Relationship Id="rId16" Type="http://schemas.openxmlformats.org/officeDocument/2006/relationships/image" Target="../media/image1609.svg"/><Relationship Id="rId17" Type="http://schemas.openxmlformats.org/officeDocument/2006/relationships/image" Target="../media/image1610.png"/><Relationship Id="rId18" Type="http://schemas.openxmlformats.org/officeDocument/2006/relationships/image" Target="../media/image1611.svg"/><Relationship Id="rId19" Type="http://schemas.openxmlformats.org/officeDocument/2006/relationships/image" Target="../media/image1612.png"/><Relationship Id="rId20" Type="http://schemas.openxmlformats.org/officeDocument/2006/relationships/image" Target="../media/image1613.svg"/><Relationship Id="rId21" Type="http://schemas.openxmlformats.org/officeDocument/2006/relationships/image" Target="../media/image1614.png"/><Relationship Id="rId22" Type="http://schemas.openxmlformats.org/officeDocument/2006/relationships/image" Target="../media/image1615.svg"/><Relationship Id="rId23" Type="http://schemas.openxmlformats.org/officeDocument/2006/relationships/image" Target="../media/image1616.png"/><Relationship Id="rId24" Type="http://schemas.openxmlformats.org/officeDocument/2006/relationships/image" Target="../media/image1617.svg"/><Relationship Id="rId25" Type="http://schemas.openxmlformats.org/officeDocument/2006/relationships/image" Target="../media/image1618.png"/><Relationship Id="rId26" Type="http://schemas.openxmlformats.org/officeDocument/2006/relationships/image" Target="../media/image1619.svg"/><Relationship Id="rId27" Type="http://schemas.openxmlformats.org/officeDocument/2006/relationships/image" Target="../media/image1620.png"/><Relationship Id="rId28" Type="http://schemas.openxmlformats.org/officeDocument/2006/relationships/image" Target="../media/image1621.svg"/><Relationship Id="rId29" Type="http://schemas.openxmlformats.org/officeDocument/2006/relationships/image" Target="../media/image1622.svg"/><Relationship Id="rId30" Type="http://schemas.openxmlformats.org/officeDocument/2006/relationships/image" Target="../media/image1623.png"/><Relationship Id="rId31" Type="http://schemas.openxmlformats.org/officeDocument/2006/relationships/image" Target="../media/image1624.svg"/><Relationship Id="rId32" Type="http://schemas.openxmlformats.org/officeDocument/2006/relationships/image" Target="../media/image1625.png"/><Relationship Id="rId33" Type="http://schemas.openxmlformats.org/officeDocument/2006/relationships/image" Target="../media/image1626.svg"/><Relationship Id="rId34" Type="http://schemas.openxmlformats.org/officeDocument/2006/relationships/image" Target="../media/image1627.png"/><Relationship Id="rId35" Type="http://schemas.openxmlformats.org/officeDocument/2006/relationships/image" Target="../media/image1628.svg"/><Relationship Id="rId36" Type="http://schemas.openxmlformats.org/officeDocument/2006/relationships/image" Target="../media/image1629.png"/><Relationship Id="rId37" Type="http://schemas.openxmlformats.org/officeDocument/2006/relationships/image" Target="../media/image1630.svg"/><Relationship Id="rId38" Type="http://schemas.openxmlformats.org/officeDocument/2006/relationships/image" Target="../media/image1631.png"/><Relationship Id="rId39" Type="http://schemas.openxmlformats.org/officeDocument/2006/relationships/image" Target="../media/image1632.svg"/><Relationship Id="rId40" Type="http://schemas.openxmlformats.org/officeDocument/2006/relationships/image" Target="../media/image1633.png"/><Relationship Id="rId41" Type="http://schemas.openxmlformats.org/officeDocument/2006/relationships/image" Target="../media/image1634.svg"/><Relationship Id="rId42" Type="http://schemas.openxmlformats.org/officeDocument/2006/relationships/image" Target="../media/image1635.png"/><Relationship Id="rId43" Type="http://schemas.openxmlformats.org/officeDocument/2006/relationships/image" Target="../media/image1636.svg"/><Relationship Id="rId44" Type="http://schemas.openxmlformats.org/officeDocument/2006/relationships/image" Target="../media/image1637.png"/><Relationship Id="rId45" Type="http://schemas.openxmlformats.org/officeDocument/2006/relationships/image" Target="../media/image1638.svg"/><Relationship Id="rId46" Type="http://schemas.openxmlformats.org/officeDocument/2006/relationships/image" Target="../media/image1639.png"/><Relationship Id="rId47" Type="http://schemas.openxmlformats.org/officeDocument/2006/relationships/image" Target="../media/image1640.svg"/><Relationship Id="rId48" Type="http://schemas.openxmlformats.org/officeDocument/2006/relationships/image" Target="../media/image1641.svg"/><Relationship Id="rId49" Type="http://schemas.openxmlformats.org/officeDocument/2006/relationships/image" Target="../media/image1642.svg"/><Relationship Id="rId50" Type="http://schemas.openxmlformats.org/officeDocument/2006/relationships/image" Target="../media/image1643.png"/><Relationship Id="rId51" Type="http://schemas.openxmlformats.org/officeDocument/2006/relationships/image" Target="../media/image1644.svg"/><Relationship Id="rId52" Type="http://schemas.openxmlformats.org/officeDocument/2006/relationships/image" Target="../media/image1645.png"/><Relationship Id="rId53" Type="http://schemas.openxmlformats.org/officeDocument/2006/relationships/image" Target="../media/image1646.svg"/><Relationship Id="rId54" Type="http://schemas.openxmlformats.org/officeDocument/2006/relationships/image" Target="../media/image1647.png"/><Relationship Id="rId55" Type="http://schemas.openxmlformats.org/officeDocument/2006/relationships/image" Target="../media/image1648.svg"/><Relationship Id="rId56" Type="http://schemas.openxmlformats.org/officeDocument/2006/relationships/image" Target="../media/image1649.png"/><Relationship Id="rId57" Type="http://schemas.openxmlformats.org/officeDocument/2006/relationships/image" Target="../media/image1650.svg"/><Relationship Id="rId58" Type="http://schemas.openxmlformats.org/officeDocument/2006/relationships/image" Target="../media/image1651.png"/><Relationship Id="rId59" Type="http://schemas.openxmlformats.org/officeDocument/2006/relationships/image" Target="../media/image1652.svg"/><Relationship Id="rId60" Type="http://schemas.openxmlformats.org/officeDocument/2006/relationships/image" Target="../media/image1653.png"/><Relationship Id="rId61" Type="http://schemas.openxmlformats.org/officeDocument/2006/relationships/image" Target="../media/image1654.svg"/><Relationship Id="rId62" Type="http://schemas.openxmlformats.org/officeDocument/2006/relationships/image" Target="../media/image1655.png"/><Relationship Id="rId63" Type="http://schemas.openxmlformats.org/officeDocument/2006/relationships/image" Target="../media/image1656.svg"/><Relationship Id="rId64" Type="http://schemas.openxmlformats.org/officeDocument/2006/relationships/image" Target="../media/image1657.png"/><Relationship Id="rId65" Type="http://schemas.openxmlformats.org/officeDocument/2006/relationships/image" Target="../media/image1658.svg"/><Relationship Id="rId66" Type="http://schemas.openxmlformats.org/officeDocument/2006/relationships/image" Target="../media/image1659.png"/><Relationship Id="rId67" Type="http://schemas.openxmlformats.org/officeDocument/2006/relationships/image" Target="../media/image1660.svg"/><Relationship Id="rId68" Type="http://schemas.openxmlformats.org/officeDocument/2006/relationships/image" Target="../media/image1661.png"/><Relationship Id="rId69" Type="http://schemas.openxmlformats.org/officeDocument/2006/relationships/image" Target="../media/image1662.svg"/><Relationship Id="rId70" Type="http://schemas.openxmlformats.org/officeDocument/2006/relationships/image" Target="../media/image1663.png"/><Relationship Id="rId71" Type="http://schemas.openxmlformats.org/officeDocument/2006/relationships/image" Target="../media/image1664.svg"/><Relationship Id="rId72" Type="http://schemas.openxmlformats.org/officeDocument/2006/relationships/image" Target="../media/image1665.png"/><Relationship Id="rId73" Type="http://schemas.openxmlformats.org/officeDocument/2006/relationships/image" Target="../media/image1666.svg"/><Relationship Id="rId74" Type="http://schemas.openxmlformats.org/officeDocument/2006/relationships/image" Target="../media/image1667.png"/><Relationship Id="rId75" Type="http://schemas.openxmlformats.org/officeDocument/2006/relationships/image" Target="../media/image1668.svg"/><Relationship Id="rId76" Type="http://schemas.openxmlformats.org/officeDocument/2006/relationships/image" Target="../media/image361.png"/><Relationship Id="rId77" Type="http://schemas.openxmlformats.org/officeDocument/2006/relationships/image" Target="../media/image1669.png"/><Relationship Id="rId78" Type="http://schemas.openxmlformats.org/officeDocument/2006/relationships/image" Target="../media/image1670.svg"/><Relationship Id="rId79" Type="http://schemas.openxmlformats.org/officeDocument/2006/relationships/image" Target="../media/image1671.png"/><Relationship Id="rId80" Type="http://schemas.openxmlformats.org/officeDocument/2006/relationships/image" Target="../media/image1672.svg"/><Relationship Id="rId81" Type="http://schemas.openxmlformats.org/officeDocument/2006/relationships/image" Target="../media/image1673.png"/><Relationship Id="rId82" Type="http://schemas.openxmlformats.org/officeDocument/2006/relationships/image" Target="../media/image1674.svg"/><Relationship Id="rId83" Type="http://schemas.openxmlformats.org/officeDocument/2006/relationships/image" Target="../media/image1675.png"/><Relationship Id="rId84" Type="http://schemas.openxmlformats.org/officeDocument/2006/relationships/image" Target="../media/image1676.svg"/><Relationship Id="rId85" Type="http://schemas.openxmlformats.org/officeDocument/2006/relationships/image" Target="../media/image1677.png"/><Relationship Id="rId86" Type="http://schemas.openxmlformats.org/officeDocument/2006/relationships/image" Target="../media/image1678.svg"/><Relationship Id="rId87" Type="http://schemas.openxmlformats.org/officeDocument/2006/relationships/image" Target="../media/image1679.png"/><Relationship Id="rId88" Type="http://schemas.openxmlformats.org/officeDocument/2006/relationships/image" Target="../media/image1680.svg"/><Relationship Id="rId89" Type="http://schemas.openxmlformats.org/officeDocument/2006/relationships/image" Target="../media/image1681.png"/><Relationship Id="rId90" Type="http://schemas.openxmlformats.org/officeDocument/2006/relationships/image" Target="../media/image1682.svg"/><Relationship Id="rId91" Type="http://schemas.openxmlformats.org/officeDocument/2006/relationships/image" Target="../media/image1683.png"/><Relationship Id="rId92" Type="http://schemas.openxmlformats.org/officeDocument/2006/relationships/image" Target="../media/image1684.svg"/><Relationship Id="rId93" Type="http://schemas.openxmlformats.org/officeDocument/2006/relationships/image" Target="../media/image1685.png"/><Relationship Id="rId94" Type="http://schemas.openxmlformats.org/officeDocument/2006/relationships/image" Target="../media/image1686.svg"/><Relationship Id="rId95" Type="http://schemas.openxmlformats.org/officeDocument/2006/relationships/image" Target="../media/image1687.png"/><Relationship Id="rId96" Type="http://schemas.openxmlformats.org/officeDocument/2006/relationships/image" Target="../media/image1688.svg"/><Relationship Id="rId97" Type="http://schemas.openxmlformats.org/officeDocument/2006/relationships/image" Target="../media/image1689.png"/><Relationship Id="rId98" Type="http://schemas.openxmlformats.org/officeDocument/2006/relationships/image" Target="../media/image1690.svg"/><Relationship Id="rId99" Type="http://schemas.openxmlformats.org/officeDocument/2006/relationships/image" Target="../media/image1691.png"/><Relationship Id="rId100" Type="http://schemas.openxmlformats.org/officeDocument/2006/relationships/image" Target="../media/image1692.svg"/><Relationship Id="rId101" Type="http://schemas.openxmlformats.org/officeDocument/2006/relationships/image" Target="../media/image1693.png"/><Relationship Id="rId102" Type="http://schemas.openxmlformats.org/officeDocument/2006/relationships/image" Target="../media/image1694.svg"/><Relationship Id="rId103" Type="http://schemas.openxmlformats.org/officeDocument/2006/relationships/image" Target="../media/image1471.png"/><Relationship Id="rId104" Type="http://schemas.openxmlformats.org/officeDocument/2006/relationships/image" Target="../media/image1695.svg"/><Relationship Id="rId105" Type="http://schemas.openxmlformats.org/officeDocument/2006/relationships/image" Target="../media/image1696.png"/><Relationship Id="rId106" Type="http://schemas.openxmlformats.org/officeDocument/2006/relationships/image" Target="../media/image1697.svg"/><Relationship Id="rId107" Type="http://schemas.openxmlformats.org/officeDocument/2006/relationships/image" Target="../media/image1698.png"/><Relationship Id="rId108" Type="http://schemas.openxmlformats.org/officeDocument/2006/relationships/image" Target="../media/image1699.svg"/><Relationship Id="rId109" Type="http://schemas.openxmlformats.org/officeDocument/2006/relationships/image" Target="../media/image1700.png"/><Relationship Id="rId110" Type="http://schemas.openxmlformats.org/officeDocument/2006/relationships/image" Target="../media/image1701.svg"/><Relationship Id="rId111" Type="http://schemas.openxmlformats.org/officeDocument/2006/relationships/image" Target="../media/image1702.png"/><Relationship Id="rId112" Type="http://schemas.openxmlformats.org/officeDocument/2006/relationships/image" Target="../media/image1703.svg"/><Relationship Id="rId113" Type="http://schemas.openxmlformats.org/officeDocument/2006/relationships/image" Target="../media/image1704.png"/><Relationship Id="rId114" Type="http://schemas.openxmlformats.org/officeDocument/2006/relationships/image" Target="../media/image1705.svg"/><Relationship Id="rId115" Type="http://schemas.openxmlformats.org/officeDocument/2006/relationships/image" Target="../media/image1706.png"/><Relationship Id="rId116" Type="http://schemas.openxmlformats.org/officeDocument/2006/relationships/image" Target="../media/image1707.svg"/><Relationship Id="rId117" Type="http://schemas.openxmlformats.org/officeDocument/2006/relationships/image" Target="../media/image1708.png"/><Relationship Id="rId118" Type="http://schemas.openxmlformats.org/officeDocument/2006/relationships/image" Target="../media/image1709.svg"/><Relationship Id="rId119" Type="http://schemas.openxmlformats.org/officeDocument/2006/relationships/image" Target="../media/image1710.png"/><Relationship Id="rId120" Type="http://schemas.openxmlformats.org/officeDocument/2006/relationships/image" Target="../media/image1711.svg"/><Relationship Id="rId121" Type="http://schemas.openxmlformats.org/officeDocument/2006/relationships/image" Target="../media/image1712.png"/><Relationship Id="rId122" Type="http://schemas.openxmlformats.org/officeDocument/2006/relationships/image" Target="../media/image1713.svg"/><Relationship Id="rId123" Type="http://schemas.openxmlformats.org/officeDocument/2006/relationships/image" Target="../media/image1714.png"/><Relationship Id="rId124" Type="http://schemas.openxmlformats.org/officeDocument/2006/relationships/image" Target="../media/image1715.svg"/><Relationship Id="rId125" Type="http://schemas.openxmlformats.org/officeDocument/2006/relationships/image" Target="../media/image1716.png"/><Relationship Id="rId126" Type="http://schemas.openxmlformats.org/officeDocument/2006/relationships/image" Target="../media/image1717.sv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18.png"/><Relationship Id="rId4" Type="http://schemas.openxmlformats.org/officeDocument/2006/relationships/image" Target="../media/image1719.svg"/><Relationship Id="rId5" Type="http://schemas.openxmlformats.org/officeDocument/2006/relationships/image" Target="../media/image1720.png"/><Relationship Id="rId6" Type="http://schemas.openxmlformats.org/officeDocument/2006/relationships/image" Target="../media/image1721.svg"/><Relationship Id="rId7" Type="http://schemas.openxmlformats.org/officeDocument/2006/relationships/image" Target="../media/image1722.png"/><Relationship Id="rId8" Type="http://schemas.openxmlformats.org/officeDocument/2006/relationships/image" Target="../media/image1723.svg"/><Relationship Id="rId9" Type="http://schemas.openxmlformats.org/officeDocument/2006/relationships/image" Target="../media/image1724.png"/><Relationship Id="rId10" Type="http://schemas.openxmlformats.org/officeDocument/2006/relationships/image" Target="../media/image1725.svg"/><Relationship Id="rId11" Type="http://schemas.openxmlformats.org/officeDocument/2006/relationships/image" Target="../media/image1726.png"/><Relationship Id="rId12" Type="http://schemas.openxmlformats.org/officeDocument/2006/relationships/image" Target="../media/image1727.svg"/><Relationship Id="rId13" Type="http://schemas.openxmlformats.org/officeDocument/2006/relationships/image" Target="../media/image1728.png"/><Relationship Id="rId14" Type="http://schemas.openxmlformats.org/officeDocument/2006/relationships/image" Target="../media/image1729.svg"/><Relationship Id="rId15" Type="http://schemas.openxmlformats.org/officeDocument/2006/relationships/image" Target="../media/image1730.svg"/><Relationship Id="rId16" Type="http://schemas.openxmlformats.org/officeDocument/2006/relationships/image" Target="../media/image1731.svg"/><Relationship Id="rId17" Type="http://schemas.openxmlformats.org/officeDocument/2006/relationships/image" Target="../media/image1732.png"/><Relationship Id="rId18" Type="http://schemas.openxmlformats.org/officeDocument/2006/relationships/image" Target="../media/image1733.svg"/><Relationship Id="rId19" Type="http://schemas.openxmlformats.org/officeDocument/2006/relationships/image" Target="../media/image1734.png"/><Relationship Id="rId20" Type="http://schemas.openxmlformats.org/officeDocument/2006/relationships/image" Target="../media/image1735.svg"/><Relationship Id="rId21" Type="http://schemas.openxmlformats.org/officeDocument/2006/relationships/image" Target="../media/image1736.png"/><Relationship Id="rId22" Type="http://schemas.openxmlformats.org/officeDocument/2006/relationships/image" Target="../media/image1737.svg"/><Relationship Id="rId23" Type="http://schemas.openxmlformats.org/officeDocument/2006/relationships/image" Target="../media/image1738.png"/><Relationship Id="rId24" Type="http://schemas.openxmlformats.org/officeDocument/2006/relationships/image" Target="../media/image1739.svg"/><Relationship Id="rId25" Type="http://schemas.openxmlformats.org/officeDocument/2006/relationships/image" Target="../media/image1740.svg"/><Relationship Id="rId26" Type="http://schemas.openxmlformats.org/officeDocument/2006/relationships/image" Target="../media/image1741.png"/><Relationship Id="rId27" Type="http://schemas.openxmlformats.org/officeDocument/2006/relationships/image" Target="../media/image1742.svg"/><Relationship Id="rId28" Type="http://schemas.openxmlformats.org/officeDocument/2006/relationships/image" Target="../media/image1743.png"/><Relationship Id="rId29" Type="http://schemas.openxmlformats.org/officeDocument/2006/relationships/image" Target="../media/image1744.svg"/><Relationship Id="rId30" Type="http://schemas.openxmlformats.org/officeDocument/2006/relationships/image" Target="../media/image1745.png"/><Relationship Id="rId31" Type="http://schemas.openxmlformats.org/officeDocument/2006/relationships/image" Target="../media/image1746.svg"/><Relationship Id="rId32" Type="http://schemas.openxmlformats.org/officeDocument/2006/relationships/image" Target="../media/image1747.png"/><Relationship Id="rId33" Type="http://schemas.openxmlformats.org/officeDocument/2006/relationships/image" Target="../media/image1748.svg"/><Relationship Id="rId34" Type="http://schemas.openxmlformats.org/officeDocument/2006/relationships/image" Target="../media/image1749.png"/><Relationship Id="rId35" Type="http://schemas.openxmlformats.org/officeDocument/2006/relationships/image" Target="../media/image1750.svg"/><Relationship Id="rId36" Type="http://schemas.openxmlformats.org/officeDocument/2006/relationships/image" Target="../media/image1751.png"/><Relationship Id="rId37" Type="http://schemas.openxmlformats.org/officeDocument/2006/relationships/image" Target="../media/image1752.svg"/><Relationship Id="rId38" Type="http://schemas.openxmlformats.org/officeDocument/2006/relationships/image" Target="../media/image1753.png"/><Relationship Id="rId39" Type="http://schemas.openxmlformats.org/officeDocument/2006/relationships/image" Target="../media/image1754.svg"/><Relationship Id="rId40" Type="http://schemas.openxmlformats.org/officeDocument/2006/relationships/image" Target="../media/image1755.png"/><Relationship Id="rId41" Type="http://schemas.openxmlformats.org/officeDocument/2006/relationships/image" Target="../media/image1756.svg"/><Relationship Id="rId42" Type="http://schemas.openxmlformats.org/officeDocument/2006/relationships/image" Target="../media/image1757.png"/><Relationship Id="rId43" Type="http://schemas.openxmlformats.org/officeDocument/2006/relationships/image" Target="../media/image1758.svg"/><Relationship Id="rId44" Type="http://schemas.openxmlformats.org/officeDocument/2006/relationships/image" Target="../media/image1759.png"/><Relationship Id="rId45" Type="http://schemas.openxmlformats.org/officeDocument/2006/relationships/image" Target="../media/image1760.svg"/><Relationship Id="rId46" Type="http://schemas.openxmlformats.org/officeDocument/2006/relationships/image" Target="../media/image1761.png"/><Relationship Id="rId47" Type="http://schemas.openxmlformats.org/officeDocument/2006/relationships/image" Target="../media/image1762.svg"/><Relationship Id="rId48" Type="http://schemas.openxmlformats.org/officeDocument/2006/relationships/image" Target="../media/image1763.png"/><Relationship Id="rId49" Type="http://schemas.openxmlformats.org/officeDocument/2006/relationships/image" Target="../media/image1764.svg"/><Relationship Id="rId50" Type="http://schemas.openxmlformats.org/officeDocument/2006/relationships/image" Target="../media/image1765.png"/><Relationship Id="rId51" Type="http://schemas.openxmlformats.org/officeDocument/2006/relationships/image" Target="../media/image1766.svg"/><Relationship Id="rId52" Type="http://schemas.openxmlformats.org/officeDocument/2006/relationships/image" Target="../media/image1767.png"/><Relationship Id="rId53" Type="http://schemas.openxmlformats.org/officeDocument/2006/relationships/image" Target="../media/image1768.svg"/><Relationship Id="rId54" Type="http://schemas.openxmlformats.org/officeDocument/2006/relationships/image" Target="../media/image1769.png"/><Relationship Id="rId55" Type="http://schemas.openxmlformats.org/officeDocument/2006/relationships/image" Target="../media/image1770.svg"/><Relationship Id="rId56" Type="http://schemas.openxmlformats.org/officeDocument/2006/relationships/image" Target="../media/image1771.png"/><Relationship Id="rId57" Type="http://schemas.openxmlformats.org/officeDocument/2006/relationships/image" Target="../media/image1772.svg"/><Relationship Id="rId58" Type="http://schemas.openxmlformats.org/officeDocument/2006/relationships/image" Target="../media/image1773.png"/><Relationship Id="rId59" Type="http://schemas.openxmlformats.org/officeDocument/2006/relationships/image" Target="../media/image1774.svg"/><Relationship Id="rId60" Type="http://schemas.openxmlformats.org/officeDocument/2006/relationships/image" Target="../media/image1775.png"/><Relationship Id="rId61" Type="http://schemas.openxmlformats.org/officeDocument/2006/relationships/image" Target="../media/image1776.svg"/><Relationship Id="rId62" Type="http://schemas.openxmlformats.org/officeDocument/2006/relationships/image" Target="../media/image1777.png"/><Relationship Id="rId63" Type="http://schemas.openxmlformats.org/officeDocument/2006/relationships/image" Target="../media/image1778.svg"/><Relationship Id="rId64" Type="http://schemas.openxmlformats.org/officeDocument/2006/relationships/image" Target="../media/image1779.png"/><Relationship Id="rId65" Type="http://schemas.openxmlformats.org/officeDocument/2006/relationships/image" Target="../media/image1780.svg"/><Relationship Id="rId66" Type="http://schemas.openxmlformats.org/officeDocument/2006/relationships/image" Target="../media/image1781.png"/><Relationship Id="rId67" Type="http://schemas.openxmlformats.org/officeDocument/2006/relationships/image" Target="../media/image1782.svg"/><Relationship Id="rId68" Type="http://schemas.openxmlformats.org/officeDocument/2006/relationships/image" Target="../media/image1783.png"/><Relationship Id="rId69" Type="http://schemas.openxmlformats.org/officeDocument/2006/relationships/image" Target="../media/image1784.svg"/><Relationship Id="rId70" Type="http://schemas.openxmlformats.org/officeDocument/2006/relationships/image" Target="../media/image1785.png"/><Relationship Id="rId71" Type="http://schemas.openxmlformats.org/officeDocument/2006/relationships/image" Target="../media/image1786.svg"/><Relationship Id="rId72" Type="http://schemas.openxmlformats.org/officeDocument/2006/relationships/image" Target="../media/image1787.png"/><Relationship Id="rId73" Type="http://schemas.openxmlformats.org/officeDocument/2006/relationships/image" Target="../media/image1788.svg"/><Relationship Id="rId74" Type="http://schemas.openxmlformats.org/officeDocument/2006/relationships/image" Target="../media/image1789.png"/><Relationship Id="rId75" Type="http://schemas.openxmlformats.org/officeDocument/2006/relationships/image" Target="../media/image1790.svg"/><Relationship Id="rId76" Type="http://schemas.openxmlformats.org/officeDocument/2006/relationships/image" Target="../media/image1791.png"/><Relationship Id="rId77" Type="http://schemas.openxmlformats.org/officeDocument/2006/relationships/image" Target="../media/image1792.svg"/><Relationship Id="rId78" Type="http://schemas.openxmlformats.org/officeDocument/2006/relationships/image" Target="../media/image1793.png"/><Relationship Id="rId79" Type="http://schemas.openxmlformats.org/officeDocument/2006/relationships/image" Target="../media/image1794.svg"/><Relationship Id="rId80" Type="http://schemas.openxmlformats.org/officeDocument/2006/relationships/image" Target="../media/image1795.png"/><Relationship Id="rId81" Type="http://schemas.openxmlformats.org/officeDocument/2006/relationships/image" Target="../media/image1796.svg"/><Relationship Id="rId82" Type="http://schemas.openxmlformats.org/officeDocument/2006/relationships/image" Target="../media/image1797.png"/><Relationship Id="rId83" Type="http://schemas.openxmlformats.org/officeDocument/2006/relationships/image" Target="../media/image1798.svg"/><Relationship Id="rId84" Type="http://schemas.openxmlformats.org/officeDocument/2006/relationships/image" Target="../media/image1799.png"/><Relationship Id="rId85" Type="http://schemas.openxmlformats.org/officeDocument/2006/relationships/image" Target="../media/image1800.svg"/><Relationship Id="rId86" Type="http://schemas.openxmlformats.org/officeDocument/2006/relationships/image" Target="../media/image1801.png"/><Relationship Id="rId87" Type="http://schemas.openxmlformats.org/officeDocument/2006/relationships/image" Target="../media/image1802.svg"/><Relationship Id="rId88" Type="http://schemas.openxmlformats.org/officeDocument/2006/relationships/image" Target="../media/image1803.png"/><Relationship Id="rId89" Type="http://schemas.openxmlformats.org/officeDocument/2006/relationships/image" Target="../media/image1804.svg"/><Relationship Id="rId90" Type="http://schemas.openxmlformats.org/officeDocument/2006/relationships/image" Target="../media/image1805.png"/><Relationship Id="rId91" Type="http://schemas.openxmlformats.org/officeDocument/2006/relationships/image" Target="../media/image1806.svg"/><Relationship Id="rId92" Type="http://schemas.openxmlformats.org/officeDocument/2006/relationships/image" Target="../media/image1807.png"/><Relationship Id="rId93" Type="http://schemas.openxmlformats.org/officeDocument/2006/relationships/image" Target="../media/image1808.svg"/><Relationship Id="rId94" Type="http://schemas.openxmlformats.org/officeDocument/2006/relationships/image" Target="../media/image1809.png"/><Relationship Id="rId95" Type="http://schemas.openxmlformats.org/officeDocument/2006/relationships/image" Target="../media/image1810.svg"/><Relationship Id="rId96" Type="http://schemas.openxmlformats.org/officeDocument/2006/relationships/image" Target="../media/image1811.png"/><Relationship Id="rId97" Type="http://schemas.openxmlformats.org/officeDocument/2006/relationships/image" Target="../media/image1812.svg"/><Relationship Id="rId98" Type="http://schemas.openxmlformats.org/officeDocument/2006/relationships/image" Target="../media/image1813.png"/><Relationship Id="rId99" Type="http://schemas.openxmlformats.org/officeDocument/2006/relationships/image" Target="../media/image1814.svg"/><Relationship Id="rId100" Type="http://schemas.openxmlformats.org/officeDocument/2006/relationships/image" Target="../media/image1815.png"/><Relationship Id="rId101" Type="http://schemas.openxmlformats.org/officeDocument/2006/relationships/image" Target="../media/image1816.svg"/><Relationship Id="rId102" Type="http://schemas.openxmlformats.org/officeDocument/2006/relationships/image" Target="../media/image1817.png"/><Relationship Id="rId103" Type="http://schemas.openxmlformats.org/officeDocument/2006/relationships/image" Target="../media/image1818.svg"/><Relationship Id="rId104" Type="http://schemas.openxmlformats.org/officeDocument/2006/relationships/image" Target="../media/image1819.png"/><Relationship Id="rId105" Type="http://schemas.openxmlformats.org/officeDocument/2006/relationships/image" Target="../media/image1820.svg"/><Relationship Id="rId106" Type="http://schemas.openxmlformats.org/officeDocument/2006/relationships/image" Target="../media/image1821.png"/><Relationship Id="rId107" Type="http://schemas.openxmlformats.org/officeDocument/2006/relationships/image" Target="../media/image1822.svg"/><Relationship Id="rId108" Type="http://schemas.openxmlformats.org/officeDocument/2006/relationships/image" Target="../media/image1823.png"/><Relationship Id="rId109" Type="http://schemas.openxmlformats.org/officeDocument/2006/relationships/image" Target="../media/image1824.svg"/><Relationship Id="rId110" Type="http://schemas.openxmlformats.org/officeDocument/2006/relationships/image" Target="../media/image1825.png"/><Relationship Id="rId111" Type="http://schemas.openxmlformats.org/officeDocument/2006/relationships/image" Target="../media/image1826.svg"/><Relationship Id="rId112" Type="http://schemas.openxmlformats.org/officeDocument/2006/relationships/image" Target="../media/image1827.png"/><Relationship Id="rId113" Type="http://schemas.openxmlformats.org/officeDocument/2006/relationships/image" Target="../media/image1828.svg"/><Relationship Id="rId114" Type="http://schemas.openxmlformats.org/officeDocument/2006/relationships/image" Target="../media/image1829.png"/><Relationship Id="rId115" Type="http://schemas.openxmlformats.org/officeDocument/2006/relationships/image" Target="../media/image1830.svg"/><Relationship Id="rId116" Type="http://schemas.openxmlformats.org/officeDocument/2006/relationships/image" Target="../media/image1831.png"/><Relationship Id="rId117" Type="http://schemas.openxmlformats.org/officeDocument/2006/relationships/image" Target="../media/image1832.svg"/><Relationship Id="rId118" Type="http://schemas.openxmlformats.org/officeDocument/2006/relationships/image" Target="../media/image1833.png"/><Relationship Id="rId119" Type="http://schemas.openxmlformats.org/officeDocument/2006/relationships/image" Target="../media/image1834.svg"/><Relationship Id="rId120" Type="http://schemas.openxmlformats.org/officeDocument/2006/relationships/image" Target="../media/image1835.png"/><Relationship Id="rId121" Type="http://schemas.openxmlformats.org/officeDocument/2006/relationships/image" Target="../media/image1836.svg"/><Relationship Id="rId122" Type="http://schemas.openxmlformats.org/officeDocument/2006/relationships/image" Target="../media/image1837.png"/><Relationship Id="rId123" Type="http://schemas.openxmlformats.org/officeDocument/2006/relationships/image" Target="../media/image1838.svg"/><Relationship Id="rId124" Type="http://schemas.openxmlformats.org/officeDocument/2006/relationships/image" Target="../media/image1839.png"/><Relationship Id="rId125" Type="http://schemas.openxmlformats.org/officeDocument/2006/relationships/image" Target="../media/image1840.svg"/><Relationship Id="rId126" Type="http://schemas.openxmlformats.org/officeDocument/2006/relationships/image" Target="../media/image1841.png"/><Relationship Id="rId127" Type="http://schemas.openxmlformats.org/officeDocument/2006/relationships/image" Target="../media/image1842.svg"/><Relationship Id="rId128" Type="http://schemas.openxmlformats.org/officeDocument/2006/relationships/image" Target="../media/image1843.png"/><Relationship Id="rId129" Type="http://schemas.openxmlformats.org/officeDocument/2006/relationships/image" Target="../media/image1844.svg"/><Relationship Id="rId130" Type="http://schemas.openxmlformats.org/officeDocument/2006/relationships/image" Target="../media/image1845.png"/><Relationship Id="rId131" Type="http://schemas.openxmlformats.org/officeDocument/2006/relationships/image" Target="../media/image1846.svg"/><Relationship Id="rId132" Type="http://schemas.openxmlformats.org/officeDocument/2006/relationships/image" Target="../media/image1847.png"/><Relationship Id="rId133" Type="http://schemas.openxmlformats.org/officeDocument/2006/relationships/image" Target="../media/image1848.svg"/><Relationship Id="rId134" Type="http://schemas.openxmlformats.org/officeDocument/2006/relationships/image" Target="../media/image1849.png"/><Relationship Id="rId135" Type="http://schemas.openxmlformats.org/officeDocument/2006/relationships/image" Target="../media/image1850.svg"/><Relationship Id="rId136" Type="http://schemas.openxmlformats.org/officeDocument/2006/relationships/image" Target="../media/image1851.png"/><Relationship Id="rId137" Type="http://schemas.openxmlformats.org/officeDocument/2006/relationships/image" Target="../media/image1852.svg"/><Relationship Id="rId138" Type="http://schemas.openxmlformats.org/officeDocument/2006/relationships/image" Target="../media/image1853.png"/><Relationship Id="rId139" Type="http://schemas.openxmlformats.org/officeDocument/2006/relationships/image" Target="../media/image1854.svg"/><Relationship Id="rId140" Type="http://schemas.openxmlformats.org/officeDocument/2006/relationships/image" Target="../media/image1855.png"/><Relationship Id="rId141" Type="http://schemas.openxmlformats.org/officeDocument/2006/relationships/image" Target="../media/image1856.svg"/><Relationship Id="rId142" Type="http://schemas.openxmlformats.org/officeDocument/2006/relationships/image" Target="../media/image1857.png"/><Relationship Id="rId143" Type="http://schemas.openxmlformats.org/officeDocument/2006/relationships/image" Target="../media/image1858.svg"/><Relationship Id="rId144" Type="http://schemas.openxmlformats.org/officeDocument/2006/relationships/image" Target="../media/image1859.svg"/><Relationship Id="rId145" Type="http://schemas.openxmlformats.org/officeDocument/2006/relationships/image" Target="../media/image1493.png"/><Relationship Id="rId146" Type="http://schemas.openxmlformats.org/officeDocument/2006/relationships/image" Target="../media/image1494.svg"/><Relationship Id="rId147" Type="http://schemas.openxmlformats.org/officeDocument/2006/relationships/image" Target="../media/image1495.png"/><Relationship Id="rId148" Type="http://schemas.openxmlformats.org/officeDocument/2006/relationships/image" Target="../media/image1496.svg"/><Relationship Id="rId149" Type="http://schemas.openxmlformats.org/officeDocument/2006/relationships/image" Target="../media/image1497.png"/><Relationship Id="rId150" Type="http://schemas.openxmlformats.org/officeDocument/2006/relationships/image" Target="../media/image1498.svg"/><Relationship Id="rId151" Type="http://schemas.openxmlformats.org/officeDocument/2006/relationships/image" Target="../media/image1499.png"/><Relationship Id="rId152" Type="http://schemas.openxmlformats.org/officeDocument/2006/relationships/image" Target="../media/image1500.svg"/><Relationship Id="rId153" Type="http://schemas.openxmlformats.org/officeDocument/2006/relationships/image" Target="../media/image1501.png"/><Relationship Id="rId154" Type="http://schemas.openxmlformats.org/officeDocument/2006/relationships/image" Target="../media/image1502.svg"/><Relationship Id="rId155" Type="http://schemas.openxmlformats.org/officeDocument/2006/relationships/image" Target="../media/image1503.png"/><Relationship Id="rId156" Type="http://schemas.openxmlformats.org/officeDocument/2006/relationships/image" Target="../media/image1504.svg"/><Relationship Id="rId157" Type="http://schemas.openxmlformats.org/officeDocument/2006/relationships/image" Target="../media/image1505.png"/><Relationship Id="rId158" Type="http://schemas.openxmlformats.org/officeDocument/2006/relationships/image" Target="../media/image1506.svg"/><Relationship Id="rId159" Type="http://schemas.openxmlformats.org/officeDocument/2006/relationships/image" Target="../media/image1507.png"/><Relationship Id="rId160" Type="http://schemas.openxmlformats.org/officeDocument/2006/relationships/image" Target="../media/image1508.svg"/><Relationship Id="rId161" Type="http://schemas.openxmlformats.org/officeDocument/2006/relationships/image" Target="../media/image1509.png"/><Relationship Id="rId162" Type="http://schemas.openxmlformats.org/officeDocument/2006/relationships/image" Target="../media/image1510.svg"/><Relationship Id="rId163" Type="http://schemas.openxmlformats.org/officeDocument/2006/relationships/image" Target="../media/image1511.png"/><Relationship Id="rId164" Type="http://schemas.openxmlformats.org/officeDocument/2006/relationships/image" Target="../media/image1512.svg"/><Relationship Id="rId165" Type="http://schemas.openxmlformats.org/officeDocument/2006/relationships/image" Target="../media/image1513.png"/><Relationship Id="rId166" Type="http://schemas.openxmlformats.org/officeDocument/2006/relationships/image" Target="../media/image1514.svg"/><Relationship Id="rId167" Type="http://schemas.openxmlformats.org/officeDocument/2006/relationships/image" Target="../media/image1860.png"/><Relationship Id="rId168" Type="http://schemas.openxmlformats.org/officeDocument/2006/relationships/image" Target="../media/image1861.svg"/><Relationship Id="rId169" Type="http://schemas.openxmlformats.org/officeDocument/2006/relationships/image" Target="../media/image1862.png"/><Relationship Id="rId170" Type="http://schemas.openxmlformats.org/officeDocument/2006/relationships/image" Target="../media/image1863.svg"/><Relationship Id="rId171" Type="http://schemas.openxmlformats.org/officeDocument/2006/relationships/image" Target="../media/image1864.svg"/><Relationship Id="rId172" Type="http://schemas.openxmlformats.org/officeDocument/2006/relationships/image" Target="../media/image1865.png"/><Relationship Id="rId173" Type="http://schemas.openxmlformats.org/officeDocument/2006/relationships/image" Target="../media/image1866.svg"/><Relationship Id="rId174" Type="http://schemas.openxmlformats.org/officeDocument/2006/relationships/image" Target="../media/image1867.png"/><Relationship Id="rId175" Type="http://schemas.openxmlformats.org/officeDocument/2006/relationships/image" Target="../media/image1868.svg"/><Relationship Id="rId176" Type="http://schemas.openxmlformats.org/officeDocument/2006/relationships/image" Target="../media/image1869.png"/><Relationship Id="rId177" Type="http://schemas.openxmlformats.org/officeDocument/2006/relationships/image" Target="../media/image1870.svg"/><Relationship Id="rId178" Type="http://schemas.openxmlformats.org/officeDocument/2006/relationships/image" Target="../media/image1871.png"/><Relationship Id="rId179" Type="http://schemas.openxmlformats.org/officeDocument/2006/relationships/image" Target="../media/image1872.svg"/><Relationship Id="rId180" Type="http://schemas.openxmlformats.org/officeDocument/2006/relationships/image" Target="../media/image1873.png"/><Relationship Id="rId181" Type="http://schemas.openxmlformats.org/officeDocument/2006/relationships/image" Target="../media/image1874.svg"/><Relationship Id="rId182" Type="http://schemas.openxmlformats.org/officeDocument/2006/relationships/image" Target="../media/image1875.png"/><Relationship Id="rId183" Type="http://schemas.openxmlformats.org/officeDocument/2006/relationships/image" Target="../media/image1876.svg"/><Relationship Id="rId184" Type="http://schemas.openxmlformats.org/officeDocument/2006/relationships/image" Target="../media/image1877.png"/><Relationship Id="rId185" Type="http://schemas.openxmlformats.org/officeDocument/2006/relationships/image" Target="../media/image1878.svg"/><Relationship Id="rId186" Type="http://schemas.openxmlformats.org/officeDocument/2006/relationships/image" Target="../media/image1879.png"/><Relationship Id="rId187" Type="http://schemas.openxmlformats.org/officeDocument/2006/relationships/image" Target="../media/image1880.svg"/><Relationship Id="rId188" Type="http://schemas.openxmlformats.org/officeDocument/2006/relationships/image" Target="../media/image1881.png"/><Relationship Id="rId189" Type="http://schemas.openxmlformats.org/officeDocument/2006/relationships/image" Target="../media/image1882.svg"/><Relationship Id="rId190" Type="http://schemas.openxmlformats.org/officeDocument/2006/relationships/image" Target="../media/image1883.png"/><Relationship Id="rId191" Type="http://schemas.openxmlformats.org/officeDocument/2006/relationships/image" Target="../media/image1884.svg"/><Relationship Id="rId192" Type="http://schemas.openxmlformats.org/officeDocument/2006/relationships/image" Target="../media/image1885.png"/><Relationship Id="rId193" Type="http://schemas.openxmlformats.org/officeDocument/2006/relationships/image" Target="../media/image1886.svg"/><Relationship Id="rId194" Type="http://schemas.openxmlformats.org/officeDocument/2006/relationships/image" Target="../media/image1887.png"/><Relationship Id="rId195" Type="http://schemas.openxmlformats.org/officeDocument/2006/relationships/image" Target="../media/image1888.svg"/><Relationship Id="rId196" Type="http://schemas.openxmlformats.org/officeDocument/2006/relationships/image" Target="../media/image361.png"/><Relationship Id="rId197" Type="http://schemas.openxmlformats.org/officeDocument/2006/relationships/image" Target="../media/image1889.png"/><Relationship Id="rId198" Type="http://schemas.openxmlformats.org/officeDocument/2006/relationships/image" Target="../media/image1890.svg"/><Relationship Id="rId199" Type="http://schemas.openxmlformats.org/officeDocument/2006/relationships/image" Target="../media/image1891.png"/><Relationship Id="rId200" Type="http://schemas.openxmlformats.org/officeDocument/2006/relationships/image" Target="../media/image1892.svg"/><Relationship Id="rId201" Type="http://schemas.openxmlformats.org/officeDocument/2006/relationships/image" Target="../media/image1893.png"/><Relationship Id="rId202" Type="http://schemas.openxmlformats.org/officeDocument/2006/relationships/image" Target="../media/image1894.svg"/><Relationship Id="rId203" Type="http://schemas.openxmlformats.org/officeDocument/2006/relationships/image" Target="../media/image1895.png"/><Relationship Id="rId204" Type="http://schemas.openxmlformats.org/officeDocument/2006/relationships/image" Target="../media/image1896.svg"/><Relationship Id="rId205" Type="http://schemas.openxmlformats.org/officeDocument/2006/relationships/image" Target="../media/image1897.png"/><Relationship Id="rId206" Type="http://schemas.openxmlformats.org/officeDocument/2006/relationships/image" Target="../media/image1898.svg"/><Relationship Id="rId207" Type="http://schemas.openxmlformats.org/officeDocument/2006/relationships/image" Target="../media/image1899.png"/><Relationship Id="rId208" Type="http://schemas.openxmlformats.org/officeDocument/2006/relationships/image" Target="../media/image1900.svg"/><Relationship Id="rId209" Type="http://schemas.openxmlformats.org/officeDocument/2006/relationships/image" Target="../media/image1901.png"/><Relationship Id="rId210" Type="http://schemas.openxmlformats.org/officeDocument/2006/relationships/image" Target="../media/image1902.svg"/><Relationship Id="rId211" Type="http://schemas.openxmlformats.org/officeDocument/2006/relationships/image" Target="../media/image1903.png"/><Relationship Id="rId212" Type="http://schemas.openxmlformats.org/officeDocument/2006/relationships/image" Target="../media/image1904.svg"/><Relationship Id="rId213" Type="http://schemas.openxmlformats.org/officeDocument/2006/relationships/image" Target="../media/image1905.png"/><Relationship Id="rId214" Type="http://schemas.openxmlformats.org/officeDocument/2006/relationships/image" Target="../media/image1906.svg"/><Relationship Id="rId215" Type="http://schemas.openxmlformats.org/officeDocument/2006/relationships/image" Target="../media/image1907.png"/><Relationship Id="rId216" Type="http://schemas.openxmlformats.org/officeDocument/2006/relationships/image" Target="../media/image1908.svg"/><Relationship Id="rId217" Type="http://schemas.openxmlformats.org/officeDocument/2006/relationships/image" Target="../media/image1909.png"/><Relationship Id="rId218" Type="http://schemas.openxmlformats.org/officeDocument/2006/relationships/image" Target="../media/image1910.svg"/><Relationship Id="rId219" Type="http://schemas.openxmlformats.org/officeDocument/2006/relationships/image" Target="../media/image1911.svg"/><Relationship Id="rId220" Type="http://schemas.openxmlformats.org/officeDocument/2006/relationships/image" Target="../media/image1912.png"/><Relationship Id="rId221" Type="http://schemas.openxmlformats.org/officeDocument/2006/relationships/image" Target="../media/image1913.svg"/><Relationship Id="rId222" Type="http://schemas.openxmlformats.org/officeDocument/2006/relationships/image" Target="../media/image1685.png"/><Relationship Id="rId223" Type="http://schemas.openxmlformats.org/officeDocument/2006/relationships/image" Target="../media/image1686.svg"/><Relationship Id="rId224" Type="http://schemas.openxmlformats.org/officeDocument/2006/relationships/image" Target="../media/image1687.png"/><Relationship Id="rId225" Type="http://schemas.openxmlformats.org/officeDocument/2006/relationships/image" Target="../media/image1688.svg"/><Relationship Id="rId226" Type="http://schemas.openxmlformats.org/officeDocument/2006/relationships/image" Target="../media/image1689.png"/><Relationship Id="rId227" Type="http://schemas.openxmlformats.org/officeDocument/2006/relationships/image" Target="../media/image1690.svg"/><Relationship Id="rId228" Type="http://schemas.openxmlformats.org/officeDocument/2006/relationships/image" Target="../media/image1531.png"/><Relationship Id="rId229" Type="http://schemas.openxmlformats.org/officeDocument/2006/relationships/image" Target="../media/image1532.svg"/><Relationship Id="rId230" Type="http://schemas.openxmlformats.org/officeDocument/2006/relationships/image" Target="../media/image1533.png"/><Relationship Id="rId231" Type="http://schemas.openxmlformats.org/officeDocument/2006/relationships/image" Target="../media/image1534.svg"/><Relationship Id="rId232" Type="http://schemas.openxmlformats.org/officeDocument/2006/relationships/image" Target="../media/image1535.png"/><Relationship Id="rId233" Type="http://schemas.openxmlformats.org/officeDocument/2006/relationships/image" Target="../media/image1536.svg"/><Relationship Id="rId234" Type="http://schemas.openxmlformats.org/officeDocument/2006/relationships/image" Target="../media/image1537.png"/><Relationship Id="rId235" Type="http://schemas.openxmlformats.org/officeDocument/2006/relationships/image" Target="../media/image1538.svg"/><Relationship Id="rId236" Type="http://schemas.openxmlformats.org/officeDocument/2006/relationships/image" Target="../media/image1539.png"/><Relationship Id="rId237" Type="http://schemas.openxmlformats.org/officeDocument/2006/relationships/image" Target="../media/image1540.svg"/><Relationship Id="rId238" Type="http://schemas.openxmlformats.org/officeDocument/2006/relationships/image" Target="../media/image1037.png"/><Relationship Id="rId239" Type="http://schemas.openxmlformats.org/officeDocument/2006/relationships/image" Target="../media/image1038.svg"/><Relationship Id="rId240" Type="http://schemas.openxmlformats.org/officeDocument/2006/relationships/image" Target="../media/image1039.png"/><Relationship Id="rId241" Type="http://schemas.openxmlformats.org/officeDocument/2006/relationships/image" Target="../media/image1040.svg"/><Relationship Id="rId242" Type="http://schemas.openxmlformats.org/officeDocument/2006/relationships/image" Target="../media/image1041.png"/><Relationship Id="rId243" Type="http://schemas.openxmlformats.org/officeDocument/2006/relationships/image" Target="../media/image1042.svg"/><Relationship Id="rId244" Type="http://schemas.openxmlformats.org/officeDocument/2006/relationships/image" Target="../media/image1043.png"/><Relationship Id="rId245" Type="http://schemas.openxmlformats.org/officeDocument/2006/relationships/image" Target="../media/image1044.svg"/><Relationship Id="rId246" Type="http://schemas.openxmlformats.org/officeDocument/2006/relationships/image" Target="../media/image1045.png"/><Relationship Id="rId247" Type="http://schemas.openxmlformats.org/officeDocument/2006/relationships/image" Target="../media/image1046.svg"/><Relationship Id="rId248" Type="http://schemas.openxmlformats.org/officeDocument/2006/relationships/image" Target="../media/image1047.png"/><Relationship Id="rId249" Type="http://schemas.openxmlformats.org/officeDocument/2006/relationships/image" Target="../media/image1048.svg"/><Relationship Id="rId250" Type="http://schemas.openxmlformats.org/officeDocument/2006/relationships/image" Target="../media/image1049.png"/><Relationship Id="rId251" Type="http://schemas.openxmlformats.org/officeDocument/2006/relationships/image" Target="../media/image1050.svg"/><Relationship Id="rId252" Type="http://schemas.openxmlformats.org/officeDocument/2006/relationships/image" Target="../media/image1051.png"/><Relationship Id="rId253" Type="http://schemas.openxmlformats.org/officeDocument/2006/relationships/image" Target="../media/image1052.svg"/><Relationship Id="rId254" Type="http://schemas.openxmlformats.org/officeDocument/2006/relationships/image" Target="../media/image1053.png"/><Relationship Id="rId255" Type="http://schemas.openxmlformats.org/officeDocument/2006/relationships/image" Target="../media/image1054.svg"/><Relationship Id="rId256" Type="http://schemas.openxmlformats.org/officeDocument/2006/relationships/image" Target="../media/image1055.png"/><Relationship Id="rId257" Type="http://schemas.openxmlformats.org/officeDocument/2006/relationships/image" Target="../media/image1056.svg"/><Relationship Id="rId258" Type="http://schemas.openxmlformats.org/officeDocument/2006/relationships/image" Target="../media/image1569.png"/><Relationship Id="rId259" Type="http://schemas.openxmlformats.org/officeDocument/2006/relationships/image" Target="../media/image1570.svg"/><Relationship Id="rId260" Type="http://schemas.openxmlformats.org/officeDocument/2006/relationships/image" Target="../media/image1571.png"/><Relationship Id="rId261" Type="http://schemas.openxmlformats.org/officeDocument/2006/relationships/image" Target="../media/image1572.svg"/><Relationship Id="rId262" Type="http://schemas.openxmlformats.org/officeDocument/2006/relationships/image" Target="../media/image1573.png"/><Relationship Id="rId263" Type="http://schemas.openxmlformats.org/officeDocument/2006/relationships/image" Target="../media/image1574.svg"/><Relationship Id="rId264" Type="http://schemas.openxmlformats.org/officeDocument/2006/relationships/image" Target="../media/image1575.png"/><Relationship Id="rId265" Type="http://schemas.openxmlformats.org/officeDocument/2006/relationships/image" Target="../media/image1576.svg"/><Relationship Id="rId266" Type="http://schemas.openxmlformats.org/officeDocument/2006/relationships/image" Target="../media/image1577.png"/><Relationship Id="rId267" Type="http://schemas.openxmlformats.org/officeDocument/2006/relationships/image" Target="../media/image1578.svg"/><Relationship Id="rId268" Type="http://schemas.openxmlformats.org/officeDocument/2006/relationships/image" Target="../media/image1914.png"/><Relationship Id="rId269" Type="http://schemas.openxmlformats.org/officeDocument/2006/relationships/image" Target="../media/image1915.svg"/><Relationship Id="rId270" Type="http://schemas.openxmlformats.org/officeDocument/2006/relationships/image" Target="../media/image1916.png"/><Relationship Id="rId271" Type="http://schemas.openxmlformats.org/officeDocument/2006/relationships/image" Target="../media/image1917.svg"/><Relationship Id="rId272" Type="http://schemas.openxmlformats.org/officeDocument/2006/relationships/image" Target="../media/image1918.png"/><Relationship Id="rId273" Type="http://schemas.openxmlformats.org/officeDocument/2006/relationships/image" Target="../media/image1919.svg"/><Relationship Id="rId274" Type="http://schemas.openxmlformats.org/officeDocument/2006/relationships/image" Target="../media/image1920.png"/><Relationship Id="rId275" Type="http://schemas.openxmlformats.org/officeDocument/2006/relationships/image" Target="../media/image1921.svg"/><Relationship Id="rId276" Type="http://schemas.openxmlformats.org/officeDocument/2006/relationships/image" Target="../media/image1922.svg"/><Relationship Id="rId277" Type="http://schemas.openxmlformats.org/officeDocument/2006/relationships/image" Target="../media/image1923.svg"/><Relationship Id="rId278" Type="http://schemas.openxmlformats.org/officeDocument/2006/relationships/image" Target="../media/image1924.svg"/><Relationship Id="rId279" Type="http://schemas.openxmlformats.org/officeDocument/2006/relationships/image" Target="../media/image1925.png"/><Relationship Id="rId280" Type="http://schemas.openxmlformats.org/officeDocument/2006/relationships/image" Target="../media/image1926.svg"/><Relationship Id="rId281" Type="http://schemas.openxmlformats.org/officeDocument/2006/relationships/image" Target="../media/image1927.png"/><Relationship Id="rId282" Type="http://schemas.openxmlformats.org/officeDocument/2006/relationships/image" Target="../media/image1928.svg"/><Relationship Id="rId283" Type="http://schemas.openxmlformats.org/officeDocument/2006/relationships/image" Target="../media/image1929.png"/><Relationship Id="rId284" Type="http://schemas.openxmlformats.org/officeDocument/2006/relationships/image" Target="../media/image1930.svg"/><Relationship Id="rId285" Type="http://schemas.openxmlformats.org/officeDocument/2006/relationships/image" Target="../media/image1931.png"/><Relationship Id="rId286" Type="http://schemas.openxmlformats.org/officeDocument/2006/relationships/image" Target="../media/image1932.svg"/><Relationship Id="rId287" Type="http://schemas.openxmlformats.org/officeDocument/2006/relationships/image" Target="../media/image1933.png"/><Relationship Id="rId288" Type="http://schemas.openxmlformats.org/officeDocument/2006/relationships/image" Target="../media/image1934.svg"/><Relationship Id="rId289" Type="http://schemas.openxmlformats.org/officeDocument/2006/relationships/image" Target="../media/image1935.png"/><Relationship Id="rId290" Type="http://schemas.openxmlformats.org/officeDocument/2006/relationships/image" Target="../media/image1936.svg"/><Relationship Id="rId291" Type="http://schemas.openxmlformats.org/officeDocument/2006/relationships/image" Target="../media/image1937.png"/><Relationship Id="rId292" Type="http://schemas.openxmlformats.org/officeDocument/2006/relationships/image" Target="../media/image1938.svg"/><Relationship Id="rId293" Type="http://schemas.openxmlformats.org/officeDocument/2006/relationships/image" Target="../media/image1939.png"/><Relationship Id="rId294" Type="http://schemas.openxmlformats.org/officeDocument/2006/relationships/image" Target="../media/image1940.sv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41.png"/><Relationship Id="rId4" Type="http://schemas.openxmlformats.org/officeDocument/2006/relationships/image" Target="../media/image1942.svg"/><Relationship Id="rId5" Type="http://schemas.openxmlformats.org/officeDocument/2006/relationships/image" Target="../media/image1943.png"/><Relationship Id="rId6" Type="http://schemas.openxmlformats.org/officeDocument/2006/relationships/image" Target="../media/image1944.svg"/><Relationship Id="rId7" Type="http://schemas.openxmlformats.org/officeDocument/2006/relationships/image" Target="../media/image1945.png"/><Relationship Id="rId8" Type="http://schemas.openxmlformats.org/officeDocument/2006/relationships/image" Target="../media/image1946.svg"/><Relationship Id="rId9" Type="http://schemas.openxmlformats.org/officeDocument/2006/relationships/image" Target="../media/image1947.png"/><Relationship Id="rId10" Type="http://schemas.openxmlformats.org/officeDocument/2006/relationships/image" Target="../media/image1948.svg"/><Relationship Id="rId11" Type="http://schemas.openxmlformats.org/officeDocument/2006/relationships/image" Target="../media/image1949.png"/><Relationship Id="rId12" Type="http://schemas.openxmlformats.org/officeDocument/2006/relationships/image" Target="../media/image1950.svg"/><Relationship Id="rId13" Type="http://schemas.openxmlformats.org/officeDocument/2006/relationships/image" Target="../media/image1951.png"/><Relationship Id="rId14" Type="http://schemas.openxmlformats.org/officeDocument/2006/relationships/image" Target="../media/image1952.svg"/><Relationship Id="rId15" Type="http://schemas.openxmlformats.org/officeDocument/2006/relationships/image" Target="../media/image1953.png"/><Relationship Id="rId16" Type="http://schemas.openxmlformats.org/officeDocument/2006/relationships/image" Target="../media/image1954.svg"/><Relationship Id="rId17" Type="http://schemas.openxmlformats.org/officeDocument/2006/relationships/image" Target="../media/image1955.png"/><Relationship Id="rId18" Type="http://schemas.openxmlformats.org/officeDocument/2006/relationships/image" Target="../media/image1956.svg"/><Relationship Id="rId19" Type="http://schemas.openxmlformats.org/officeDocument/2006/relationships/image" Target="../media/image1957.png"/><Relationship Id="rId20" Type="http://schemas.openxmlformats.org/officeDocument/2006/relationships/image" Target="../media/image1958.svg"/><Relationship Id="rId21" Type="http://schemas.openxmlformats.org/officeDocument/2006/relationships/image" Target="../media/image1959.png"/><Relationship Id="rId22" Type="http://schemas.openxmlformats.org/officeDocument/2006/relationships/image" Target="../media/image1960.svg"/><Relationship Id="rId23" Type="http://schemas.openxmlformats.org/officeDocument/2006/relationships/image" Target="../media/image1961.png"/><Relationship Id="rId24" Type="http://schemas.openxmlformats.org/officeDocument/2006/relationships/image" Target="../media/image1962.svg"/><Relationship Id="rId25" Type="http://schemas.openxmlformats.org/officeDocument/2006/relationships/image" Target="../media/image1963.png"/><Relationship Id="rId26" Type="http://schemas.openxmlformats.org/officeDocument/2006/relationships/image" Target="../media/image1964.svg"/><Relationship Id="rId27" Type="http://schemas.openxmlformats.org/officeDocument/2006/relationships/image" Target="../media/image1965.png"/><Relationship Id="rId28" Type="http://schemas.openxmlformats.org/officeDocument/2006/relationships/image" Target="../media/image1966.svg"/><Relationship Id="rId29" Type="http://schemas.openxmlformats.org/officeDocument/2006/relationships/image" Target="../media/image1967.png"/><Relationship Id="rId30" Type="http://schemas.openxmlformats.org/officeDocument/2006/relationships/image" Target="../media/image1968.svg"/><Relationship Id="rId31" Type="http://schemas.openxmlformats.org/officeDocument/2006/relationships/image" Target="../media/image1969.png"/><Relationship Id="rId32" Type="http://schemas.openxmlformats.org/officeDocument/2006/relationships/image" Target="../media/image1970.svg"/><Relationship Id="rId33" Type="http://schemas.openxmlformats.org/officeDocument/2006/relationships/image" Target="../media/image1971.png"/><Relationship Id="rId34" Type="http://schemas.openxmlformats.org/officeDocument/2006/relationships/image" Target="../media/image1972.svg"/><Relationship Id="rId35" Type="http://schemas.openxmlformats.org/officeDocument/2006/relationships/image" Target="../media/image1973.png"/><Relationship Id="rId36" Type="http://schemas.openxmlformats.org/officeDocument/2006/relationships/image" Target="../media/image1974.svg"/><Relationship Id="rId37" Type="http://schemas.openxmlformats.org/officeDocument/2006/relationships/image" Target="../media/image1975.png"/><Relationship Id="rId38" Type="http://schemas.openxmlformats.org/officeDocument/2006/relationships/image" Target="../media/image1976.svg"/><Relationship Id="rId39" Type="http://schemas.openxmlformats.org/officeDocument/2006/relationships/image" Target="../media/image1977.png"/><Relationship Id="rId40" Type="http://schemas.openxmlformats.org/officeDocument/2006/relationships/image" Target="../media/image1978.svg"/><Relationship Id="rId41" Type="http://schemas.openxmlformats.org/officeDocument/2006/relationships/image" Target="../media/image1979.png"/><Relationship Id="rId42" Type="http://schemas.openxmlformats.org/officeDocument/2006/relationships/image" Target="../media/image1980.svg"/><Relationship Id="rId43" Type="http://schemas.openxmlformats.org/officeDocument/2006/relationships/image" Target="../media/image1981.png"/><Relationship Id="rId44" Type="http://schemas.openxmlformats.org/officeDocument/2006/relationships/image" Target="../media/image1982.svg"/><Relationship Id="rId45" Type="http://schemas.openxmlformats.org/officeDocument/2006/relationships/image" Target="../media/image1983.png"/><Relationship Id="rId46" Type="http://schemas.openxmlformats.org/officeDocument/2006/relationships/image" Target="../media/image1984.svg"/><Relationship Id="rId47" Type="http://schemas.openxmlformats.org/officeDocument/2006/relationships/image" Target="../media/image1985.png"/><Relationship Id="rId48" Type="http://schemas.openxmlformats.org/officeDocument/2006/relationships/image" Target="../media/image1986.svg"/><Relationship Id="rId49" Type="http://schemas.openxmlformats.org/officeDocument/2006/relationships/image" Target="../media/image1987.png"/><Relationship Id="rId50" Type="http://schemas.openxmlformats.org/officeDocument/2006/relationships/image" Target="../media/image1988.svg"/><Relationship Id="rId51" Type="http://schemas.openxmlformats.org/officeDocument/2006/relationships/image" Target="../media/image361.png"/><Relationship Id="rId52" Type="http://schemas.openxmlformats.org/officeDocument/2006/relationships/image" Target="../media/image1663.png"/><Relationship Id="rId53" Type="http://schemas.openxmlformats.org/officeDocument/2006/relationships/image" Target="../media/image1664.svg"/><Relationship Id="rId54" Type="http://schemas.openxmlformats.org/officeDocument/2006/relationships/image" Target="../media/image1665.png"/><Relationship Id="rId55" Type="http://schemas.openxmlformats.org/officeDocument/2006/relationships/image" Target="../media/image1666.svg"/><Relationship Id="rId56" Type="http://schemas.openxmlformats.org/officeDocument/2006/relationships/image" Target="../media/image1667.png"/><Relationship Id="rId57" Type="http://schemas.openxmlformats.org/officeDocument/2006/relationships/image" Target="../media/image1668.sv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89.png"/><Relationship Id="rId4" Type="http://schemas.openxmlformats.org/officeDocument/2006/relationships/image" Target="../media/image1990.svg"/><Relationship Id="rId5" Type="http://schemas.openxmlformats.org/officeDocument/2006/relationships/image" Target="../media/image1991.png"/><Relationship Id="rId6" Type="http://schemas.openxmlformats.org/officeDocument/2006/relationships/image" Target="../media/image1992.svg"/><Relationship Id="rId7" Type="http://schemas.openxmlformats.org/officeDocument/2006/relationships/image" Target="../media/image1993.png"/><Relationship Id="rId8" Type="http://schemas.openxmlformats.org/officeDocument/2006/relationships/image" Target="../media/image1994.svg"/><Relationship Id="rId9" Type="http://schemas.openxmlformats.org/officeDocument/2006/relationships/image" Target="../media/image1995.png"/><Relationship Id="rId10" Type="http://schemas.openxmlformats.org/officeDocument/2006/relationships/image" Target="../media/image1996.svg"/><Relationship Id="rId11" Type="http://schemas.openxmlformats.org/officeDocument/2006/relationships/image" Target="../media/image1997.png"/><Relationship Id="rId12" Type="http://schemas.openxmlformats.org/officeDocument/2006/relationships/image" Target="../media/image1998.svg"/><Relationship Id="rId13" Type="http://schemas.openxmlformats.org/officeDocument/2006/relationships/image" Target="../media/image1999.png"/><Relationship Id="rId14" Type="http://schemas.openxmlformats.org/officeDocument/2006/relationships/image" Target="../media/image2000.svg"/><Relationship Id="rId15" Type="http://schemas.openxmlformats.org/officeDocument/2006/relationships/image" Target="../media/image2001.png"/><Relationship Id="rId16" Type="http://schemas.openxmlformats.org/officeDocument/2006/relationships/image" Target="../media/image2002.svg"/><Relationship Id="rId17" Type="http://schemas.openxmlformats.org/officeDocument/2006/relationships/image" Target="../media/image2003.png"/><Relationship Id="rId18" Type="http://schemas.openxmlformats.org/officeDocument/2006/relationships/image" Target="../media/image2004.svg"/><Relationship Id="rId19" Type="http://schemas.openxmlformats.org/officeDocument/2006/relationships/image" Target="../media/image2005.png"/><Relationship Id="rId20" Type="http://schemas.openxmlformats.org/officeDocument/2006/relationships/image" Target="../media/image2006.svg"/><Relationship Id="rId21" Type="http://schemas.openxmlformats.org/officeDocument/2006/relationships/image" Target="../media/image2007.png"/><Relationship Id="rId22" Type="http://schemas.openxmlformats.org/officeDocument/2006/relationships/image" Target="../media/image2008.svg"/><Relationship Id="rId23" Type="http://schemas.openxmlformats.org/officeDocument/2006/relationships/image" Target="../media/image2009.png"/><Relationship Id="rId24" Type="http://schemas.openxmlformats.org/officeDocument/2006/relationships/image" Target="../media/image2010.svg"/><Relationship Id="rId25" Type="http://schemas.openxmlformats.org/officeDocument/2006/relationships/image" Target="../media/image2011.png"/><Relationship Id="rId26" Type="http://schemas.openxmlformats.org/officeDocument/2006/relationships/image" Target="../media/image2012.svg"/><Relationship Id="rId27" Type="http://schemas.openxmlformats.org/officeDocument/2006/relationships/image" Target="../media/image2013.png"/><Relationship Id="rId28" Type="http://schemas.openxmlformats.org/officeDocument/2006/relationships/image" Target="../media/image2014.svg"/><Relationship Id="rId29" Type="http://schemas.openxmlformats.org/officeDocument/2006/relationships/image" Target="../media/image2015.png"/><Relationship Id="rId30" Type="http://schemas.openxmlformats.org/officeDocument/2006/relationships/image" Target="../media/image2016.svg"/><Relationship Id="rId31" Type="http://schemas.openxmlformats.org/officeDocument/2006/relationships/image" Target="../media/image2017.png"/><Relationship Id="rId32" Type="http://schemas.openxmlformats.org/officeDocument/2006/relationships/image" Target="../media/image2018.svg"/><Relationship Id="rId33" Type="http://schemas.openxmlformats.org/officeDocument/2006/relationships/image" Target="../media/image2019.png"/><Relationship Id="rId34" Type="http://schemas.openxmlformats.org/officeDocument/2006/relationships/image" Target="../media/image2020.svg"/><Relationship Id="rId35" Type="http://schemas.openxmlformats.org/officeDocument/2006/relationships/image" Target="../media/image2021.png"/><Relationship Id="rId36" Type="http://schemas.openxmlformats.org/officeDocument/2006/relationships/image" Target="../media/image2022.svg"/><Relationship Id="rId37" Type="http://schemas.openxmlformats.org/officeDocument/2006/relationships/image" Target="../media/image2023.png"/><Relationship Id="rId38" Type="http://schemas.openxmlformats.org/officeDocument/2006/relationships/image" Target="../media/image2024.svg"/><Relationship Id="rId39" Type="http://schemas.openxmlformats.org/officeDocument/2006/relationships/image" Target="../media/image2025.png"/><Relationship Id="rId40" Type="http://schemas.openxmlformats.org/officeDocument/2006/relationships/image" Target="../media/image2026.svg"/><Relationship Id="rId41" Type="http://schemas.openxmlformats.org/officeDocument/2006/relationships/image" Target="../media/image2027.png"/><Relationship Id="rId42" Type="http://schemas.openxmlformats.org/officeDocument/2006/relationships/image" Target="../media/image2028.svg"/><Relationship Id="rId43" Type="http://schemas.openxmlformats.org/officeDocument/2006/relationships/image" Target="../media/image2029.png"/><Relationship Id="rId44" Type="http://schemas.openxmlformats.org/officeDocument/2006/relationships/image" Target="../media/image2030.svg"/><Relationship Id="rId45" Type="http://schemas.openxmlformats.org/officeDocument/2006/relationships/image" Target="../media/image2031.png"/><Relationship Id="rId46" Type="http://schemas.openxmlformats.org/officeDocument/2006/relationships/image" Target="../media/image2032.svg"/><Relationship Id="rId47" Type="http://schemas.openxmlformats.org/officeDocument/2006/relationships/image" Target="../media/image2033.png"/><Relationship Id="rId48" Type="http://schemas.openxmlformats.org/officeDocument/2006/relationships/image" Target="../media/image2034.svg"/><Relationship Id="rId49" Type="http://schemas.openxmlformats.org/officeDocument/2006/relationships/image" Target="../media/image2035.png"/><Relationship Id="rId50" Type="http://schemas.openxmlformats.org/officeDocument/2006/relationships/image" Target="../media/image2036.svg"/><Relationship Id="rId51" Type="http://schemas.openxmlformats.org/officeDocument/2006/relationships/image" Target="../media/image2037.png"/><Relationship Id="rId52" Type="http://schemas.openxmlformats.org/officeDocument/2006/relationships/image" Target="../media/image2038.svg"/><Relationship Id="rId53" Type="http://schemas.openxmlformats.org/officeDocument/2006/relationships/image" Target="../media/image2039.png"/><Relationship Id="rId54" Type="http://schemas.openxmlformats.org/officeDocument/2006/relationships/image" Target="../media/image2040.svg"/><Relationship Id="rId55" Type="http://schemas.openxmlformats.org/officeDocument/2006/relationships/image" Target="../media/image2041.png"/><Relationship Id="rId56" Type="http://schemas.openxmlformats.org/officeDocument/2006/relationships/image" Target="../media/image2042.svg"/><Relationship Id="rId57" Type="http://schemas.openxmlformats.org/officeDocument/2006/relationships/image" Target="../media/image2043.png"/><Relationship Id="rId58" Type="http://schemas.openxmlformats.org/officeDocument/2006/relationships/image" Target="../media/image2044.svg"/><Relationship Id="rId59" Type="http://schemas.openxmlformats.org/officeDocument/2006/relationships/image" Target="../media/image2045.png"/><Relationship Id="rId60" Type="http://schemas.openxmlformats.org/officeDocument/2006/relationships/image" Target="../media/image2046.svg"/><Relationship Id="rId61" Type="http://schemas.openxmlformats.org/officeDocument/2006/relationships/image" Target="../media/image2047.png"/><Relationship Id="rId62" Type="http://schemas.openxmlformats.org/officeDocument/2006/relationships/image" Target="../media/image2048.svg"/><Relationship Id="rId63" Type="http://schemas.openxmlformats.org/officeDocument/2006/relationships/image" Target="../media/image2049.png"/><Relationship Id="rId64" Type="http://schemas.openxmlformats.org/officeDocument/2006/relationships/image" Target="../media/image2050.svg"/><Relationship Id="rId65" Type="http://schemas.openxmlformats.org/officeDocument/2006/relationships/image" Target="../media/image2051.png"/><Relationship Id="rId66" Type="http://schemas.openxmlformats.org/officeDocument/2006/relationships/image" Target="../media/image2052.svg"/><Relationship Id="rId67" Type="http://schemas.openxmlformats.org/officeDocument/2006/relationships/image" Target="../media/image2053.png"/><Relationship Id="rId68" Type="http://schemas.openxmlformats.org/officeDocument/2006/relationships/image" Target="../media/image2054.svg"/><Relationship Id="rId69" Type="http://schemas.openxmlformats.org/officeDocument/2006/relationships/image" Target="../media/image2055.png"/><Relationship Id="rId70" Type="http://schemas.openxmlformats.org/officeDocument/2006/relationships/image" Target="../media/image2056.svg"/><Relationship Id="rId71" Type="http://schemas.openxmlformats.org/officeDocument/2006/relationships/image" Target="../media/image2057.png"/><Relationship Id="rId72" Type="http://schemas.openxmlformats.org/officeDocument/2006/relationships/image" Target="../media/image2058.svg"/><Relationship Id="rId73" Type="http://schemas.openxmlformats.org/officeDocument/2006/relationships/image" Target="../media/image2059.png"/><Relationship Id="rId74" Type="http://schemas.openxmlformats.org/officeDocument/2006/relationships/image" Target="../media/image2060.svg"/><Relationship Id="rId75" Type="http://schemas.openxmlformats.org/officeDocument/2006/relationships/image" Target="../media/image2061.png"/><Relationship Id="rId76" Type="http://schemas.openxmlformats.org/officeDocument/2006/relationships/image" Target="../media/image2062.svg"/><Relationship Id="rId77" Type="http://schemas.openxmlformats.org/officeDocument/2006/relationships/image" Target="../media/image2063.png"/><Relationship Id="rId78" Type="http://schemas.openxmlformats.org/officeDocument/2006/relationships/image" Target="../media/image2064.svg"/><Relationship Id="rId79" Type="http://schemas.openxmlformats.org/officeDocument/2006/relationships/image" Target="../media/image2065.png"/><Relationship Id="rId80" Type="http://schemas.openxmlformats.org/officeDocument/2006/relationships/image" Target="../media/image2066.svg"/><Relationship Id="rId81" Type="http://schemas.openxmlformats.org/officeDocument/2006/relationships/image" Target="../media/image2067.png"/><Relationship Id="rId82" Type="http://schemas.openxmlformats.org/officeDocument/2006/relationships/image" Target="../media/image2068.svg"/><Relationship Id="rId83" Type="http://schemas.openxmlformats.org/officeDocument/2006/relationships/image" Target="../media/image2069.png"/><Relationship Id="rId84" Type="http://schemas.openxmlformats.org/officeDocument/2006/relationships/image" Target="../media/image2070.svg"/><Relationship Id="rId85" Type="http://schemas.openxmlformats.org/officeDocument/2006/relationships/image" Target="../media/image361.png"/><Relationship Id="rId86" Type="http://schemas.openxmlformats.org/officeDocument/2006/relationships/image" Target="../media/image2071.png"/><Relationship Id="rId87" Type="http://schemas.openxmlformats.org/officeDocument/2006/relationships/image" Target="../media/image2072.svg"/><Relationship Id="rId88" Type="http://schemas.openxmlformats.org/officeDocument/2006/relationships/image" Target="../media/image2073.png"/><Relationship Id="rId89" Type="http://schemas.openxmlformats.org/officeDocument/2006/relationships/image" Target="../media/image2074.svg"/><Relationship Id="rId90" Type="http://schemas.openxmlformats.org/officeDocument/2006/relationships/image" Target="../media/image2075.png"/><Relationship Id="rId91" Type="http://schemas.openxmlformats.org/officeDocument/2006/relationships/image" Target="../media/image2076.svg"/><Relationship Id="rId92" Type="http://schemas.openxmlformats.org/officeDocument/2006/relationships/image" Target="../media/image2077.png"/><Relationship Id="rId93" Type="http://schemas.openxmlformats.org/officeDocument/2006/relationships/image" Target="../media/image2078.svg"/><Relationship Id="rId94" Type="http://schemas.openxmlformats.org/officeDocument/2006/relationships/image" Target="../media/image2079.png"/><Relationship Id="rId95" Type="http://schemas.openxmlformats.org/officeDocument/2006/relationships/image" Target="../media/image2080.svg"/><Relationship Id="rId96" Type="http://schemas.openxmlformats.org/officeDocument/2006/relationships/image" Target="../media/image2081.png"/><Relationship Id="rId97" Type="http://schemas.openxmlformats.org/officeDocument/2006/relationships/image" Target="../media/image2082.svg"/><Relationship Id="rId98" Type="http://schemas.openxmlformats.org/officeDocument/2006/relationships/image" Target="../media/image2083.png"/><Relationship Id="rId99" Type="http://schemas.openxmlformats.org/officeDocument/2006/relationships/image" Target="../media/image2084.svg"/><Relationship Id="rId100" Type="http://schemas.openxmlformats.org/officeDocument/2006/relationships/image" Target="../media/image2085.png"/><Relationship Id="rId101" Type="http://schemas.openxmlformats.org/officeDocument/2006/relationships/image" Target="../media/image2086.svg"/><Relationship Id="rId102" Type="http://schemas.openxmlformats.org/officeDocument/2006/relationships/image" Target="../media/image2087.png"/><Relationship Id="rId103" Type="http://schemas.openxmlformats.org/officeDocument/2006/relationships/image" Target="../media/image2088.svg"/><Relationship Id="rId104" Type="http://schemas.openxmlformats.org/officeDocument/2006/relationships/image" Target="../media/image2089.png"/><Relationship Id="rId105" Type="http://schemas.openxmlformats.org/officeDocument/2006/relationships/image" Target="../media/image2090.svg"/><Relationship Id="rId106" Type="http://schemas.openxmlformats.org/officeDocument/2006/relationships/image" Target="../media/image2091.png"/><Relationship Id="rId107" Type="http://schemas.openxmlformats.org/officeDocument/2006/relationships/image" Target="../media/image2092.svg"/><Relationship Id="rId108" Type="http://schemas.openxmlformats.org/officeDocument/2006/relationships/image" Target="../media/image2093.png"/><Relationship Id="rId109" Type="http://schemas.openxmlformats.org/officeDocument/2006/relationships/image" Target="../media/image2094.svg"/><Relationship Id="rId110" Type="http://schemas.openxmlformats.org/officeDocument/2006/relationships/image" Target="../media/image2095.png"/><Relationship Id="rId111" Type="http://schemas.openxmlformats.org/officeDocument/2006/relationships/image" Target="../media/image2096.svg"/><Relationship Id="rId112" Type="http://schemas.openxmlformats.org/officeDocument/2006/relationships/image" Target="../media/image2097.png"/><Relationship Id="rId113" Type="http://schemas.openxmlformats.org/officeDocument/2006/relationships/image" Target="../media/image2098.svg"/><Relationship Id="rId114" Type="http://schemas.openxmlformats.org/officeDocument/2006/relationships/image" Target="../media/image2099.png"/><Relationship Id="rId115" Type="http://schemas.openxmlformats.org/officeDocument/2006/relationships/image" Target="../media/image2100.svg"/><Relationship Id="rId116" Type="http://schemas.openxmlformats.org/officeDocument/2006/relationships/image" Target="../media/image2101.png"/><Relationship Id="rId117" Type="http://schemas.openxmlformats.org/officeDocument/2006/relationships/image" Target="../media/image2102.svg"/><Relationship Id="rId118" Type="http://schemas.openxmlformats.org/officeDocument/2006/relationships/image" Target="../media/image2103.png"/><Relationship Id="rId119" Type="http://schemas.openxmlformats.org/officeDocument/2006/relationships/image" Target="../media/image2104.svg"/><Relationship Id="rId120" Type="http://schemas.openxmlformats.org/officeDocument/2006/relationships/image" Target="../media/image2105.png"/><Relationship Id="rId121" Type="http://schemas.openxmlformats.org/officeDocument/2006/relationships/image" Target="../media/image2106.svg"/><Relationship Id="rId122" Type="http://schemas.openxmlformats.org/officeDocument/2006/relationships/image" Target="../media/image2107.png"/><Relationship Id="rId123" Type="http://schemas.openxmlformats.org/officeDocument/2006/relationships/image" Target="../media/image2108.svg"/><Relationship Id="rId124" Type="http://schemas.openxmlformats.org/officeDocument/2006/relationships/image" Target="../media/image2109.png"/><Relationship Id="rId125" Type="http://schemas.openxmlformats.org/officeDocument/2006/relationships/image" Target="../media/image2110.svg"/><Relationship Id="rId126" Type="http://schemas.openxmlformats.org/officeDocument/2006/relationships/image" Target="../media/image2111.png"/><Relationship Id="rId127" Type="http://schemas.openxmlformats.org/officeDocument/2006/relationships/image" Target="../media/image2112.svg"/><Relationship Id="rId128" Type="http://schemas.openxmlformats.org/officeDocument/2006/relationships/image" Target="../media/image2113.png"/><Relationship Id="rId129" Type="http://schemas.openxmlformats.org/officeDocument/2006/relationships/image" Target="../media/image2114.svg"/><Relationship Id="rId130" Type="http://schemas.openxmlformats.org/officeDocument/2006/relationships/image" Target="../media/image2115.png"/><Relationship Id="rId131" Type="http://schemas.openxmlformats.org/officeDocument/2006/relationships/image" Target="../media/image2116.svg"/><Relationship Id="rId132" Type="http://schemas.openxmlformats.org/officeDocument/2006/relationships/image" Target="../media/image2117.png"/><Relationship Id="rId133" Type="http://schemas.openxmlformats.org/officeDocument/2006/relationships/image" Target="../media/image2118.svg"/><Relationship Id="rId134" Type="http://schemas.openxmlformats.org/officeDocument/2006/relationships/image" Target="../media/image2119.png"/><Relationship Id="rId135" Type="http://schemas.openxmlformats.org/officeDocument/2006/relationships/image" Target="../media/image2120.svg"/><Relationship Id="rId136" Type="http://schemas.openxmlformats.org/officeDocument/2006/relationships/image" Target="../media/image2121.png"/><Relationship Id="rId137" Type="http://schemas.openxmlformats.org/officeDocument/2006/relationships/image" Target="../media/image2122.svg"/><Relationship Id="rId138" Type="http://schemas.openxmlformats.org/officeDocument/2006/relationships/image" Target="../media/image2123.png"/><Relationship Id="rId139" Type="http://schemas.openxmlformats.org/officeDocument/2006/relationships/image" Target="../media/image2124.svg"/><Relationship Id="rId140" Type="http://schemas.openxmlformats.org/officeDocument/2006/relationships/image" Target="../media/image2125.svg"/><Relationship Id="rId141" Type="http://schemas.openxmlformats.org/officeDocument/2006/relationships/image" Target="../media/image2126.png"/><Relationship Id="rId142" Type="http://schemas.openxmlformats.org/officeDocument/2006/relationships/image" Target="../media/image2127.svg"/><Relationship Id="rId143" Type="http://schemas.openxmlformats.org/officeDocument/2006/relationships/image" Target="../media/image2128.png"/><Relationship Id="rId144" Type="http://schemas.openxmlformats.org/officeDocument/2006/relationships/image" Target="../media/image2129.svg"/><Relationship Id="rId145" Type="http://schemas.openxmlformats.org/officeDocument/2006/relationships/image" Target="../media/image2130.png"/><Relationship Id="rId146" Type="http://schemas.openxmlformats.org/officeDocument/2006/relationships/image" Target="../media/image2131.svg"/><Relationship Id="rId147" Type="http://schemas.openxmlformats.org/officeDocument/2006/relationships/image" Target="../media/image2132.png"/><Relationship Id="rId148" Type="http://schemas.openxmlformats.org/officeDocument/2006/relationships/image" Target="../media/image2133.svg"/><Relationship Id="rId149" Type="http://schemas.openxmlformats.org/officeDocument/2006/relationships/image" Target="../media/image2134.png"/><Relationship Id="rId150" Type="http://schemas.openxmlformats.org/officeDocument/2006/relationships/image" Target="../media/image2135.svg"/><Relationship Id="rId151" Type="http://schemas.openxmlformats.org/officeDocument/2006/relationships/image" Target="../media/image2136.png"/><Relationship Id="rId152" Type="http://schemas.openxmlformats.org/officeDocument/2006/relationships/image" Target="../media/image2137.svg"/><Relationship Id="rId153" Type="http://schemas.openxmlformats.org/officeDocument/2006/relationships/image" Target="../media/image2138.png"/><Relationship Id="rId154" Type="http://schemas.openxmlformats.org/officeDocument/2006/relationships/image" Target="../media/image2139.svg"/><Relationship Id="rId155" Type="http://schemas.openxmlformats.org/officeDocument/2006/relationships/image" Target="../media/image2140.png"/><Relationship Id="rId156" Type="http://schemas.openxmlformats.org/officeDocument/2006/relationships/image" Target="../media/image2141.svg"/><Relationship Id="rId157" Type="http://schemas.openxmlformats.org/officeDocument/2006/relationships/image" Target="../media/image2142.png"/><Relationship Id="rId158" Type="http://schemas.openxmlformats.org/officeDocument/2006/relationships/image" Target="../media/image2143.svg"/><Relationship Id="rId159" Type="http://schemas.openxmlformats.org/officeDocument/2006/relationships/image" Target="../media/image2144.png"/><Relationship Id="rId160" Type="http://schemas.openxmlformats.org/officeDocument/2006/relationships/image" Target="../media/image2145.svg"/><Relationship Id="rId161" Type="http://schemas.openxmlformats.org/officeDocument/2006/relationships/image" Target="../media/image2146.png"/><Relationship Id="rId162" Type="http://schemas.openxmlformats.org/officeDocument/2006/relationships/image" Target="../media/image2147.svg"/><Relationship Id="rId163" Type="http://schemas.openxmlformats.org/officeDocument/2006/relationships/image" Target="../media/image2148.png"/><Relationship Id="rId164" Type="http://schemas.openxmlformats.org/officeDocument/2006/relationships/image" Target="../media/image2149.svg"/><Relationship Id="rId165" Type="http://schemas.openxmlformats.org/officeDocument/2006/relationships/image" Target="../media/image2150.png"/><Relationship Id="rId166" Type="http://schemas.openxmlformats.org/officeDocument/2006/relationships/image" Target="../media/image2151.svg"/><Relationship Id="rId167" Type="http://schemas.openxmlformats.org/officeDocument/2006/relationships/image" Target="../media/image2152.png"/><Relationship Id="rId168" Type="http://schemas.openxmlformats.org/officeDocument/2006/relationships/image" Target="../media/image2153.svg"/><Relationship Id="rId169" Type="http://schemas.openxmlformats.org/officeDocument/2006/relationships/image" Target="../media/image2154.png"/><Relationship Id="rId170" Type="http://schemas.openxmlformats.org/officeDocument/2006/relationships/image" Target="../media/image2155.svg"/><Relationship Id="rId171" Type="http://schemas.openxmlformats.org/officeDocument/2006/relationships/image" Target="../media/image2156.png"/><Relationship Id="rId172" Type="http://schemas.openxmlformats.org/officeDocument/2006/relationships/image" Target="../media/image2157.svg"/><Relationship Id="rId173" Type="http://schemas.openxmlformats.org/officeDocument/2006/relationships/image" Target="../media/image2158.png"/><Relationship Id="rId174" Type="http://schemas.openxmlformats.org/officeDocument/2006/relationships/image" Target="../media/image2159.svg"/><Relationship Id="rId175" Type="http://schemas.openxmlformats.org/officeDocument/2006/relationships/image" Target="../media/image2160.png"/><Relationship Id="rId176" Type="http://schemas.openxmlformats.org/officeDocument/2006/relationships/image" Target="../media/image2161.svg"/><Relationship Id="rId177" Type="http://schemas.openxmlformats.org/officeDocument/2006/relationships/image" Target="../media/image2162.png"/><Relationship Id="rId178" Type="http://schemas.openxmlformats.org/officeDocument/2006/relationships/image" Target="../media/image2163.svg"/><Relationship Id="rId179" Type="http://schemas.openxmlformats.org/officeDocument/2006/relationships/image" Target="../media/image2164.png"/><Relationship Id="rId180" Type="http://schemas.openxmlformats.org/officeDocument/2006/relationships/image" Target="../media/image2165.svg"/><Relationship Id="rId181" Type="http://schemas.openxmlformats.org/officeDocument/2006/relationships/image" Target="../media/image2166.svg"/><Relationship Id="rId182" Type="http://schemas.openxmlformats.org/officeDocument/2006/relationships/image" Target="../media/image2167.png"/><Relationship Id="rId183" Type="http://schemas.openxmlformats.org/officeDocument/2006/relationships/image" Target="../media/image2168.svg"/><Relationship Id="rId184" Type="http://schemas.openxmlformats.org/officeDocument/2006/relationships/image" Target="../media/image2169.png"/><Relationship Id="rId185" Type="http://schemas.openxmlformats.org/officeDocument/2006/relationships/image" Target="../media/image2170.svg"/><Relationship Id="rId186" Type="http://schemas.openxmlformats.org/officeDocument/2006/relationships/image" Target="../media/image2171.png"/><Relationship Id="rId187" Type="http://schemas.openxmlformats.org/officeDocument/2006/relationships/image" Target="../media/image2172.svg"/><Relationship Id="rId188" Type="http://schemas.openxmlformats.org/officeDocument/2006/relationships/image" Target="../media/image2173.png"/><Relationship Id="rId189" Type="http://schemas.openxmlformats.org/officeDocument/2006/relationships/image" Target="../media/image2174.svg"/><Relationship Id="rId190" Type="http://schemas.openxmlformats.org/officeDocument/2006/relationships/image" Target="../media/image2175.png"/><Relationship Id="rId191" Type="http://schemas.openxmlformats.org/officeDocument/2006/relationships/image" Target="../media/image2176.svg"/><Relationship Id="rId192" Type="http://schemas.openxmlformats.org/officeDocument/2006/relationships/image" Target="../media/image2177.png"/><Relationship Id="rId193" Type="http://schemas.openxmlformats.org/officeDocument/2006/relationships/image" Target="../media/image2178.svg"/><Relationship Id="rId194" Type="http://schemas.openxmlformats.org/officeDocument/2006/relationships/image" Target="../media/image2179.png"/><Relationship Id="rId195" Type="http://schemas.openxmlformats.org/officeDocument/2006/relationships/image" Target="../media/image2180.svg"/><Relationship Id="rId196" Type="http://schemas.openxmlformats.org/officeDocument/2006/relationships/image" Target="../media/image2181.png"/><Relationship Id="rId197" Type="http://schemas.openxmlformats.org/officeDocument/2006/relationships/image" Target="../media/image2182.svg"/><Relationship Id="rId198" Type="http://schemas.openxmlformats.org/officeDocument/2006/relationships/image" Target="../media/image2183.png"/><Relationship Id="rId199" Type="http://schemas.openxmlformats.org/officeDocument/2006/relationships/image" Target="../media/image2184.svg"/><Relationship Id="rId200" Type="http://schemas.openxmlformats.org/officeDocument/2006/relationships/image" Target="../media/image2185.png"/><Relationship Id="rId201" Type="http://schemas.openxmlformats.org/officeDocument/2006/relationships/image" Target="../media/image2186.svg"/><Relationship Id="rId202" Type="http://schemas.openxmlformats.org/officeDocument/2006/relationships/image" Target="../media/image2187.png"/><Relationship Id="rId203" Type="http://schemas.openxmlformats.org/officeDocument/2006/relationships/image" Target="../media/image2188.svg"/><Relationship Id="rId204" Type="http://schemas.openxmlformats.org/officeDocument/2006/relationships/image" Target="../media/image2189.png"/><Relationship Id="rId205" Type="http://schemas.openxmlformats.org/officeDocument/2006/relationships/image" Target="../media/image2190.svg"/><Relationship Id="rId206" Type="http://schemas.openxmlformats.org/officeDocument/2006/relationships/image" Target="../media/image2191.png"/><Relationship Id="rId207" Type="http://schemas.openxmlformats.org/officeDocument/2006/relationships/image" Target="../media/image2192.svg"/><Relationship Id="rId208" Type="http://schemas.openxmlformats.org/officeDocument/2006/relationships/image" Target="../media/image2193.png"/><Relationship Id="rId209" Type="http://schemas.openxmlformats.org/officeDocument/2006/relationships/image" Target="../media/image2194.svg"/><Relationship Id="rId210" Type="http://schemas.openxmlformats.org/officeDocument/2006/relationships/image" Target="../media/image2195.png"/><Relationship Id="rId211" Type="http://schemas.openxmlformats.org/officeDocument/2006/relationships/image" Target="../media/image2196.svg"/><Relationship Id="rId212" Type="http://schemas.openxmlformats.org/officeDocument/2006/relationships/image" Target="../media/image2197.png"/><Relationship Id="rId213" Type="http://schemas.openxmlformats.org/officeDocument/2006/relationships/image" Target="../media/image2198.svg"/><Relationship Id="rId214" Type="http://schemas.openxmlformats.org/officeDocument/2006/relationships/image" Target="../media/image2199.png"/><Relationship Id="rId215" Type="http://schemas.openxmlformats.org/officeDocument/2006/relationships/image" Target="../media/image2200.svg"/><Relationship Id="rId216" Type="http://schemas.openxmlformats.org/officeDocument/2006/relationships/image" Target="../media/image2201.png"/><Relationship Id="rId217" Type="http://schemas.openxmlformats.org/officeDocument/2006/relationships/image" Target="../media/image2202.svg"/><Relationship Id="rId218" Type="http://schemas.openxmlformats.org/officeDocument/2006/relationships/image" Target="../media/image2203.png"/><Relationship Id="rId219" Type="http://schemas.openxmlformats.org/officeDocument/2006/relationships/image" Target="../media/image2204.svg"/><Relationship Id="rId220" Type="http://schemas.openxmlformats.org/officeDocument/2006/relationships/image" Target="../media/image2205.png"/><Relationship Id="rId221" Type="http://schemas.openxmlformats.org/officeDocument/2006/relationships/image" Target="../media/image2206.svg"/><Relationship Id="rId222" Type="http://schemas.openxmlformats.org/officeDocument/2006/relationships/image" Target="../media/image2207.png"/><Relationship Id="rId223" Type="http://schemas.openxmlformats.org/officeDocument/2006/relationships/image" Target="../media/image2208.svg"/><Relationship Id="rId224" Type="http://schemas.openxmlformats.org/officeDocument/2006/relationships/image" Target="../media/image2209.png"/><Relationship Id="rId225" Type="http://schemas.openxmlformats.org/officeDocument/2006/relationships/image" Target="../media/image2210.svg"/><Relationship Id="rId226" Type="http://schemas.openxmlformats.org/officeDocument/2006/relationships/image" Target="../media/image2211.png"/><Relationship Id="rId227" Type="http://schemas.openxmlformats.org/officeDocument/2006/relationships/image" Target="../media/image2212.svg"/><Relationship Id="rId228" Type="http://schemas.openxmlformats.org/officeDocument/2006/relationships/image" Target="../media/image2213.png"/><Relationship Id="rId229" Type="http://schemas.openxmlformats.org/officeDocument/2006/relationships/image" Target="../media/image2214.svg"/><Relationship Id="rId230" Type="http://schemas.openxmlformats.org/officeDocument/2006/relationships/image" Target="../media/image2215.png"/><Relationship Id="rId231" Type="http://schemas.openxmlformats.org/officeDocument/2006/relationships/image" Target="../media/image2216.svg"/><Relationship Id="rId232" Type="http://schemas.openxmlformats.org/officeDocument/2006/relationships/image" Target="../media/image2217.png"/><Relationship Id="rId233" Type="http://schemas.openxmlformats.org/officeDocument/2006/relationships/image" Target="../media/image2218.svg"/><Relationship Id="rId234" Type="http://schemas.openxmlformats.org/officeDocument/2006/relationships/image" Target="../media/image2219.png"/><Relationship Id="rId235" Type="http://schemas.openxmlformats.org/officeDocument/2006/relationships/image" Target="../media/image2220.svg"/><Relationship Id="rId236" Type="http://schemas.openxmlformats.org/officeDocument/2006/relationships/image" Target="../media/image2221.png"/><Relationship Id="rId237" Type="http://schemas.openxmlformats.org/officeDocument/2006/relationships/image" Target="../media/image2222.svg"/><Relationship Id="rId238" Type="http://schemas.openxmlformats.org/officeDocument/2006/relationships/image" Target="../media/image2223.png"/><Relationship Id="rId239" Type="http://schemas.openxmlformats.org/officeDocument/2006/relationships/image" Target="../media/image2224.svg"/><Relationship Id="rId240" Type="http://schemas.openxmlformats.org/officeDocument/2006/relationships/image" Target="../media/image2225.png"/><Relationship Id="rId241" Type="http://schemas.openxmlformats.org/officeDocument/2006/relationships/image" Target="../media/image2226.svg"/><Relationship Id="rId242" Type="http://schemas.openxmlformats.org/officeDocument/2006/relationships/image" Target="../media/image2227.png"/><Relationship Id="rId243" Type="http://schemas.openxmlformats.org/officeDocument/2006/relationships/image" Target="../media/image2228.svg"/><Relationship Id="rId244" Type="http://schemas.openxmlformats.org/officeDocument/2006/relationships/image" Target="../media/image2229.png"/><Relationship Id="rId245" Type="http://schemas.openxmlformats.org/officeDocument/2006/relationships/image" Target="../media/image2230.svg"/><Relationship Id="rId246" Type="http://schemas.openxmlformats.org/officeDocument/2006/relationships/image" Target="../media/image2231.png"/><Relationship Id="rId247" Type="http://schemas.openxmlformats.org/officeDocument/2006/relationships/image" Target="../media/image2232.svg"/><Relationship Id="rId248" Type="http://schemas.openxmlformats.org/officeDocument/2006/relationships/image" Target="../media/image2233.png"/><Relationship Id="rId249" Type="http://schemas.openxmlformats.org/officeDocument/2006/relationships/image" Target="../media/image2234.svg"/><Relationship Id="rId250" Type="http://schemas.openxmlformats.org/officeDocument/2006/relationships/image" Target="../media/image2235.png"/><Relationship Id="rId251" Type="http://schemas.openxmlformats.org/officeDocument/2006/relationships/image" Target="../media/image2236.svg"/><Relationship Id="rId252" Type="http://schemas.openxmlformats.org/officeDocument/2006/relationships/image" Target="../media/image2237.png"/><Relationship Id="rId253" Type="http://schemas.openxmlformats.org/officeDocument/2006/relationships/image" Target="../media/image2238.svg"/><Relationship Id="rId254" Type="http://schemas.openxmlformats.org/officeDocument/2006/relationships/image" Target="../media/image2239.png"/><Relationship Id="rId255" Type="http://schemas.openxmlformats.org/officeDocument/2006/relationships/image" Target="../media/image2240.svg"/><Relationship Id="rId256" Type="http://schemas.openxmlformats.org/officeDocument/2006/relationships/image" Target="../media/image2241.png"/><Relationship Id="rId257" Type="http://schemas.openxmlformats.org/officeDocument/2006/relationships/image" Target="../media/image2242.svg"/><Relationship Id="rId258" Type="http://schemas.openxmlformats.org/officeDocument/2006/relationships/image" Target="../media/image2243.png"/><Relationship Id="rId259" Type="http://schemas.openxmlformats.org/officeDocument/2006/relationships/image" Target="../media/image2244.svg"/><Relationship Id="rId260" Type="http://schemas.openxmlformats.org/officeDocument/2006/relationships/image" Target="../media/image2245.png"/><Relationship Id="rId261" Type="http://schemas.openxmlformats.org/officeDocument/2006/relationships/image" Target="../media/image2246.svg"/><Relationship Id="rId262" Type="http://schemas.openxmlformats.org/officeDocument/2006/relationships/image" Target="../media/image2247.png"/><Relationship Id="rId263" Type="http://schemas.openxmlformats.org/officeDocument/2006/relationships/image" Target="../media/image2248.svg"/><Relationship Id="rId264" Type="http://schemas.openxmlformats.org/officeDocument/2006/relationships/image" Target="../media/image2249.png"/><Relationship Id="rId265" Type="http://schemas.openxmlformats.org/officeDocument/2006/relationships/image" Target="../media/image2250.svg"/></Relationships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to-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07651857-386A-496B-B112-FA592CEE314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8C9DEB84-C9ED-4AF9-966E-FD1FA39B5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9228873-032A-461A-AC28-2C773202484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Image [Figma 9043:6347]" descr="Image. картинка в заливке">
            <a:extLst>
              <a:ext uri="{FF2B5EF4-FFF2-40B4-BE49-F238E27FC236}">
                <a16:creationId xmlns:a16="http://schemas.microsoft.com/office/drawing/2014/main" id="{C9E0A38E-0CAE-468E-A3CF-A875D9CFFA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8663" y="692150"/>
            <a:ext cx="6426200" cy="618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30885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to-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1723A4C1-2AB9-49CC-90CD-2729872D4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0754E1F6-DF63-4E27-9CFC-A7B56C0084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A5727DB8-9C2F-483F-B917-BB3E14D613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Image [Figma 9043:6347]" descr="Image. картинка в заливке">
            <a:extLst>
              <a:ext uri="{FF2B5EF4-FFF2-40B4-BE49-F238E27FC236}">
                <a16:creationId xmlns:a16="http://schemas.microsoft.com/office/drawing/2014/main" id="{C45DA063-6F5D-4E2B-B2CE-D6B95B9A31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0" t="1404" r="7517"/>
          <a:stretch/>
        </p:blipFill>
        <p:spPr bwMode="auto">
          <a:xfrm>
            <a:off x="6095999" y="190500"/>
            <a:ext cx="6096001" cy="668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14619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to-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[Figma 9043:6347]" descr="Image. картинка в заливке">
            <a:extLst>
              <a:ext uri="{FF2B5EF4-FFF2-40B4-BE49-F238E27FC236}">
                <a16:creationId xmlns:a16="http://schemas.microsoft.com/office/drawing/2014/main" id="{3B268590-10B8-40DC-913E-0F6A1223B1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32" r="8590" b="5371"/>
          <a:stretch/>
        </p:blipFill>
        <p:spPr bwMode="auto">
          <a:xfrm>
            <a:off x="5566229" y="341307"/>
            <a:ext cx="6625771" cy="65166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537C075D-42A9-4D57-9440-3021EF6B333D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eaLnBrk="1" hangingPunct="1">
              <a:lnSpc>
                <a:spcPts val="1438"/>
              </a:lnSpc>
            </a:pPr>
            <a:r>
              <a:rPr lang="ru-RU" altLang="en-US" dirty="0"/>
              <a:t>Профиль группы</a:t>
            </a:r>
            <a:endParaRPr lang="en-US" altLang="ru-RU" dirty="0"/>
          </a:p>
          <a:p>
            <a:pPr eaLnBrk="1" hangingPunct="1">
              <a:lnSpc>
                <a:spcPts val="1438"/>
              </a:lnSpc>
            </a:pPr>
            <a:r>
              <a:rPr lang="ru-RU" altLang="en-US" dirty="0"/>
              <a:t>Осень, 2025</a:t>
            </a:r>
            <a:endParaRPr lang="en-US" altLang="ru-RU" dirty="0"/>
          </a:p>
          <a:p>
            <a:pPr eaLnBrk="1" hangingPunct="1">
              <a:lnSpc>
                <a:spcPts val="1438"/>
              </a:lnSpc>
            </a:pPr>
            <a:endParaRPr lang="ru-RU" altLang="ru-RU" dirty="0"/>
          </a:p>
          <a:p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C84EB436-F6E3-4368-8690-7BCC468B5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72186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to-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>
            <a:extLst>
              <a:ext uri="{FF2B5EF4-FFF2-40B4-BE49-F238E27FC236}">
                <a16:creationId xmlns:a16="http://schemas.microsoft.com/office/drawing/2014/main" id="{9B408DA0-9129-4791-B7B1-E29BF23261A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eaLnBrk="1" hangingPunct="1">
              <a:lnSpc>
                <a:spcPts val="1438"/>
              </a:lnSpc>
            </a:pPr>
            <a:r>
              <a:rPr lang="ru-RU" altLang="en-US" dirty="0"/>
              <a:t>Профиль группы</a:t>
            </a:r>
            <a:endParaRPr lang="en-US" altLang="ru-RU" dirty="0"/>
          </a:p>
          <a:p>
            <a:pPr eaLnBrk="1" hangingPunct="1">
              <a:lnSpc>
                <a:spcPts val="1438"/>
              </a:lnSpc>
            </a:pPr>
            <a:r>
              <a:rPr lang="ru-RU" altLang="en-US" dirty="0"/>
              <a:t>Осень, 2025</a:t>
            </a:r>
            <a:endParaRPr lang="en-US" altLang="ru-RU" dirty="0"/>
          </a:p>
          <a:p>
            <a:pPr eaLnBrk="1" hangingPunct="1">
              <a:lnSpc>
                <a:spcPts val="1438"/>
              </a:lnSpc>
            </a:pPr>
            <a:endParaRPr lang="ru-RU" altLang="ru-RU" dirty="0"/>
          </a:p>
          <a:p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417C859-8727-45CE-88B2-61BF4680B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89434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to-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72C55C6C-C8A5-4D83-B0A0-6BD5765E9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EB3ED7C-52C6-4D41-A08A-B14BDD0FC8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968B8519-0A4D-49D9-BDD9-EF056C69DC4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8" name="Image [Figma 9043:6347]" descr="Image. картинка в заливке">
            <a:extLst>
              <a:ext uri="{FF2B5EF4-FFF2-40B4-BE49-F238E27FC236}">
                <a16:creationId xmlns:a16="http://schemas.microsoft.com/office/drawing/2014/main" id="{4049BC9D-03D6-4A77-9ABD-8BA834E55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7026" y="-94343"/>
            <a:ext cx="7275334" cy="6952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227487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to-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B34FC8-0E33-4A08-A85D-835C28144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3884C9D-1CA2-43F5-89B8-9A04A3872C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75D80DC2-C181-408F-878A-7D97E98271E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62266CD-B713-4E71-B379-5A4335EB67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15" t="1268" r="1404" b="1268"/>
          <a:stretch>
            <a:fillRect/>
          </a:stretch>
        </p:blipFill>
        <p:spPr>
          <a:xfrm>
            <a:off x="5258874" y="0"/>
            <a:ext cx="6933919" cy="6858000"/>
          </a:xfrm>
          <a:custGeom>
            <a:avLst/>
            <a:gdLst>
              <a:gd name="connsiteX0" fmla="*/ 2400300 w 6959600"/>
              <a:gd name="connsiteY0" fmla="*/ 0 h 6883400"/>
              <a:gd name="connsiteX1" fmla="*/ 6959600 w 6959600"/>
              <a:gd name="connsiteY1" fmla="*/ 25400 h 6883400"/>
              <a:gd name="connsiteX2" fmla="*/ 6959600 w 6959600"/>
              <a:gd name="connsiteY2" fmla="*/ 6883400 h 6883400"/>
              <a:gd name="connsiteX3" fmla="*/ 0 w 6959600"/>
              <a:gd name="connsiteY3" fmla="*/ 6883400 h 688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9600" h="6883400">
                <a:moveTo>
                  <a:pt x="2400300" y="0"/>
                </a:moveTo>
                <a:lnTo>
                  <a:pt x="6959600" y="25400"/>
                </a:lnTo>
                <a:lnTo>
                  <a:pt x="6959600" y="6883400"/>
                </a:lnTo>
                <a:lnTo>
                  <a:pt x="0" y="68834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728813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to-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Содержание — фон [Figma 9887:47254:background]">
            <a:extLst>
              <a:ext uri="{FF2B5EF4-FFF2-40B4-BE49-F238E27FC236}">
                <a16:creationId xmlns:a16="http://schemas.microsoft.com/office/drawing/2014/main" id="{0EDA1C6F-9DD0-4C3B-BFAC-94DB0E8D4A25}"/>
              </a:ext>
            </a:extLst>
          </p:cNvPr>
          <p:cNvSpPr/>
          <p:nvPr/>
        </p:nvSpPr>
        <p:spPr>
          <a:xfrm>
            <a:off x="387304" y="2607166"/>
            <a:ext cx="3725240" cy="1166254"/>
          </a:xfrm>
          <a:prstGeom prst="roundRect">
            <a:avLst>
              <a:gd name="adj" fmla="val 8167"/>
            </a:avLst>
          </a:prstGeom>
          <a:solidFill>
            <a:srgbClr val="EAEDF5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Содержание — фон [Figma 9887:47254:background]">
            <a:extLst>
              <a:ext uri="{FF2B5EF4-FFF2-40B4-BE49-F238E27FC236}">
                <a16:creationId xmlns:a16="http://schemas.microsoft.com/office/drawing/2014/main" id="{21450C40-27E0-4C3E-BF17-EFD23631C13C}"/>
              </a:ext>
            </a:extLst>
          </p:cNvPr>
          <p:cNvSpPr/>
          <p:nvPr/>
        </p:nvSpPr>
        <p:spPr>
          <a:xfrm>
            <a:off x="4238580" y="2607166"/>
            <a:ext cx="3725240" cy="1166254"/>
          </a:xfrm>
          <a:prstGeom prst="roundRect">
            <a:avLst>
              <a:gd name="adj" fmla="val 8167"/>
            </a:avLst>
          </a:prstGeom>
          <a:solidFill>
            <a:srgbClr val="EAEDF5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Содержание — фон [Figma 9887:47254:background]">
            <a:extLst>
              <a:ext uri="{FF2B5EF4-FFF2-40B4-BE49-F238E27FC236}">
                <a16:creationId xmlns:a16="http://schemas.microsoft.com/office/drawing/2014/main" id="{34F0A63D-CA71-4925-9793-EB1ED23599C9}"/>
              </a:ext>
            </a:extLst>
          </p:cNvPr>
          <p:cNvSpPr/>
          <p:nvPr/>
        </p:nvSpPr>
        <p:spPr>
          <a:xfrm>
            <a:off x="8089856" y="2598776"/>
            <a:ext cx="3725240" cy="1166254"/>
          </a:xfrm>
          <a:prstGeom prst="roundRect">
            <a:avLst>
              <a:gd name="adj" fmla="val 8167"/>
            </a:avLst>
          </a:prstGeom>
          <a:solidFill>
            <a:srgbClr val="EAEDF5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Содержание — фон [Figma 9887:47254:background]">
            <a:extLst>
              <a:ext uri="{FF2B5EF4-FFF2-40B4-BE49-F238E27FC236}">
                <a16:creationId xmlns:a16="http://schemas.microsoft.com/office/drawing/2014/main" id="{A2B0FB0E-0E7F-4D42-8A21-83D7757F23E2}"/>
              </a:ext>
            </a:extLst>
          </p:cNvPr>
          <p:cNvSpPr/>
          <p:nvPr/>
        </p:nvSpPr>
        <p:spPr>
          <a:xfrm>
            <a:off x="381621" y="3917430"/>
            <a:ext cx="3725240" cy="1166254"/>
          </a:xfrm>
          <a:prstGeom prst="roundRect">
            <a:avLst>
              <a:gd name="adj" fmla="val 8167"/>
            </a:avLst>
          </a:prstGeom>
          <a:solidFill>
            <a:srgbClr val="EAEDF5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Содержание — фон [Figma 9887:47254:background]">
            <a:extLst>
              <a:ext uri="{FF2B5EF4-FFF2-40B4-BE49-F238E27FC236}">
                <a16:creationId xmlns:a16="http://schemas.microsoft.com/office/drawing/2014/main" id="{761B9CBE-D825-487B-9CB0-3EC2E3B82C7C}"/>
              </a:ext>
            </a:extLst>
          </p:cNvPr>
          <p:cNvSpPr/>
          <p:nvPr/>
        </p:nvSpPr>
        <p:spPr>
          <a:xfrm>
            <a:off x="4232897" y="3917430"/>
            <a:ext cx="3725240" cy="1166254"/>
          </a:xfrm>
          <a:prstGeom prst="roundRect">
            <a:avLst>
              <a:gd name="adj" fmla="val 8167"/>
            </a:avLst>
          </a:prstGeom>
          <a:solidFill>
            <a:srgbClr val="EAEDF5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Содержание — фон [Figma 9887:47254:background]">
            <a:extLst>
              <a:ext uri="{FF2B5EF4-FFF2-40B4-BE49-F238E27FC236}">
                <a16:creationId xmlns:a16="http://schemas.microsoft.com/office/drawing/2014/main" id="{905EEBA8-EAD6-4ECD-ADE5-A3DB58D91B22}"/>
              </a:ext>
            </a:extLst>
          </p:cNvPr>
          <p:cNvSpPr/>
          <p:nvPr/>
        </p:nvSpPr>
        <p:spPr>
          <a:xfrm>
            <a:off x="8084173" y="3909040"/>
            <a:ext cx="3725240" cy="1166254"/>
          </a:xfrm>
          <a:prstGeom prst="roundRect">
            <a:avLst>
              <a:gd name="adj" fmla="val 8167"/>
            </a:avLst>
          </a:prstGeom>
          <a:solidFill>
            <a:srgbClr val="EAEDF5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Содержание — фон [Figma 9887:47254:background]">
            <a:extLst>
              <a:ext uri="{FF2B5EF4-FFF2-40B4-BE49-F238E27FC236}">
                <a16:creationId xmlns:a16="http://schemas.microsoft.com/office/drawing/2014/main" id="{2A92CC09-5EDF-499B-96B1-29C12F190F57}"/>
              </a:ext>
            </a:extLst>
          </p:cNvPr>
          <p:cNvSpPr/>
          <p:nvPr/>
        </p:nvSpPr>
        <p:spPr>
          <a:xfrm>
            <a:off x="373062" y="5187899"/>
            <a:ext cx="3725240" cy="1166254"/>
          </a:xfrm>
          <a:prstGeom prst="roundRect">
            <a:avLst>
              <a:gd name="adj" fmla="val 8167"/>
            </a:avLst>
          </a:prstGeom>
          <a:solidFill>
            <a:srgbClr val="EAEDF5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Содержание — фон [Figma 9887:47254:background]">
            <a:extLst>
              <a:ext uri="{FF2B5EF4-FFF2-40B4-BE49-F238E27FC236}">
                <a16:creationId xmlns:a16="http://schemas.microsoft.com/office/drawing/2014/main" id="{1680F95A-ADC8-47ED-930D-220DB93287E4}"/>
              </a:ext>
            </a:extLst>
          </p:cNvPr>
          <p:cNvSpPr/>
          <p:nvPr/>
        </p:nvSpPr>
        <p:spPr>
          <a:xfrm>
            <a:off x="4224338" y="5187899"/>
            <a:ext cx="3725240" cy="1166254"/>
          </a:xfrm>
          <a:prstGeom prst="roundRect">
            <a:avLst>
              <a:gd name="adj" fmla="val 8167"/>
            </a:avLst>
          </a:prstGeom>
          <a:solidFill>
            <a:srgbClr val="EAEDF5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Содержание — фон [Figma 9887:47254:background]">
            <a:extLst>
              <a:ext uri="{FF2B5EF4-FFF2-40B4-BE49-F238E27FC236}">
                <a16:creationId xmlns:a16="http://schemas.microsoft.com/office/drawing/2014/main" id="{AAAC569A-AFE2-4C64-9E36-45B17A588480}"/>
              </a:ext>
            </a:extLst>
          </p:cNvPr>
          <p:cNvSpPr/>
          <p:nvPr/>
        </p:nvSpPr>
        <p:spPr>
          <a:xfrm>
            <a:off x="8075614" y="5179509"/>
            <a:ext cx="3725240" cy="1166254"/>
          </a:xfrm>
          <a:prstGeom prst="roundRect">
            <a:avLst>
              <a:gd name="adj" fmla="val 8167"/>
            </a:avLst>
          </a:prstGeom>
          <a:solidFill>
            <a:srgbClr val="EAEDF5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595B7D-DAA1-430B-AEF4-F1A2565C4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6076783-4FD3-47F7-BC50-A6DD973990F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>
            <a:normAutofit fontScale="77500" lnSpcReduction="20000"/>
          </a:bodyPr>
          <a:lstStyle/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D46259-2DD4-43D6-BEE1-A2DEF717C2E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A8B18D9-44D7-4933-912F-5C90DE73A69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>
            <a:normAutofit fontScale="92500" lnSpcReduction="10000"/>
          </a:bodyPr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83F3C49F-7992-4D00-ABDB-BC97A3B6076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>
            <a:normAutofit fontScale="77500" lnSpcReduction="20000"/>
          </a:bodyPr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70CD0AB2-2BF7-45C8-8BAA-4CC6D4480A4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E0385A79-800C-46E9-8E76-914D6AF70F69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>
            <a:normAutofit fontScale="92500" lnSpcReduction="10000"/>
          </a:bodyPr>
          <a:lstStyle/>
          <a:p>
            <a:endParaRPr lang="ru-RU" dirty="0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10352F42-23EA-4742-B4AF-A20601848310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>
            <a:normAutofit fontScale="77500" lnSpcReduction="20000"/>
          </a:bodyPr>
          <a:lstStyle/>
          <a:p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AC2FEF92-95E7-4299-977E-3D86E640F52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5E0403F4-7560-4E1D-BBC4-C9980330EE38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>
            <a:normAutofit fontScale="92500" lnSpcReduction="10000"/>
          </a:bodyPr>
          <a:lstStyle/>
          <a:p>
            <a:endParaRPr lang="ru-RU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35B12A7D-40BB-4233-AFE3-32233DAC6F8D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>
            <a:normAutofit fontScale="77500" lnSpcReduction="20000"/>
          </a:bodyPr>
          <a:lstStyle/>
          <a:p>
            <a:endParaRPr lang="ru-RU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910B4965-805D-48A7-A4FA-67D6C8BF8828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C78FBD69-86F4-424E-A8D6-3F74E1A231E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>
            <a:normAutofit fontScale="92500" lnSpcReduction="10000"/>
          </a:bodyPr>
          <a:lstStyle/>
          <a:p>
            <a:endParaRPr lang="ru-RU"/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B49B9014-E289-4198-AEFD-516C0B4ECB43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>
            <a:normAutofit fontScale="77500" lnSpcReduction="20000"/>
          </a:bodyPr>
          <a:lstStyle/>
          <a:p>
            <a:endParaRPr lang="ru-RU"/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02B7B114-1891-45B0-A05B-B295FE88420E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30FA43D9-6AE4-4870-A325-89474B24ED6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>
            <a:normAutofit fontScale="92500" lnSpcReduction="10000"/>
          </a:bodyPr>
          <a:lstStyle/>
          <a:p>
            <a:endParaRPr lang="ru-RU"/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CF1D9E49-4C7C-40BA-ACA8-B46CBE709BB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>
            <a:normAutofit fontScale="77500" lnSpcReduction="20000"/>
          </a:bodyPr>
          <a:lstStyle/>
          <a:p>
            <a:endParaRPr lang="ru-RU"/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D1FDD288-63D4-4D9A-8259-CD2EE334ACC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1" name="Текст 20">
            <a:extLst>
              <a:ext uri="{FF2B5EF4-FFF2-40B4-BE49-F238E27FC236}">
                <a16:creationId xmlns:a16="http://schemas.microsoft.com/office/drawing/2014/main" id="{A424B7B2-DE84-4CA7-B6DB-617498F9FF61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>
            <a:normAutofit fontScale="92500" lnSpcReduction="10000"/>
          </a:bodyPr>
          <a:lstStyle/>
          <a:p>
            <a:endParaRPr lang="ru-RU"/>
          </a:p>
        </p:txBody>
      </p:sp>
      <p:sp>
        <p:nvSpPr>
          <p:cNvPr id="22" name="Текст 21">
            <a:extLst>
              <a:ext uri="{FF2B5EF4-FFF2-40B4-BE49-F238E27FC236}">
                <a16:creationId xmlns:a16="http://schemas.microsoft.com/office/drawing/2014/main" id="{C951A6D1-A4F0-46AA-B70D-BAC937D56490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>
            <a:normAutofit fontScale="77500" lnSpcReduction="20000"/>
          </a:bodyPr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879B2FE8-6DA4-4F6E-865C-8167BE1C173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4" name="Текст 23">
            <a:extLst>
              <a:ext uri="{FF2B5EF4-FFF2-40B4-BE49-F238E27FC236}">
                <a16:creationId xmlns:a16="http://schemas.microsoft.com/office/drawing/2014/main" id="{5CC2642F-9E1A-48A0-B8C1-E3F42DD1552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>
            <a:normAutofit fontScale="92500" lnSpcReduction="10000"/>
          </a:bodyPr>
          <a:lstStyle/>
          <a:p>
            <a:endParaRPr lang="ru-RU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AA5C890E-19E4-4619-B9F9-39889309911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>
            <a:normAutofit fontScale="77500" lnSpcReduction="20000"/>
          </a:bodyPr>
          <a:lstStyle/>
          <a:p>
            <a:endParaRPr lang="ru-RU"/>
          </a:p>
        </p:txBody>
      </p:sp>
      <p:sp>
        <p:nvSpPr>
          <p:cNvPr id="26" name="Текст 25">
            <a:extLst>
              <a:ext uri="{FF2B5EF4-FFF2-40B4-BE49-F238E27FC236}">
                <a16:creationId xmlns:a16="http://schemas.microsoft.com/office/drawing/2014/main" id="{68C8AA0B-06DE-4BB8-A151-5615505CFF18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65DF3954-9D7E-4B50-8700-3BE369FFC312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>
            <a:normAutofit fontScale="92500" lnSpcReduction="10000"/>
          </a:bodyPr>
          <a:lstStyle/>
          <a:p>
            <a:endParaRPr lang="ru-RU"/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5BD66E5B-C74F-48D4-886E-0398F02DFEB4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>
            <a:normAutofit fontScale="77500" lnSpcReduction="20000"/>
          </a:bodyPr>
          <a:lstStyle/>
          <a:p>
            <a:endParaRPr lang="ru-RU"/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B8552B90-E9AC-4AF8-96AC-E2BA7B9E8C67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0" name="Текст 29">
            <a:extLst>
              <a:ext uri="{FF2B5EF4-FFF2-40B4-BE49-F238E27FC236}">
                <a16:creationId xmlns:a16="http://schemas.microsoft.com/office/drawing/2014/main" id="{4A585B87-9FD4-489D-B2B5-0E8BBA41AF49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/>
        <p:txBody>
          <a:bodyPr>
            <a:normAutofit fontScale="92500" lnSpcReduction="10000"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0780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to-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ame — фон [Figma 9887:47327:background]">
            <a:extLst>
              <a:ext uri="{FF2B5EF4-FFF2-40B4-BE49-F238E27FC236}">
                <a16:creationId xmlns:a16="http://schemas.microsoft.com/office/drawing/2014/main" id="{ED42611B-B996-4446-9EC5-C627FDB00248}"/>
              </a:ext>
            </a:extLst>
          </p:cNvPr>
          <p:cNvSpPr/>
          <p:nvPr/>
        </p:nvSpPr>
        <p:spPr>
          <a:xfrm>
            <a:off x="380990" y="1377916"/>
            <a:ext cx="11429714" cy="1147734"/>
          </a:xfrm>
          <a:prstGeom prst="roundRect">
            <a:avLst>
              <a:gd name="adj" fmla="val 8299"/>
            </a:avLst>
          </a:prstGeom>
          <a:solidFill>
            <a:srgbClr val="EAEDF5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Frame — фон [Figma 9887:47330:background]">
            <a:extLst>
              <a:ext uri="{FF2B5EF4-FFF2-40B4-BE49-F238E27FC236}">
                <a16:creationId xmlns:a16="http://schemas.microsoft.com/office/drawing/2014/main" id="{959241A0-3CC6-4BCB-B72C-7A863A2C190E}"/>
              </a:ext>
            </a:extLst>
          </p:cNvPr>
          <p:cNvSpPr/>
          <p:nvPr/>
        </p:nvSpPr>
        <p:spPr>
          <a:xfrm>
            <a:off x="380990" y="2652646"/>
            <a:ext cx="11429714" cy="1147734"/>
          </a:xfrm>
          <a:prstGeom prst="roundRect">
            <a:avLst>
              <a:gd name="adj" fmla="val 8299"/>
            </a:avLst>
          </a:prstGeom>
          <a:solidFill>
            <a:srgbClr val="EAEDF5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Frame — фон [Figma 9887:47333:background]">
            <a:extLst>
              <a:ext uri="{FF2B5EF4-FFF2-40B4-BE49-F238E27FC236}">
                <a16:creationId xmlns:a16="http://schemas.microsoft.com/office/drawing/2014/main" id="{2ED76F14-5327-4164-A25E-A39C773FF112}"/>
              </a:ext>
            </a:extLst>
          </p:cNvPr>
          <p:cNvSpPr/>
          <p:nvPr/>
        </p:nvSpPr>
        <p:spPr>
          <a:xfrm>
            <a:off x="380990" y="3927377"/>
            <a:ext cx="11429714" cy="1147734"/>
          </a:xfrm>
          <a:prstGeom prst="roundRect">
            <a:avLst>
              <a:gd name="adj" fmla="val 8299"/>
            </a:avLst>
          </a:prstGeom>
          <a:solidFill>
            <a:srgbClr val="EAEDF5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Frame — фон [Figma 9887:47336:background]">
            <a:extLst>
              <a:ext uri="{FF2B5EF4-FFF2-40B4-BE49-F238E27FC236}">
                <a16:creationId xmlns:a16="http://schemas.microsoft.com/office/drawing/2014/main" id="{D8ED2155-8ED7-4005-88D9-F163FCCEA46D}"/>
              </a:ext>
            </a:extLst>
          </p:cNvPr>
          <p:cNvSpPr/>
          <p:nvPr/>
        </p:nvSpPr>
        <p:spPr>
          <a:xfrm>
            <a:off x="380990" y="5202107"/>
            <a:ext cx="11429714" cy="1147734"/>
          </a:xfrm>
          <a:prstGeom prst="roundRect">
            <a:avLst>
              <a:gd name="adj" fmla="val 8299"/>
            </a:avLst>
          </a:prstGeom>
          <a:solidFill>
            <a:srgbClr val="EAEDF5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Заголовок 56">
            <a:extLst>
              <a:ext uri="{FF2B5EF4-FFF2-40B4-BE49-F238E27FC236}">
                <a16:creationId xmlns:a16="http://schemas.microsoft.com/office/drawing/2014/main" id="{D52396EC-94E7-4403-B727-7957B9314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58" name="Текст 57">
            <a:extLst>
              <a:ext uri="{FF2B5EF4-FFF2-40B4-BE49-F238E27FC236}">
                <a16:creationId xmlns:a16="http://schemas.microsoft.com/office/drawing/2014/main" id="{6E555FE1-E751-4C75-AAA3-BDFE6FDF331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9" name="Текст 58">
            <a:extLst>
              <a:ext uri="{FF2B5EF4-FFF2-40B4-BE49-F238E27FC236}">
                <a16:creationId xmlns:a16="http://schemas.microsoft.com/office/drawing/2014/main" id="{D20E291B-09C3-4298-BE67-A362B1A1755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0" name="Текст 59">
            <a:extLst>
              <a:ext uri="{FF2B5EF4-FFF2-40B4-BE49-F238E27FC236}">
                <a16:creationId xmlns:a16="http://schemas.microsoft.com/office/drawing/2014/main" id="{411797C4-1954-4DFD-A4C7-95AE00E5535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1" name="Текст 60">
            <a:extLst>
              <a:ext uri="{FF2B5EF4-FFF2-40B4-BE49-F238E27FC236}">
                <a16:creationId xmlns:a16="http://schemas.microsoft.com/office/drawing/2014/main" id="{6FD4F0A5-FE92-4C8C-AC3C-7DC89B5A158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2" name="Текст 61">
            <a:extLst>
              <a:ext uri="{FF2B5EF4-FFF2-40B4-BE49-F238E27FC236}">
                <a16:creationId xmlns:a16="http://schemas.microsoft.com/office/drawing/2014/main" id="{22098E93-28A3-40BB-AC9D-CB969023690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3" name="Текст 62">
            <a:extLst>
              <a:ext uri="{FF2B5EF4-FFF2-40B4-BE49-F238E27FC236}">
                <a16:creationId xmlns:a16="http://schemas.microsoft.com/office/drawing/2014/main" id="{C6496B71-2200-47A3-8937-2C090489CF2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4" name="Текст 63">
            <a:extLst>
              <a:ext uri="{FF2B5EF4-FFF2-40B4-BE49-F238E27FC236}">
                <a16:creationId xmlns:a16="http://schemas.microsoft.com/office/drawing/2014/main" id="{975DD067-7BF2-4E97-BEAC-12AA08294BE0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5" name="Текст 64">
            <a:extLst>
              <a:ext uri="{FF2B5EF4-FFF2-40B4-BE49-F238E27FC236}">
                <a16:creationId xmlns:a16="http://schemas.microsoft.com/office/drawing/2014/main" id="{B7D369B5-5CC6-4BD9-8CD6-16B947E8B21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85320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to-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ame — фон [Figma 9887:47327:background]">
            <a:extLst>
              <a:ext uri="{FF2B5EF4-FFF2-40B4-BE49-F238E27FC236}">
                <a16:creationId xmlns:a16="http://schemas.microsoft.com/office/drawing/2014/main" id="{CDF605AC-1D12-48A7-9B37-567010966BC5}"/>
              </a:ext>
            </a:extLst>
          </p:cNvPr>
          <p:cNvSpPr/>
          <p:nvPr/>
        </p:nvSpPr>
        <p:spPr>
          <a:xfrm>
            <a:off x="380990" y="1377916"/>
            <a:ext cx="11429714" cy="1147734"/>
          </a:xfrm>
          <a:prstGeom prst="roundRect">
            <a:avLst>
              <a:gd name="adj" fmla="val 8299"/>
            </a:avLst>
          </a:prstGeom>
          <a:solidFill>
            <a:srgbClr val="EAEDF5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Frame — фон [Figma 9887:47330:background]">
            <a:extLst>
              <a:ext uri="{FF2B5EF4-FFF2-40B4-BE49-F238E27FC236}">
                <a16:creationId xmlns:a16="http://schemas.microsoft.com/office/drawing/2014/main" id="{B6C652DF-3F7F-4C05-B3A0-5802933C4269}"/>
              </a:ext>
            </a:extLst>
          </p:cNvPr>
          <p:cNvSpPr/>
          <p:nvPr/>
        </p:nvSpPr>
        <p:spPr>
          <a:xfrm>
            <a:off x="380990" y="2652646"/>
            <a:ext cx="11429714" cy="1147734"/>
          </a:xfrm>
          <a:prstGeom prst="roundRect">
            <a:avLst>
              <a:gd name="adj" fmla="val 8299"/>
            </a:avLst>
          </a:prstGeom>
          <a:solidFill>
            <a:srgbClr val="EAEDF5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Frame — фон [Figma 9887:47333:background]">
            <a:extLst>
              <a:ext uri="{FF2B5EF4-FFF2-40B4-BE49-F238E27FC236}">
                <a16:creationId xmlns:a16="http://schemas.microsoft.com/office/drawing/2014/main" id="{E1147473-F6A2-4F39-9B7A-582E2FBF2C63}"/>
              </a:ext>
            </a:extLst>
          </p:cNvPr>
          <p:cNvSpPr/>
          <p:nvPr/>
        </p:nvSpPr>
        <p:spPr>
          <a:xfrm>
            <a:off x="380990" y="3927377"/>
            <a:ext cx="11429714" cy="1147734"/>
          </a:xfrm>
          <a:prstGeom prst="roundRect">
            <a:avLst>
              <a:gd name="adj" fmla="val 8299"/>
            </a:avLst>
          </a:prstGeom>
          <a:solidFill>
            <a:srgbClr val="EAEDF5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Frame — фон [Figma 9887:47336:background]">
            <a:extLst>
              <a:ext uri="{FF2B5EF4-FFF2-40B4-BE49-F238E27FC236}">
                <a16:creationId xmlns:a16="http://schemas.microsoft.com/office/drawing/2014/main" id="{476F0777-4603-4682-BE39-ED17B7C0F318}"/>
              </a:ext>
            </a:extLst>
          </p:cNvPr>
          <p:cNvSpPr/>
          <p:nvPr/>
        </p:nvSpPr>
        <p:spPr>
          <a:xfrm>
            <a:off x="380990" y="5202107"/>
            <a:ext cx="11429714" cy="1147734"/>
          </a:xfrm>
          <a:prstGeom prst="roundRect">
            <a:avLst>
              <a:gd name="adj" fmla="val 8299"/>
            </a:avLst>
          </a:prstGeom>
          <a:solidFill>
            <a:srgbClr val="EAEDF5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Заголовок 33">
            <a:extLst>
              <a:ext uri="{FF2B5EF4-FFF2-40B4-BE49-F238E27FC236}">
                <a16:creationId xmlns:a16="http://schemas.microsoft.com/office/drawing/2014/main" id="{7D553F4F-8973-4E81-83E2-22FA1CA6E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A23D6CD-40BE-49CD-9020-C1A70867C042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pPr>
              <a:defRPr/>
            </a:pPr>
            <a:fld id="{36AC9BD9-2152-4D47-BB3C-1D9B4604EA4C}" type="slidenum">
              <a:rPr lang="ru-RU" smtClean="0"/>
              <a:pPr>
                <a:defRPr/>
              </a:pPr>
              <a:t>17</a:t>
            </a:fld>
            <a:endParaRPr lang="ru-RU" dirty="0"/>
          </a:p>
        </p:txBody>
      </p:sp>
      <p:sp>
        <p:nvSpPr>
          <p:cNvPr id="35" name="Текст 34">
            <a:extLst>
              <a:ext uri="{FF2B5EF4-FFF2-40B4-BE49-F238E27FC236}">
                <a16:creationId xmlns:a16="http://schemas.microsoft.com/office/drawing/2014/main" id="{08D235EB-F8CC-4DF2-A027-157F89E2F57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B6D45BA5-D56D-41F4-8FDA-28DBE9948D5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7" name="Текст 36">
            <a:extLst>
              <a:ext uri="{FF2B5EF4-FFF2-40B4-BE49-F238E27FC236}">
                <a16:creationId xmlns:a16="http://schemas.microsoft.com/office/drawing/2014/main" id="{948D835D-71EF-45B5-B87E-CDFF6AFBBE0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8" name="Текст 37">
            <a:extLst>
              <a:ext uri="{FF2B5EF4-FFF2-40B4-BE49-F238E27FC236}">
                <a16:creationId xmlns:a16="http://schemas.microsoft.com/office/drawing/2014/main" id="{D44F19F3-17AC-4C73-9BFA-BA43F79E642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ru-RU"/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E44975E4-C43E-4D14-8436-2C7EE8A53EB1}"/>
              </a:ext>
            </a:extLst>
          </p:cNvPr>
          <p:cNvGrpSpPr/>
          <p:nvPr/>
        </p:nvGrpSpPr>
        <p:grpSpPr>
          <a:xfrm>
            <a:off x="747461" y="1749555"/>
            <a:ext cx="403883" cy="403872"/>
            <a:chOff x="747461" y="1749555"/>
            <a:chExt cx="403883" cy="403872"/>
          </a:xfrm>
        </p:grpSpPr>
        <p:pic>
          <p:nvPicPr>
            <p:cNvPr id="18" name="Vector 39 (Stroke) [Figma I9887:47815;7965:11822]" descr="Vector 39 (Stroke). векторный контур">
              <a:extLst>
                <a:ext uri="{FF2B5EF4-FFF2-40B4-BE49-F238E27FC236}">
                  <a16:creationId xmlns:a16="http://schemas.microsoft.com/office/drawing/2014/main" id="{84D30B51-D81F-4CD3-81CC-A4536C7E09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47464" y="1749555"/>
              <a:ext cx="403877" cy="226771"/>
            </a:xfrm>
            <a:prstGeom prst="rect">
              <a:avLst/>
            </a:prstGeom>
          </p:spPr>
        </p:pic>
        <p:pic>
          <p:nvPicPr>
            <p:cNvPr id="19" name="Vector 40 (Stroke) [Figma I9887:47815;7965:11823]" descr="Vector 40 (Stroke). векторный контур">
              <a:extLst>
                <a:ext uri="{FF2B5EF4-FFF2-40B4-BE49-F238E27FC236}">
                  <a16:creationId xmlns:a16="http://schemas.microsoft.com/office/drawing/2014/main" id="{079C17E0-782A-4457-ABBB-DF4B301A87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47461" y="1935759"/>
              <a:ext cx="403883" cy="217668"/>
            </a:xfrm>
            <a:prstGeom prst="rect">
              <a:avLst/>
            </a:prstGeom>
          </p:spPr>
        </p:pic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6505AEAC-A90E-4EA0-9BDD-783E57C28C05}"/>
              </a:ext>
            </a:extLst>
          </p:cNvPr>
          <p:cNvGrpSpPr/>
          <p:nvPr/>
        </p:nvGrpSpPr>
        <p:grpSpPr>
          <a:xfrm>
            <a:off x="808738" y="3021495"/>
            <a:ext cx="283045" cy="403872"/>
            <a:chOff x="808738" y="3021495"/>
            <a:chExt cx="283045" cy="403872"/>
          </a:xfrm>
        </p:grpSpPr>
        <p:pic>
          <p:nvPicPr>
            <p:cNvPr id="21" name="Vector [Figma I9887:47819;7965:11868]" descr="Vector. векторный контур">
              <a:extLst>
                <a:ext uri="{FF2B5EF4-FFF2-40B4-BE49-F238E27FC236}">
                  <a16:creationId xmlns:a16="http://schemas.microsoft.com/office/drawing/2014/main" id="{B1B2E597-8DA5-4638-8258-39F1D06AFE5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08738" y="3021495"/>
              <a:ext cx="283045" cy="403872"/>
            </a:xfrm>
            <a:prstGeom prst="rect">
              <a:avLst/>
            </a:prstGeom>
          </p:spPr>
        </p:pic>
        <p:pic>
          <p:nvPicPr>
            <p:cNvPr id="22" name="Vector [Figma I9887:47819;7965:11869]" descr="Vector. векторный контур">
              <a:extLst>
                <a:ext uri="{FF2B5EF4-FFF2-40B4-BE49-F238E27FC236}">
                  <a16:creationId xmlns:a16="http://schemas.microsoft.com/office/drawing/2014/main" id="{014C2787-067A-4DCD-973B-B4B30C38034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79913" y="3092670"/>
              <a:ext cx="140695" cy="142351"/>
            </a:xfrm>
            <a:prstGeom prst="rect">
              <a:avLst/>
            </a:prstGeom>
          </p:spPr>
        </p:pic>
      </p:grp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E33D72E3-E96A-4893-94E6-E86E2867952F}"/>
              </a:ext>
            </a:extLst>
          </p:cNvPr>
          <p:cNvGrpSpPr/>
          <p:nvPr/>
        </p:nvGrpSpPr>
        <p:grpSpPr>
          <a:xfrm>
            <a:off x="747460" y="4296226"/>
            <a:ext cx="403877" cy="403872"/>
            <a:chOff x="747460" y="4296226"/>
            <a:chExt cx="403877" cy="403872"/>
          </a:xfrm>
        </p:grpSpPr>
        <p:pic>
          <p:nvPicPr>
            <p:cNvPr id="24" name="Vector 59 (Stroke) [Figma I9887:47823;7965:11847]" descr="Vector 59 (Stroke). векторный контур">
              <a:extLst>
                <a:ext uri="{FF2B5EF4-FFF2-40B4-BE49-F238E27FC236}">
                  <a16:creationId xmlns:a16="http://schemas.microsoft.com/office/drawing/2014/main" id="{35CB995B-5457-444F-ADD6-2CD878CAC44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64012" y="4296226"/>
              <a:ext cx="370773" cy="403872"/>
            </a:xfrm>
            <a:prstGeom prst="rect">
              <a:avLst/>
            </a:prstGeom>
          </p:spPr>
        </p:pic>
        <p:pic>
          <p:nvPicPr>
            <p:cNvPr id="25" name="Ellipse 47 (Stroke) [Figma I9887:47823;7965:11848]" descr="Ellipse 47 (Stroke). векторный контур">
              <a:extLst>
                <a:ext uri="{FF2B5EF4-FFF2-40B4-BE49-F238E27FC236}">
                  <a16:creationId xmlns:a16="http://schemas.microsoft.com/office/drawing/2014/main" id="{5F648C2E-1B5D-4878-A89A-675C766C124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47460" y="4296226"/>
              <a:ext cx="403877" cy="403872"/>
            </a:xfrm>
            <a:prstGeom prst="rect">
              <a:avLst/>
            </a:prstGeom>
          </p:spPr>
        </p:pic>
      </p:grp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868D4CB2-AC2C-4F0A-9FF7-80527CFED2B3}"/>
              </a:ext>
            </a:extLst>
          </p:cNvPr>
          <p:cNvGrpSpPr/>
          <p:nvPr/>
        </p:nvGrpSpPr>
        <p:grpSpPr>
          <a:xfrm>
            <a:off x="747461" y="5587674"/>
            <a:ext cx="403878" cy="370449"/>
            <a:chOff x="747461" y="5587674"/>
            <a:chExt cx="403878" cy="370449"/>
          </a:xfrm>
        </p:grpSpPr>
        <p:pic>
          <p:nvPicPr>
            <p:cNvPr id="27" name="Vector [Figma I9887:47827;7965:11814]" descr="Vector. векторный контур">
              <a:extLst>
                <a:ext uri="{FF2B5EF4-FFF2-40B4-BE49-F238E27FC236}">
                  <a16:creationId xmlns:a16="http://schemas.microsoft.com/office/drawing/2014/main" id="{0E5A1C74-5E32-45ED-A4E5-91197B98EBF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47461" y="5587674"/>
              <a:ext cx="266493" cy="370449"/>
            </a:xfrm>
            <a:prstGeom prst="rect">
              <a:avLst/>
            </a:prstGeom>
          </p:spPr>
        </p:pic>
        <p:pic>
          <p:nvPicPr>
            <p:cNvPr id="28" name="Union [Figma I9887:47827;7965:11815]" descr="Union. векторный контур">
              <a:extLst>
                <a:ext uri="{FF2B5EF4-FFF2-40B4-BE49-F238E27FC236}">
                  <a16:creationId xmlns:a16="http://schemas.microsoft.com/office/drawing/2014/main" id="{BC12AC64-31DE-4787-9402-E9035B1161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976297" y="5587674"/>
              <a:ext cx="175042" cy="3704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605988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to-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C2C377E9-4592-4626-8DE4-E90669EF05AA}"/>
              </a:ext>
            </a:extLst>
          </p:cNvPr>
          <p:cNvSpPr/>
          <p:nvPr/>
        </p:nvSpPr>
        <p:spPr>
          <a:xfrm>
            <a:off x="380990" y="5202108"/>
            <a:ext cx="11439534" cy="1148400"/>
          </a:xfrm>
          <a:prstGeom prst="roundRect">
            <a:avLst>
              <a:gd name="adj" fmla="val 7820"/>
            </a:avLst>
          </a:prstGeom>
          <a:gradFill>
            <a:gsLst>
              <a:gs pos="30000">
                <a:schemeClr val="accent1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27" name="Frame — фон [Figma 9887:47327:background]">
            <a:extLst>
              <a:ext uri="{FF2B5EF4-FFF2-40B4-BE49-F238E27FC236}">
                <a16:creationId xmlns:a16="http://schemas.microsoft.com/office/drawing/2014/main" id="{DA132512-1684-4C10-975B-EE299BCC2A10}"/>
              </a:ext>
            </a:extLst>
          </p:cNvPr>
          <p:cNvSpPr/>
          <p:nvPr/>
        </p:nvSpPr>
        <p:spPr>
          <a:xfrm>
            <a:off x="380990" y="1377916"/>
            <a:ext cx="11429714" cy="1147734"/>
          </a:xfrm>
          <a:prstGeom prst="roundRect">
            <a:avLst>
              <a:gd name="adj" fmla="val 8299"/>
            </a:avLst>
          </a:prstGeom>
          <a:solidFill>
            <a:srgbClr val="EAEDF5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Frame — фон [Figma 9887:47330:background]">
            <a:extLst>
              <a:ext uri="{FF2B5EF4-FFF2-40B4-BE49-F238E27FC236}">
                <a16:creationId xmlns:a16="http://schemas.microsoft.com/office/drawing/2014/main" id="{FCD364AB-5ABC-4E7E-836B-32B03BFF3CB0}"/>
              </a:ext>
            </a:extLst>
          </p:cNvPr>
          <p:cNvSpPr/>
          <p:nvPr/>
        </p:nvSpPr>
        <p:spPr>
          <a:xfrm>
            <a:off x="380990" y="2652646"/>
            <a:ext cx="11429714" cy="1147734"/>
          </a:xfrm>
          <a:prstGeom prst="roundRect">
            <a:avLst>
              <a:gd name="adj" fmla="val 8299"/>
            </a:avLst>
          </a:prstGeom>
          <a:solidFill>
            <a:srgbClr val="EAEDF5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Frame — фон [Figma 9887:47333:background]">
            <a:extLst>
              <a:ext uri="{FF2B5EF4-FFF2-40B4-BE49-F238E27FC236}">
                <a16:creationId xmlns:a16="http://schemas.microsoft.com/office/drawing/2014/main" id="{B828BC00-E50D-4842-AEBD-688F684F3EBD}"/>
              </a:ext>
            </a:extLst>
          </p:cNvPr>
          <p:cNvSpPr/>
          <p:nvPr/>
        </p:nvSpPr>
        <p:spPr>
          <a:xfrm>
            <a:off x="380990" y="3927377"/>
            <a:ext cx="11429714" cy="1147734"/>
          </a:xfrm>
          <a:prstGeom prst="roundRect">
            <a:avLst>
              <a:gd name="adj" fmla="val 8299"/>
            </a:avLst>
          </a:prstGeom>
          <a:solidFill>
            <a:srgbClr val="EAEDF5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Заголовок 29">
            <a:extLst>
              <a:ext uri="{FF2B5EF4-FFF2-40B4-BE49-F238E27FC236}">
                <a16:creationId xmlns:a16="http://schemas.microsoft.com/office/drawing/2014/main" id="{172AD26C-BF20-4D01-888D-D1CDE6AFA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A23D6CD-40BE-49CD-9020-C1A70867C042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pPr>
              <a:defRPr/>
            </a:pPr>
            <a:fld id="{36AC9BD9-2152-4D47-BB3C-1D9B4604EA4C}" type="slidenum">
              <a:rPr lang="ru-RU" smtClean="0"/>
              <a:pPr>
                <a:defRPr/>
              </a:pPr>
              <a:t>18</a:t>
            </a:fld>
            <a:endParaRPr lang="ru-RU" dirty="0"/>
          </a:p>
        </p:txBody>
      </p:sp>
      <p:sp>
        <p:nvSpPr>
          <p:cNvPr id="31" name="Текст 30">
            <a:extLst>
              <a:ext uri="{FF2B5EF4-FFF2-40B4-BE49-F238E27FC236}">
                <a16:creationId xmlns:a16="http://schemas.microsoft.com/office/drawing/2014/main" id="{D0A05C35-4C4E-4FAD-9AA2-370D1CF4437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BA3337CC-C46F-4418-98B0-2D6A26D12F7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3" name="Текст 32">
            <a:extLst>
              <a:ext uri="{FF2B5EF4-FFF2-40B4-BE49-F238E27FC236}">
                <a16:creationId xmlns:a16="http://schemas.microsoft.com/office/drawing/2014/main" id="{442FE464-7D8F-4419-94F6-C937A17E30F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4" name="Текст 33">
            <a:extLst>
              <a:ext uri="{FF2B5EF4-FFF2-40B4-BE49-F238E27FC236}">
                <a16:creationId xmlns:a16="http://schemas.microsoft.com/office/drawing/2014/main" id="{2D8E779E-6CD9-4223-A7BC-4E0C6B9DB664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ru-RU"/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E44975E4-C43E-4D14-8436-2C7EE8A53EB1}"/>
              </a:ext>
            </a:extLst>
          </p:cNvPr>
          <p:cNvGrpSpPr/>
          <p:nvPr/>
        </p:nvGrpSpPr>
        <p:grpSpPr>
          <a:xfrm>
            <a:off x="747461" y="1749555"/>
            <a:ext cx="403883" cy="403872"/>
            <a:chOff x="747461" y="1749555"/>
            <a:chExt cx="403883" cy="403872"/>
          </a:xfrm>
        </p:grpSpPr>
        <p:pic>
          <p:nvPicPr>
            <p:cNvPr id="18" name="Vector 39 (Stroke) [Figma I9887:47815;7965:11822]" descr="Vector 39 (Stroke). векторный контур">
              <a:extLst>
                <a:ext uri="{FF2B5EF4-FFF2-40B4-BE49-F238E27FC236}">
                  <a16:creationId xmlns:a16="http://schemas.microsoft.com/office/drawing/2014/main" id="{84D30B51-D81F-4CD3-81CC-A4536C7E09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47464" y="1749555"/>
              <a:ext cx="403877" cy="226771"/>
            </a:xfrm>
            <a:prstGeom prst="rect">
              <a:avLst/>
            </a:prstGeom>
          </p:spPr>
        </p:pic>
        <p:pic>
          <p:nvPicPr>
            <p:cNvPr id="19" name="Vector 40 (Stroke) [Figma I9887:47815;7965:11823]" descr="Vector 40 (Stroke). векторный контур">
              <a:extLst>
                <a:ext uri="{FF2B5EF4-FFF2-40B4-BE49-F238E27FC236}">
                  <a16:creationId xmlns:a16="http://schemas.microsoft.com/office/drawing/2014/main" id="{079C17E0-782A-4457-ABBB-DF4B301A87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47461" y="1935759"/>
              <a:ext cx="403883" cy="217668"/>
            </a:xfrm>
            <a:prstGeom prst="rect">
              <a:avLst/>
            </a:prstGeom>
          </p:spPr>
        </p:pic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6505AEAC-A90E-4EA0-9BDD-783E57C28C05}"/>
              </a:ext>
            </a:extLst>
          </p:cNvPr>
          <p:cNvGrpSpPr/>
          <p:nvPr/>
        </p:nvGrpSpPr>
        <p:grpSpPr>
          <a:xfrm>
            <a:off x="808738" y="3021495"/>
            <a:ext cx="283045" cy="403872"/>
            <a:chOff x="808738" y="3021495"/>
            <a:chExt cx="283045" cy="403872"/>
          </a:xfrm>
        </p:grpSpPr>
        <p:pic>
          <p:nvPicPr>
            <p:cNvPr id="21" name="Vector [Figma I9887:47819;7965:11868]" descr="Vector. векторный контур">
              <a:extLst>
                <a:ext uri="{FF2B5EF4-FFF2-40B4-BE49-F238E27FC236}">
                  <a16:creationId xmlns:a16="http://schemas.microsoft.com/office/drawing/2014/main" id="{B1B2E597-8DA5-4638-8258-39F1D06AFE5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08738" y="3021495"/>
              <a:ext cx="283045" cy="403872"/>
            </a:xfrm>
            <a:prstGeom prst="rect">
              <a:avLst/>
            </a:prstGeom>
          </p:spPr>
        </p:pic>
        <p:pic>
          <p:nvPicPr>
            <p:cNvPr id="22" name="Vector [Figma I9887:47819;7965:11869]" descr="Vector. векторный контур">
              <a:extLst>
                <a:ext uri="{FF2B5EF4-FFF2-40B4-BE49-F238E27FC236}">
                  <a16:creationId xmlns:a16="http://schemas.microsoft.com/office/drawing/2014/main" id="{014C2787-067A-4DCD-973B-B4B30C38034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79913" y="3092670"/>
              <a:ext cx="140695" cy="142351"/>
            </a:xfrm>
            <a:prstGeom prst="rect">
              <a:avLst/>
            </a:prstGeom>
          </p:spPr>
        </p:pic>
      </p:grp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E33D72E3-E96A-4893-94E6-E86E2867952F}"/>
              </a:ext>
            </a:extLst>
          </p:cNvPr>
          <p:cNvGrpSpPr/>
          <p:nvPr/>
        </p:nvGrpSpPr>
        <p:grpSpPr>
          <a:xfrm>
            <a:off x="747460" y="4296226"/>
            <a:ext cx="403877" cy="403872"/>
            <a:chOff x="747460" y="4296226"/>
            <a:chExt cx="403877" cy="403872"/>
          </a:xfrm>
        </p:grpSpPr>
        <p:pic>
          <p:nvPicPr>
            <p:cNvPr id="24" name="Vector 59 (Stroke) [Figma I9887:47823;7965:11847]" descr="Vector 59 (Stroke). векторный контур">
              <a:extLst>
                <a:ext uri="{FF2B5EF4-FFF2-40B4-BE49-F238E27FC236}">
                  <a16:creationId xmlns:a16="http://schemas.microsoft.com/office/drawing/2014/main" id="{35CB995B-5457-444F-ADD6-2CD878CAC44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64012" y="4296226"/>
              <a:ext cx="370773" cy="403872"/>
            </a:xfrm>
            <a:prstGeom prst="rect">
              <a:avLst/>
            </a:prstGeom>
          </p:spPr>
        </p:pic>
        <p:pic>
          <p:nvPicPr>
            <p:cNvPr id="25" name="Ellipse 47 (Stroke) [Figma I9887:47823;7965:11848]" descr="Ellipse 47 (Stroke). векторный контур">
              <a:extLst>
                <a:ext uri="{FF2B5EF4-FFF2-40B4-BE49-F238E27FC236}">
                  <a16:creationId xmlns:a16="http://schemas.microsoft.com/office/drawing/2014/main" id="{5F648C2E-1B5D-4878-A89A-675C766C124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47460" y="4296226"/>
              <a:ext cx="403877" cy="4038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216777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to-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4BC43D36-23DB-448A-86F1-5E8B31EB0D55}"/>
              </a:ext>
            </a:extLst>
          </p:cNvPr>
          <p:cNvGrpSpPr/>
          <p:nvPr/>
        </p:nvGrpSpPr>
        <p:grpSpPr>
          <a:xfrm>
            <a:off x="371474" y="1367182"/>
            <a:ext cx="5661026" cy="4982818"/>
            <a:chOff x="371474" y="1367182"/>
            <a:chExt cx="5661026" cy="4982818"/>
          </a:xfrm>
        </p:grpSpPr>
        <p:sp>
          <p:nvSpPr>
            <p:cNvPr id="24" name="Прямоугольник: скругленные верхние углы 23">
              <a:extLst>
                <a:ext uri="{FF2B5EF4-FFF2-40B4-BE49-F238E27FC236}">
                  <a16:creationId xmlns:a16="http://schemas.microsoft.com/office/drawing/2014/main" id="{501BF2A5-C7A3-456D-BB20-C152206DE253}"/>
                </a:ext>
              </a:extLst>
            </p:cNvPr>
            <p:cNvSpPr/>
            <p:nvPr/>
          </p:nvSpPr>
          <p:spPr>
            <a:xfrm>
              <a:off x="371474" y="1367182"/>
              <a:ext cx="5652000" cy="788400"/>
            </a:xfrm>
            <a:prstGeom prst="round2SameRect">
              <a:avLst>
                <a:gd name="adj1" fmla="val 14734"/>
                <a:gd name="adj2" fmla="val 0"/>
              </a:avLst>
            </a:prstGeom>
            <a:solidFill>
              <a:srgbClr val="EAED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VTB Group Book" panose="020B0503040504020204" pitchFamily="34" charset="-52"/>
              </a:endParaRPr>
            </a:p>
          </p:txBody>
        </p:sp>
        <p:sp>
          <p:nvSpPr>
            <p:cNvPr id="25" name="Frame — фон [Figma 9043:6367:background]">
              <a:extLst>
                <a:ext uri="{FF2B5EF4-FFF2-40B4-BE49-F238E27FC236}">
                  <a16:creationId xmlns:a16="http://schemas.microsoft.com/office/drawing/2014/main" id="{A3FBEFBF-7208-4C2B-902D-0996EB7BBE0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381000" y="2155582"/>
              <a:ext cx="5651500" cy="4194418"/>
            </a:xfrm>
            <a:prstGeom prst="round2SameRect">
              <a:avLst>
                <a:gd name="adj1" fmla="val 2146"/>
                <a:gd name="adj2" fmla="val 0"/>
              </a:avLst>
            </a:prstGeom>
            <a:solidFill>
              <a:srgbClr val="EAEDF5">
                <a:alpha val="50195"/>
              </a:srgbClr>
            </a:solidFill>
            <a:ln w="12700">
              <a:solidFill>
                <a:srgbClr val="FFFFFF">
                  <a:alpha val="0"/>
                </a:srgbClr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TB Group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TB Group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TB Group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TB Group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TB Group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9pPr>
            </a:lstStyle>
            <a:p>
              <a:pPr eaLnBrk="1" hangingPunct="1">
                <a:defRPr/>
              </a:pPr>
              <a:endParaRPr lang="ru-RU" altLang="ru-RU" dirty="0">
                <a:latin typeface="VTB Group Book" panose="020B0503040504020204" pitchFamily="34" charset="-52"/>
              </a:endParaRPr>
            </a:p>
          </p:txBody>
        </p:sp>
      </p:grp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07AFE5B7-5C44-460A-9547-B2E2A1262C0E}"/>
              </a:ext>
            </a:extLst>
          </p:cNvPr>
          <p:cNvGrpSpPr/>
          <p:nvPr/>
        </p:nvGrpSpPr>
        <p:grpSpPr>
          <a:xfrm>
            <a:off x="6159499" y="1376363"/>
            <a:ext cx="5661026" cy="4982818"/>
            <a:chOff x="6159499" y="1376363"/>
            <a:chExt cx="5661026" cy="4982818"/>
          </a:xfrm>
        </p:grpSpPr>
        <p:sp>
          <p:nvSpPr>
            <p:cNvPr id="26" name="Прямоугольник: скругленные верхние углы 25">
              <a:extLst>
                <a:ext uri="{FF2B5EF4-FFF2-40B4-BE49-F238E27FC236}">
                  <a16:creationId xmlns:a16="http://schemas.microsoft.com/office/drawing/2014/main" id="{FA525421-25A3-4C8D-8C74-F4C58986503C}"/>
                </a:ext>
              </a:extLst>
            </p:cNvPr>
            <p:cNvSpPr/>
            <p:nvPr/>
          </p:nvSpPr>
          <p:spPr>
            <a:xfrm>
              <a:off x="6159499" y="1376363"/>
              <a:ext cx="5652000" cy="788400"/>
            </a:xfrm>
            <a:prstGeom prst="round2SameRect">
              <a:avLst>
                <a:gd name="adj1" fmla="val 14734"/>
                <a:gd name="adj2" fmla="val 0"/>
              </a:avLst>
            </a:prstGeom>
            <a:gradFill>
              <a:gsLst>
                <a:gs pos="30000">
                  <a:schemeClr val="accent1"/>
                </a:gs>
                <a:gs pos="100000">
                  <a:schemeClr val="accent4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VTB Group Book" panose="020B0503040504020204" pitchFamily="34" charset="-52"/>
              </a:endParaRPr>
            </a:p>
          </p:txBody>
        </p:sp>
        <p:sp>
          <p:nvSpPr>
            <p:cNvPr id="27" name="Frame — фон [Figma 9043:6367:background]">
              <a:extLst>
                <a:ext uri="{FF2B5EF4-FFF2-40B4-BE49-F238E27FC236}">
                  <a16:creationId xmlns:a16="http://schemas.microsoft.com/office/drawing/2014/main" id="{1283668C-FBA3-4842-9BCF-C8ADFEA7721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6169025" y="2164763"/>
              <a:ext cx="5651500" cy="4194418"/>
            </a:xfrm>
            <a:prstGeom prst="round2SameRect">
              <a:avLst>
                <a:gd name="adj1" fmla="val 2146"/>
                <a:gd name="adj2" fmla="val 0"/>
              </a:avLst>
            </a:prstGeom>
            <a:solidFill>
              <a:srgbClr val="EAEDF5">
                <a:alpha val="50195"/>
              </a:srgbClr>
            </a:solidFill>
            <a:ln w="12700">
              <a:solidFill>
                <a:srgbClr val="FFFFFF">
                  <a:alpha val="0"/>
                </a:srgbClr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TB Group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TB Group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TB Group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TB Group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TB Group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9pPr>
            </a:lstStyle>
            <a:p>
              <a:pPr eaLnBrk="1" hangingPunct="1">
                <a:defRPr/>
              </a:pPr>
              <a:endParaRPr lang="ru-RU" altLang="ru-RU" dirty="0">
                <a:latin typeface="VTB Group Book" panose="020B0503040504020204" pitchFamily="34" charset="-52"/>
              </a:endParaRPr>
            </a:p>
          </p:txBody>
        </p:sp>
      </p:grpSp>
      <p:sp>
        <p:nvSpPr>
          <p:cNvPr id="19" name="Заголовок 18">
            <a:extLst>
              <a:ext uri="{FF2B5EF4-FFF2-40B4-BE49-F238E27FC236}">
                <a16:creationId xmlns:a16="http://schemas.microsoft.com/office/drawing/2014/main" id="{0E657788-A37C-4EB3-A55B-2A0F7E558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96FAE6F0-F892-4A2D-89CC-9A26DA1D777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ru-RU" dirty="0"/>
              <a:t>Название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E769398-D9F0-4FDA-852E-AAA57AB5B1BE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pPr>
              <a:defRPr/>
            </a:pPr>
            <a:fld id="{36AC9BD9-2152-4D47-BB3C-1D9B4604EA4C}" type="slidenum">
              <a:rPr lang="ru-RU" smtClean="0"/>
              <a:pPr>
                <a:defRPr/>
              </a:pPr>
              <a:t>19</a:t>
            </a:fld>
            <a:endParaRPr lang="ru-RU" dirty="0"/>
          </a:p>
        </p:txBody>
      </p:sp>
      <p:sp>
        <p:nvSpPr>
          <p:cNvPr id="22" name="Текст 21">
            <a:extLst>
              <a:ext uri="{FF2B5EF4-FFF2-40B4-BE49-F238E27FC236}">
                <a16:creationId xmlns:a16="http://schemas.microsoft.com/office/drawing/2014/main" id="{E98B907A-4F0C-4DA7-A079-72D136E91DF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B56B431B-8047-4D58-9002-2A7082029B9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21" name="Текст 20">
            <a:extLst>
              <a:ext uri="{FF2B5EF4-FFF2-40B4-BE49-F238E27FC236}">
                <a16:creationId xmlns:a16="http://schemas.microsoft.com/office/drawing/2014/main" id="{E29B236F-2E59-486E-A17B-5ED62C1846AA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1130227" y="1514601"/>
            <a:ext cx="4708525" cy="509854"/>
          </a:xfrm>
          <a:prstGeom prst="rect">
            <a:avLst/>
          </a:prstGeom>
        </p:spPr>
        <p:txBody>
          <a:bodyPr/>
          <a:lstStyle/>
          <a:p>
            <a:r>
              <a:rPr lang="ru-RU" dirty="0">
                <a:latin typeface="VTB Group Book" panose="020B0503040504020204" pitchFamily="34" charset="-52"/>
              </a:rPr>
              <a:t>Название</a:t>
            </a:r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9F6B718C-3562-4B6F-91EA-EF5CC4824B42}"/>
              </a:ext>
            </a:extLst>
          </p:cNvPr>
          <p:cNvGrpSpPr/>
          <p:nvPr/>
        </p:nvGrpSpPr>
        <p:grpSpPr>
          <a:xfrm>
            <a:off x="571701" y="1555922"/>
            <a:ext cx="427213" cy="427213"/>
            <a:chOff x="571701" y="1555922"/>
            <a:chExt cx="427213" cy="427213"/>
          </a:xfrm>
        </p:grpSpPr>
        <p:pic>
          <p:nvPicPr>
            <p:cNvPr id="14" name="Star 3 (Stroke) [Figma I9887:47748;7965:11807]" descr="Star 3 (Stroke). векторный контур">
              <a:extLst>
                <a:ext uri="{FF2B5EF4-FFF2-40B4-BE49-F238E27FC236}">
                  <a16:creationId xmlns:a16="http://schemas.microsoft.com/office/drawing/2014/main" id="{E6292386-6D11-4263-93F0-DE20345AD7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1701" y="1555922"/>
              <a:ext cx="427213" cy="427213"/>
            </a:xfrm>
            <a:prstGeom prst="rect">
              <a:avLst/>
            </a:prstGeom>
          </p:spPr>
        </p:pic>
        <p:pic>
          <p:nvPicPr>
            <p:cNvPr id="15" name="Vector 32 (Stroke) [Figma I9887:47748;7965:11808]" descr="Vector 32 (Stroke). векторный контур">
              <a:extLst>
                <a:ext uri="{FF2B5EF4-FFF2-40B4-BE49-F238E27FC236}">
                  <a16:creationId xmlns:a16="http://schemas.microsoft.com/office/drawing/2014/main" id="{E985B531-195D-4EC8-B72F-DAC8D2A89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03014" y="1709992"/>
              <a:ext cx="162833" cy="119940"/>
            </a:xfrm>
            <a:prstGeom prst="rect">
              <a:avLst/>
            </a:prstGeom>
          </p:spPr>
        </p:pic>
      </p:grp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545EA1F1-8D16-414E-804A-9092A318B77B}"/>
              </a:ext>
            </a:extLst>
          </p:cNvPr>
          <p:cNvGrpSpPr/>
          <p:nvPr/>
        </p:nvGrpSpPr>
        <p:grpSpPr>
          <a:xfrm>
            <a:off x="6350055" y="1573607"/>
            <a:ext cx="427216" cy="391855"/>
            <a:chOff x="6350055" y="1573607"/>
            <a:chExt cx="427216" cy="391855"/>
          </a:xfrm>
        </p:grpSpPr>
        <p:pic>
          <p:nvPicPr>
            <p:cNvPr id="17" name="Vector [Figma I9887:47765;7965:11814]" descr="Vector. векторный контур">
              <a:extLst>
                <a:ext uri="{FF2B5EF4-FFF2-40B4-BE49-F238E27FC236}">
                  <a16:creationId xmlns:a16="http://schemas.microsoft.com/office/drawing/2014/main" id="{EAA85BB2-A9C7-4854-B9A8-2B4313D08F9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350055" y="1573607"/>
              <a:ext cx="281892" cy="391855"/>
            </a:xfrm>
            <a:prstGeom prst="rect">
              <a:avLst/>
            </a:prstGeom>
          </p:spPr>
        </p:pic>
        <p:pic>
          <p:nvPicPr>
            <p:cNvPr id="18" name="Union [Figma I9887:47765;7965:11815]" descr="Union. векторный контур">
              <a:extLst>
                <a:ext uri="{FF2B5EF4-FFF2-40B4-BE49-F238E27FC236}">
                  <a16:creationId xmlns:a16="http://schemas.microsoft.com/office/drawing/2014/main" id="{2E7B4DCC-3266-4126-A440-0E8BF80F0E8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592115" y="1573607"/>
              <a:ext cx="185156" cy="3918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324574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to-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128D5B07-16FC-4BF5-9FB3-6059AA328D9A}"/>
              </a:ext>
            </a:extLst>
          </p:cNvPr>
          <p:cNvGrpSpPr/>
          <p:nvPr/>
        </p:nvGrpSpPr>
        <p:grpSpPr>
          <a:xfrm>
            <a:off x="371474" y="1367182"/>
            <a:ext cx="5652000" cy="2957060"/>
            <a:chOff x="371474" y="1367182"/>
            <a:chExt cx="5652000" cy="2957060"/>
          </a:xfrm>
        </p:grpSpPr>
        <p:sp>
          <p:nvSpPr>
            <p:cNvPr id="16" name="Прямоугольник: скругленные верхние углы 15">
              <a:extLst>
                <a:ext uri="{FF2B5EF4-FFF2-40B4-BE49-F238E27FC236}">
                  <a16:creationId xmlns:a16="http://schemas.microsoft.com/office/drawing/2014/main" id="{023C098F-D066-4DF4-B340-49B491FDB768}"/>
                </a:ext>
              </a:extLst>
            </p:cNvPr>
            <p:cNvSpPr/>
            <p:nvPr/>
          </p:nvSpPr>
          <p:spPr>
            <a:xfrm>
              <a:off x="371474" y="1367182"/>
              <a:ext cx="5652000" cy="788400"/>
            </a:xfrm>
            <a:prstGeom prst="round2SameRect">
              <a:avLst>
                <a:gd name="adj1" fmla="val 14734"/>
                <a:gd name="adj2" fmla="val 0"/>
              </a:avLst>
            </a:prstGeom>
            <a:solidFill>
              <a:srgbClr val="EAED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VTB Group Book" panose="020B0503040504020204" pitchFamily="34" charset="-52"/>
              </a:endParaRPr>
            </a:p>
          </p:txBody>
        </p:sp>
        <p:sp>
          <p:nvSpPr>
            <p:cNvPr id="17" name="Frame — фон [Figma 9043:6367:background]">
              <a:extLst>
                <a:ext uri="{FF2B5EF4-FFF2-40B4-BE49-F238E27FC236}">
                  <a16:creationId xmlns:a16="http://schemas.microsoft.com/office/drawing/2014/main" id="{F22EA5CE-93E5-462E-8CE8-C98BF58A8C4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380999" y="2155582"/>
              <a:ext cx="5641976" cy="2168660"/>
            </a:xfrm>
            <a:prstGeom prst="round2SameRect">
              <a:avLst>
                <a:gd name="adj1" fmla="val 2146"/>
                <a:gd name="adj2" fmla="val 0"/>
              </a:avLst>
            </a:prstGeom>
            <a:solidFill>
              <a:srgbClr val="EAEDF5">
                <a:alpha val="50195"/>
              </a:srgbClr>
            </a:solidFill>
            <a:ln w="12700">
              <a:solidFill>
                <a:srgbClr val="FFFFFF">
                  <a:alpha val="0"/>
                </a:srgbClr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TB Group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TB Group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TB Group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TB Group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TB Group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9pPr>
            </a:lstStyle>
            <a:p>
              <a:pPr eaLnBrk="1" hangingPunct="1">
                <a:defRPr/>
              </a:pPr>
              <a:endParaRPr lang="ru-RU" altLang="ru-RU" dirty="0">
                <a:latin typeface="VTB Group Book" panose="020B0503040504020204" pitchFamily="34" charset="-52"/>
              </a:endParaRPr>
            </a:p>
          </p:txBody>
        </p:sp>
      </p:grp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E9AA2137-75D6-4430-9742-D93FF2445086}"/>
              </a:ext>
            </a:extLst>
          </p:cNvPr>
          <p:cNvGrpSpPr/>
          <p:nvPr/>
        </p:nvGrpSpPr>
        <p:grpSpPr>
          <a:xfrm>
            <a:off x="6159499" y="1376363"/>
            <a:ext cx="5661026" cy="2947880"/>
            <a:chOff x="6159499" y="1376363"/>
            <a:chExt cx="5661026" cy="2947880"/>
          </a:xfrm>
        </p:grpSpPr>
        <p:sp>
          <p:nvSpPr>
            <p:cNvPr id="18" name="Прямоугольник: скругленные верхние углы 17">
              <a:extLst>
                <a:ext uri="{FF2B5EF4-FFF2-40B4-BE49-F238E27FC236}">
                  <a16:creationId xmlns:a16="http://schemas.microsoft.com/office/drawing/2014/main" id="{74A399AD-675B-4413-B7AF-8622B79EA465}"/>
                </a:ext>
              </a:extLst>
            </p:cNvPr>
            <p:cNvSpPr/>
            <p:nvPr/>
          </p:nvSpPr>
          <p:spPr>
            <a:xfrm>
              <a:off x="6159499" y="1376363"/>
              <a:ext cx="5652000" cy="788400"/>
            </a:xfrm>
            <a:prstGeom prst="round2SameRect">
              <a:avLst>
                <a:gd name="adj1" fmla="val 14734"/>
                <a:gd name="adj2" fmla="val 0"/>
              </a:avLst>
            </a:prstGeom>
            <a:gradFill>
              <a:gsLst>
                <a:gs pos="30000">
                  <a:schemeClr val="accent1"/>
                </a:gs>
                <a:gs pos="100000">
                  <a:schemeClr val="accent4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VTB Group Book" panose="020B0503040504020204" pitchFamily="34" charset="-52"/>
              </a:endParaRPr>
            </a:p>
          </p:txBody>
        </p:sp>
        <p:sp>
          <p:nvSpPr>
            <p:cNvPr id="19" name="Frame — фон [Figma 9043:6367:background]">
              <a:extLst>
                <a:ext uri="{FF2B5EF4-FFF2-40B4-BE49-F238E27FC236}">
                  <a16:creationId xmlns:a16="http://schemas.microsoft.com/office/drawing/2014/main" id="{99B7785D-B9DD-4B27-B677-AAF0419EAEF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6169025" y="2164763"/>
              <a:ext cx="5651500" cy="2159480"/>
            </a:xfrm>
            <a:prstGeom prst="round2SameRect">
              <a:avLst>
                <a:gd name="adj1" fmla="val 2146"/>
                <a:gd name="adj2" fmla="val 0"/>
              </a:avLst>
            </a:prstGeom>
            <a:solidFill>
              <a:srgbClr val="EAEDF5">
                <a:alpha val="50195"/>
              </a:srgbClr>
            </a:solidFill>
            <a:ln w="12700">
              <a:solidFill>
                <a:srgbClr val="FFFFFF">
                  <a:alpha val="0"/>
                </a:srgbClr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TB Group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TB Group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TB Group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TB Group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TB Group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9pPr>
            </a:lstStyle>
            <a:p>
              <a:pPr eaLnBrk="1" hangingPunct="1">
                <a:defRPr/>
              </a:pPr>
              <a:endParaRPr lang="ru-RU" altLang="ru-RU" dirty="0">
                <a:latin typeface="VTB Group Book" panose="020B0503040504020204" pitchFamily="34" charset="-52"/>
              </a:endParaRPr>
            </a:p>
          </p:txBody>
        </p:sp>
      </p:grpSp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B8135907-B8D3-4773-B151-540428BF9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24" name="Текст 23">
            <a:extLst>
              <a:ext uri="{FF2B5EF4-FFF2-40B4-BE49-F238E27FC236}">
                <a16:creationId xmlns:a16="http://schemas.microsoft.com/office/drawing/2014/main" id="{A326CE20-C8C7-4116-AC90-4B857F5C97C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9193786-8C08-4BB2-AF25-82AF1618F841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pPr>
              <a:defRPr/>
            </a:pPr>
            <a:fld id="{53BF891E-63B0-45CA-9A92-96A490F157EC}" type="slidenum">
              <a:rPr lang="ru-RU" smtClean="0"/>
              <a:pPr>
                <a:defRPr/>
              </a:pPr>
              <a:t>20</a:t>
            </a:fld>
            <a:endParaRPr lang="ru-RU" dirty="0"/>
          </a:p>
        </p:txBody>
      </p:sp>
      <p:sp>
        <p:nvSpPr>
          <p:cNvPr id="26" name="Текст 25">
            <a:extLst>
              <a:ext uri="{FF2B5EF4-FFF2-40B4-BE49-F238E27FC236}">
                <a16:creationId xmlns:a16="http://schemas.microsoft.com/office/drawing/2014/main" id="{924FF087-D7E8-4E91-951E-0F83FF8E1D9D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05504E4A-94A9-4D55-9183-70F98593557C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7D719085-E710-4B22-83B3-80D769AB8579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1130227" y="1514601"/>
            <a:ext cx="4708525" cy="509854"/>
          </a:xfrm>
          <a:prstGeom prst="rect">
            <a:avLst/>
          </a:prstGeom>
        </p:spPr>
        <p:txBody>
          <a:bodyPr/>
          <a:lstStyle/>
          <a:p>
            <a:endParaRPr lang="ru-RU" dirty="0">
              <a:latin typeface="VTB Group Book" panose="020B0503040504020204" pitchFamily="34" charset="-52"/>
            </a:endParaRPr>
          </a:p>
        </p:txBody>
      </p: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2EF16C3C-222A-4587-9660-2F10F44A5B45}"/>
              </a:ext>
            </a:extLst>
          </p:cNvPr>
          <p:cNvGrpSpPr/>
          <p:nvPr/>
        </p:nvGrpSpPr>
        <p:grpSpPr>
          <a:xfrm>
            <a:off x="571701" y="1555922"/>
            <a:ext cx="427213" cy="427213"/>
            <a:chOff x="571701" y="1555922"/>
            <a:chExt cx="427213" cy="427213"/>
          </a:xfrm>
        </p:grpSpPr>
        <p:pic>
          <p:nvPicPr>
            <p:cNvPr id="9" name="Star 3 (Stroke) [Figma I9887:47748;7965:11807]" descr="Star 3 (Stroke). векторный контур">
              <a:extLst>
                <a:ext uri="{FF2B5EF4-FFF2-40B4-BE49-F238E27FC236}">
                  <a16:creationId xmlns:a16="http://schemas.microsoft.com/office/drawing/2014/main" id="{EAF84029-AA5B-4259-B04C-9D7C29ECE4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1701" y="1555922"/>
              <a:ext cx="427213" cy="427213"/>
            </a:xfrm>
            <a:prstGeom prst="rect">
              <a:avLst/>
            </a:prstGeom>
          </p:spPr>
        </p:pic>
        <p:pic>
          <p:nvPicPr>
            <p:cNvPr id="10" name="Vector 32 (Stroke) [Figma I9887:47748;7965:11808]" descr="Vector 32 (Stroke). векторный контур">
              <a:extLst>
                <a:ext uri="{FF2B5EF4-FFF2-40B4-BE49-F238E27FC236}">
                  <a16:creationId xmlns:a16="http://schemas.microsoft.com/office/drawing/2014/main" id="{460C3691-543C-4D07-8D92-51D0232E40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03014" y="1709992"/>
              <a:ext cx="162833" cy="119940"/>
            </a:xfrm>
            <a:prstGeom prst="rect">
              <a:avLst/>
            </a:prstGeom>
          </p:spPr>
        </p:pic>
      </p:grp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9292A5E9-E2E5-464E-93CD-8E224BD14B1C}"/>
              </a:ext>
            </a:extLst>
          </p:cNvPr>
          <p:cNvGrpSpPr/>
          <p:nvPr/>
        </p:nvGrpSpPr>
        <p:grpSpPr>
          <a:xfrm>
            <a:off x="6350055" y="1573607"/>
            <a:ext cx="427216" cy="391855"/>
            <a:chOff x="6350055" y="1573607"/>
            <a:chExt cx="427216" cy="391855"/>
          </a:xfrm>
        </p:grpSpPr>
        <p:pic>
          <p:nvPicPr>
            <p:cNvPr id="12" name="Vector [Figma I9887:47765;7965:11814]" descr="Vector. векторный контур">
              <a:extLst>
                <a:ext uri="{FF2B5EF4-FFF2-40B4-BE49-F238E27FC236}">
                  <a16:creationId xmlns:a16="http://schemas.microsoft.com/office/drawing/2014/main" id="{A5F84BB8-06D3-4F0E-BA34-9C66B7B89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350055" y="1573607"/>
              <a:ext cx="281892" cy="391855"/>
            </a:xfrm>
            <a:prstGeom prst="rect">
              <a:avLst/>
            </a:prstGeom>
          </p:spPr>
        </p:pic>
        <p:pic>
          <p:nvPicPr>
            <p:cNvPr id="13" name="Union [Figma I9887:47765;7965:11815]" descr="Union. векторный контур">
              <a:extLst>
                <a:ext uri="{FF2B5EF4-FFF2-40B4-BE49-F238E27FC236}">
                  <a16:creationId xmlns:a16="http://schemas.microsoft.com/office/drawing/2014/main" id="{0902D1A7-FD63-46A8-A6FF-41D6CC54FFD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592115" y="1573607"/>
              <a:ext cx="185156" cy="391855"/>
            </a:xfrm>
            <a:prstGeom prst="rect">
              <a:avLst/>
            </a:prstGeom>
          </p:spPr>
        </p:pic>
      </p:grp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BB32B7E-DE5F-4340-B75E-9E2CEBEB8008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t="3747" b="38925"/>
          <a:stretch/>
        </p:blipFill>
        <p:spPr>
          <a:xfrm>
            <a:off x="6168889" y="4448326"/>
            <a:ext cx="5633220" cy="1898603"/>
          </a:xfrm>
          <a:prstGeom prst="roundRect">
            <a:avLst>
              <a:gd name="adj" fmla="val 3883"/>
            </a:avLst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1337B94-9053-4502-B191-4AD578294FC6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9205" b="40239"/>
          <a:stretch/>
        </p:blipFill>
        <p:spPr>
          <a:xfrm>
            <a:off x="390254" y="4455370"/>
            <a:ext cx="5633220" cy="1898603"/>
          </a:xfrm>
          <a:prstGeom prst="roundRect">
            <a:avLst>
              <a:gd name="adj" fmla="val 3883"/>
            </a:avLst>
          </a:prstGeom>
        </p:spPr>
      </p:pic>
    </p:spTree>
    <p:extLst>
      <p:ext uri="{BB962C8B-B14F-4D97-AF65-F5344CB8AC3E}">
        <p14:creationId xmlns:p14="http://schemas.microsoft.com/office/powerpoint/2010/main" val="19580082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to-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FE88F6F3-8E4F-4F28-A6D4-8370BB3149EA}"/>
              </a:ext>
            </a:extLst>
          </p:cNvPr>
          <p:cNvGrpSpPr/>
          <p:nvPr/>
        </p:nvGrpSpPr>
        <p:grpSpPr>
          <a:xfrm>
            <a:off x="381642" y="1375328"/>
            <a:ext cx="3734114" cy="4973168"/>
            <a:chOff x="381642" y="1375328"/>
            <a:chExt cx="3734114" cy="4973168"/>
          </a:xfrm>
        </p:grpSpPr>
        <p:sp>
          <p:nvSpPr>
            <p:cNvPr id="25" name="Прямоугольник: скругленные верхние углы 24">
              <a:extLst>
                <a:ext uri="{FF2B5EF4-FFF2-40B4-BE49-F238E27FC236}">
                  <a16:creationId xmlns:a16="http://schemas.microsoft.com/office/drawing/2014/main" id="{F65784FC-2AC1-4B3B-A8C0-40607F3D0593}"/>
                </a:ext>
              </a:extLst>
            </p:cNvPr>
            <p:cNvSpPr/>
            <p:nvPr userDrawn="1"/>
          </p:nvSpPr>
          <p:spPr>
            <a:xfrm>
              <a:off x="381642" y="1375328"/>
              <a:ext cx="3726000" cy="788400"/>
            </a:xfrm>
            <a:prstGeom prst="round2SameRect">
              <a:avLst>
                <a:gd name="adj1" fmla="val 14734"/>
                <a:gd name="adj2" fmla="val 0"/>
              </a:avLst>
            </a:prstGeom>
            <a:solidFill>
              <a:srgbClr val="EAED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VTB Group Book" panose="020B0503040504020204" pitchFamily="34" charset="-52"/>
              </a:endParaRPr>
            </a:p>
          </p:txBody>
        </p:sp>
        <p:sp>
          <p:nvSpPr>
            <p:cNvPr id="26" name="Frame — фон [Figma 9043:6367:background]">
              <a:extLst>
                <a:ext uri="{FF2B5EF4-FFF2-40B4-BE49-F238E27FC236}">
                  <a16:creationId xmlns:a16="http://schemas.microsoft.com/office/drawing/2014/main" id="{AB777FBB-439F-48E0-923D-C083B73DD43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89756" y="2165296"/>
              <a:ext cx="3726000" cy="4183200"/>
            </a:xfrm>
            <a:prstGeom prst="round2SameRect">
              <a:avLst>
                <a:gd name="adj1" fmla="val 3680"/>
                <a:gd name="adj2" fmla="val 0"/>
              </a:avLst>
            </a:prstGeom>
            <a:solidFill>
              <a:srgbClr val="EAEDF5">
                <a:alpha val="50195"/>
              </a:srgbClr>
            </a:solidFill>
            <a:ln w="12700">
              <a:solidFill>
                <a:srgbClr val="FFFFFF">
                  <a:alpha val="0"/>
                </a:srgbClr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TB Group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TB Group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TB Group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TB Group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TB Group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9pPr>
            </a:lstStyle>
            <a:p>
              <a:pPr eaLnBrk="1" hangingPunct="1">
                <a:defRPr/>
              </a:pPr>
              <a:endParaRPr lang="ru-RU" altLang="ru-RU" dirty="0">
                <a:latin typeface="VTB Group Book" panose="020B0503040504020204" pitchFamily="34" charset="-52"/>
              </a:endParaRPr>
            </a:p>
          </p:txBody>
        </p:sp>
      </p:grpSp>
      <p:grpSp>
        <p:nvGrpSpPr>
          <p:cNvPr id="27" name="Группа 26">
            <a:extLst>
              <a:ext uri="{FF2B5EF4-FFF2-40B4-BE49-F238E27FC236}">
                <a16:creationId xmlns:a16="http://schemas.microsoft.com/office/drawing/2014/main" id="{E3794F41-7985-4831-AFE0-BE4EB903D5E0}"/>
              </a:ext>
            </a:extLst>
          </p:cNvPr>
          <p:cNvGrpSpPr/>
          <p:nvPr/>
        </p:nvGrpSpPr>
        <p:grpSpPr>
          <a:xfrm>
            <a:off x="8086411" y="1373760"/>
            <a:ext cx="3734114" cy="4973168"/>
            <a:chOff x="8086411" y="1373760"/>
            <a:chExt cx="3734114" cy="4973168"/>
          </a:xfrm>
        </p:grpSpPr>
        <p:sp>
          <p:nvSpPr>
            <p:cNvPr id="28" name="Прямоугольник: скругленные верхние углы 27">
              <a:extLst>
                <a:ext uri="{FF2B5EF4-FFF2-40B4-BE49-F238E27FC236}">
                  <a16:creationId xmlns:a16="http://schemas.microsoft.com/office/drawing/2014/main" id="{99631491-FDB6-4792-99E9-07CDD79010D1}"/>
                </a:ext>
              </a:extLst>
            </p:cNvPr>
            <p:cNvSpPr/>
            <p:nvPr userDrawn="1"/>
          </p:nvSpPr>
          <p:spPr>
            <a:xfrm>
              <a:off x="8086411" y="1373760"/>
              <a:ext cx="3726000" cy="788400"/>
            </a:xfrm>
            <a:prstGeom prst="round2SameRect">
              <a:avLst>
                <a:gd name="adj1" fmla="val 14734"/>
                <a:gd name="adj2" fmla="val 0"/>
              </a:avLst>
            </a:prstGeom>
            <a:gradFill>
              <a:gsLst>
                <a:gs pos="30000">
                  <a:schemeClr val="accent1"/>
                </a:gs>
                <a:gs pos="100000">
                  <a:schemeClr val="accent4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VTB Group Book" panose="020B0503040504020204" pitchFamily="34" charset="-52"/>
              </a:endParaRPr>
            </a:p>
          </p:txBody>
        </p:sp>
        <p:sp>
          <p:nvSpPr>
            <p:cNvPr id="29" name="Frame — фон [Figma 9043:6367:background]">
              <a:extLst>
                <a:ext uri="{FF2B5EF4-FFF2-40B4-BE49-F238E27FC236}">
                  <a16:creationId xmlns:a16="http://schemas.microsoft.com/office/drawing/2014/main" id="{9E02C387-4207-4AFA-925C-B29CF7A2AD7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8094525" y="2163728"/>
              <a:ext cx="3726000" cy="4183200"/>
            </a:xfrm>
            <a:prstGeom prst="round2SameRect">
              <a:avLst>
                <a:gd name="adj1" fmla="val 2913"/>
                <a:gd name="adj2" fmla="val 0"/>
              </a:avLst>
            </a:prstGeom>
            <a:solidFill>
              <a:srgbClr val="EAEDF5">
                <a:alpha val="50195"/>
              </a:srgbClr>
            </a:solidFill>
            <a:ln w="12700">
              <a:solidFill>
                <a:srgbClr val="FFFFFF">
                  <a:alpha val="0"/>
                </a:srgbClr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TB Group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TB Group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TB Group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TB Group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TB Group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9pPr>
            </a:lstStyle>
            <a:p>
              <a:pPr eaLnBrk="1" hangingPunct="1">
                <a:defRPr/>
              </a:pPr>
              <a:endParaRPr lang="ru-RU" altLang="ru-RU" dirty="0">
                <a:latin typeface="VTB Group Book" panose="020B0503040504020204" pitchFamily="34" charset="-52"/>
              </a:endParaRPr>
            </a:p>
          </p:txBody>
        </p:sp>
      </p:grpSp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A9D7F7DD-CD44-4A21-AB36-75D6EDA6E81C}"/>
              </a:ext>
            </a:extLst>
          </p:cNvPr>
          <p:cNvGrpSpPr/>
          <p:nvPr/>
        </p:nvGrpSpPr>
        <p:grpSpPr>
          <a:xfrm>
            <a:off x="4235324" y="1375328"/>
            <a:ext cx="3734114" cy="4973168"/>
            <a:chOff x="4235324" y="1375328"/>
            <a:chExt cx="3734114" cy="4973168"/>
          </a:xfrm>
        </p:grpSpPr>
        <p:sp>
          <p:nvSpPr>
            <p:cNvPr id="31" name="Прямоугольник: скругленные верхние углы 30">
              <a:extLst>
                <a:ext uri="{FF2B5EF4-FFF2-40B4-BE49-F238E27FC236}">
                  <a16:creationId xmlns:a16="http://schemas.microsoft.com/office/drawing/2014/main" id="{BD0F9AF6-6978-4F0A-8843-031BE979B0F5}"/>
                </a:ext>
              </a:extLst>
            </p:cNvPr>
            <p:cNvSpPr/>
            <p:nvPr userDrawn="1"/>
          </p:nvSpPr>
          <p:spPr>
            <a:xfrm>
              <a:off x="4235324" y="1375328"/>
              <a:ext cx="3726000" cy="788400"/>
            </a:xfrm>
            <a:prstGeom prst="round2SameRect">
              <a:avLst>
                <a:gd name="adj1" fmla="val 14734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VTB Group Book" panose="020B0503040504020204" pitchFamily="34" charset="-52"/>
              </a:endParaRPr>
            </a:p>
          </p:txBody>
        </p:sp>
        <p:sp>
          <p:nvSpPr>
            <p:cNvPr id="39" name="Frame — фон [Figma 9043:6367:background]">
              <a:extLst>
                <a:ext uri="{FF2B5EF4-FFF2-40B4-BE49-F238E27FC236}">
                  <a16:creationId xmlns:a16="http://schemas.microsoft.com/office/drawing/2014/main" id="{464C6F59-E89F-46C7-8A48-19E731E92F6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4243438" y="2165296"/>
              <a:ext cx="3726000" cy="4183200"/>
            </a:xfrm>
            <a:prstGeom prst="round2SameRect">
              <a:avLst>
                <a:gd name="adj1" fmla="val 3851"/>
                <a:gd name="adj2" fmla="val 0"/>
              </a:avLst>
            </a:prstGeom>
            <a:solidFill>
              <a:srgbClr val="EAEDF5">
                <a:alpha val="50195"/>
              </a:srgbClr>
            </a:solidFill>
            <a:ln w="12700">
              <a:solidFill>
                <a:srgbClr val="FFFFFF">
                  <a:alpha val="0"/>
                </a:srgbClr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TB Group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TB Group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TB Group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TB Group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TB Group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9pPr>
            </a:lstStyle>
            <a:p>
              <a:pPr eaLnBrk="1" hangingPunct="1">
                <a:defRPr/>
              </a:pPr>
              <a:endParaRPr lang="ru-RU" altLang="ru-RU" dirty="0">
                <a:latin typeface="VTB Group Book" panose="020B0503040504020204" pitchFamily="34" charset="-52"/>
              </a:endParaRPr>
            </a:p>
          </p:txBody>
        </p:sp>
      </p:grpSp>
      <p:sp>
        <p:nvSpPr>
          <p:cNvPr id="32" name="Заголовок 31">
            <a:extLst>
              <a:ext uri="{FF2B5EF4-FFF2-40B4-BE49-F238E27FC236}">
                <a16:creationId xmlns:a16="http://schemas.microsoft.com/office/drawing/2014/main" id="{83F46B49-3168-4E17-9436-0EB02BAF5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6FC00D5-644F-4BC6-AD7C-F62CDDF57F7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pPr>
              <a:defRPr/>
            </a:pPr>
            <a:fld id="{53BF891E-63B0-45CA-9A92-96A490F157EC}" type="slidenum">
              <a:rPr lang="ru-RU" smtClean="0"/>
              <a:pPr>
                <a:defRPr/>
              </a:pPr>
              <a:t>21</a:t>
            </a:fld>
            <a:endParaRPr lang="ru-RU" dirty="0"/>
          </a:p>
        </p:txBody>
      </p:sp>
      <p:sp>
        <p:nvSpPr>
          <p:cNvPr id="33" name="Текст 32">
            <a:extLst>
              <a:ext uri="{FF2B5EF4-FFF2-40B4-BE49-F238E27FC236}">
                <a16:creationId xmlns:a16="http://schemas.microsoft.com/office/drawing/2014/main" id="{E7225128-DA8F-4687-AC9F-11FCC553BC2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4" name="Текст 33">
            <a:extLst>
              <a:ext uri="{FF2B5EF4-FFF2-40B4-BE49-F238E27FC236}">
                <a16:creationId xmlns:a16="http://schemas.microsoft.com/office/drawing/2014/main" id="{35322985-F5C3-4CCA-9E4F-27CC5A4C4B76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5" name="Текст 34">
            <a:extLst>
              <a:ext uri="{FF2B5EF4-FFF2-40B4-BE49-F238E27FC236}">
                <a16:creationId xmlns:a16="http://schemas.microsoft.com/office/drawing/2014/main" id="{01EC64AB-99E8-494C-9F0F-2982F108D71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D66B7379-BE07-43C9-AA6E-358AC9160847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7" name="Текст 36">
            <a:extLst>
              <a:ext uri="{FF2B5EF4-FFF2-40B4-BE49-F238E27FC236}">
                <a16:creationId xmlns:a16="http://schemas.microsoft.com/office/drawing/2014/main" id="{330EB0A1-0B3B-4287-A2F2-5038C88B194E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8" name="Текст 37">
            <a:extLst>
              <a:ext uri="{FF2B5EF4-FFF2-40B4-BE49-F238E27FC236}">
                <a16:creationId xmlns:a16="http://schemas.microsoft.com/office/drawing/2014/main" id="{845DEFCD-D79D-49CE-B388-12B4E19582F3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/>
        <p:txBody>
          <a:bodyPr/>
          <a:lstStyle/>
          <a:p>
            <a:endParaRPr lang="ru-RU"/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4CB9DB1E-88AD-4BF6-8DC5-429218DEF8F9}"/>
              </a:ext>
            </a:extLst>
          </p:cNvPr>
          <p:cNvGrpSpPr/>
          <p:nvPr/>
        </p:nvGrpSpPr>
        <p:grpSpPr>
          <a:xfrm>
            <a:off x="583801" y="1588254"/>
            <a:ext cx="402446" cy="366840"/>
            <a:chOff x="583801" y="1588254"/>
            <a:chExt cx="402446" cy="366840"/>
          </a:xfrm>
        </p:grpSpPr>
        <p:pic>
          <p:nvPicPr>
            <p:cNvPr id="16" name="Vector 28 (Stroke) [Figma I9887:47699;7965:11835]" descr="Vector 28 (Stroke). векторный контур">
              <a:extLst>
                <a:ext uri="{FF2B5EF4-FFF2-40B4-BE49-F238E27FC236}">
                  <a16:creationId xmlns:a16="http://schemas.microsoft.com/office/drawing/2014/main" id="{7E26659C-AFCA-40E3-98AE-948476D70A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08454" y="1592905"/>
              <a:ext cx="271986" cy="362189"/>
            </a:xfrm>
            <a:prstGeom prst="rect">
              <a:avLst/>
            </a:prstGeom>
          </p:spPr>
        </p:pic>
        <p:pic>
          <p:nvPicPr>
            <p:cNvPr id="17" name="Vector 29 (Stroke) [Figma I9887:47699;7965:11836]" descr="Vector 29 (Stroke). векторный контур">
              <a:extLst>
                <a:ext uri="{FF2B5EF4-FFF2-40B4-BE49-F238E27FC236}">
                  <a16:creationId xmlns:a16="http://schemas.microsoft.com/office/drawing/2014/main" id="{07277865-6443-4EA5-B6CB-A08439D826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3801" y="1588254"/>
              <a:ext cx="402446" cy="324090"/>
            </a:xfrm>
            <a:prstGeom prst="rect">
              <a:avLst/>
            </a:prstGeom>
          </p:spPr>
        </p:pic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921901B0-AEAF-4FB7-ADFC-D6B6CCB23EBB}"/>
              </a:ext>
            </a:extLst>
          </p:cNvPr>
          <p:cNvGrpSpPr/>
          <p:nvPr/>
        </p:nvGrpSpPr>
        <p:grpSpPr>
          <a:xfrm>
            <a:off x="4423936" y="1555922"/>
            <a:ext cx="427213" cy="427213"/>
            <a:chOff x="4423936" y="1555922"/>
            <a:chExt cx="427213" cy="427213"/>
          </a:xfrm>
        </p:grpSpPr>
        <p:pic>
          <p:nvPicPr>
            <p:cNvPr id="19" name="Star 3 (Stroke) [Figma I9887:47712;7965:11807]" descr="Star 3 (Stroke). векторный контур">
              <a:extLst>
                <a:ext uri="{FF2B5EF4-FFF2-40B4-BE49-F238E27FC236}">
                  <a16:creationId xmlns:a16="http://schemas.microsoft.com/office/drawing/2014/main" id="{162322BB-CA84-45F5-B432-753B2206194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423936" y="1555922"/>
              <a:ext cx="427213" cy="427213"/>
            </a:xfrm>
            <a:prstGeom prst="rect">
              <a:avLst/>
            </a:prstGeom>
          </p:spPr>
        </p:pic>
        <p:pic>
          <p:nvPicPr>
            <p:cNvPr id="20" name="Vector 32 (Stroke) [Figma I9887:47712;7965:11808]" descr="Vector 32 (Stroke). векторный контур">
              <a:extLst>
                <a:ext uri="{FF2B5EF4-FFF2-40B4-BE49-F238E27FC236}">
                  <a16:creationId xmlns:a16="http://schemas.microsoft.com/office/drawing/2014/main" id="{F48EDB3F-6A1D-4339-BE29-75F3DD61747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555251" y="1709992"/>
              <a:ext cx="162833" cy="119940"/>
            </a:xfrm>
            <a:prstGeom prst="rect">
              <a:avLst/>
            </a:prstGeom>
          </p:spPr>
        </p:pic>
      </p:grp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8CBDB383-C71A-4EF1-93EA-FFD3130A81CA}"/>
              </a:ext>
            </a:extLst>
          </p:cNvPr>
          <p:cNvGrpSpPr/>
          <p:nvPr/>
        </p:nvGrpSpPr>
        <p:grpSpPr>
          <a:xfrm>
            <a:off x="8276172" y="1573607"/>
            <a:ext cx="427215" cy="391855"/>
            <a:chOff x="8276172" y="1573607"/>
            <a:chExt cx="427215" cy="391855"/>
          </a:xfrm>
        </p:grpSpPr>
        <p:pic>
          <p:nvPicPr>
            <p:cNvPr id="22" name="Vector [Figma I9887:47725;7965:11814]" descr="Vector. векторный контур">
              <a:extLst>
                <a:ext uri="{FF2B5EF4-FFF2-40B4-BE49-F238E27FC236}">
                  <a16:creationId xmlns:a16="http://schemas.microsoft.com/office/drawing/2014/main" id="{9EFFCAEF-927E-41B5-B8D3-DCA85ABBD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276172" y="1573607"/>
              <a:ext cx="281892" cy="391855"/>
            </a:xfrm>
            <a:prstGeom prst="rect">
              <a:avLst/>
            </a:prstGeom>
          </p:spPr>
        </p:pic>
        <p:pic>
          <p:nvPicPr>
            <p:cNvPr id="23" name="Union [Figma I9887:47725;7965:11815]" descr="Union. векторный контур">
              <a:extLst>
                <a:ext uri="{FF2B5EF4-FFF2-40B4-BE49-F238E27FC236}">
                  <a16:creationId xmlns:a16="http://schemas.microsoft.com/office/drawing/2014/main" id="{EF780580-A65D-4505-874F-69D35F9ACC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518231" y="1573607"/>
              <a:ext cx="185156" cy="3918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66341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to-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CF034DF1-0916-43CF-A345-4AC484B76B78}"/>
              </a:ext>
            </a:extLst>
          </p:cNvPr>
          <p:cNvGrpSpPr/>
          <p:nvPr/>
        </p:nvGrpSpPr>
        <p:grpSpPr>
          <a:xfrm>
            <a:off x="381642" y="1378464"/>
            <a:ext cx="3734114" cy="3012412"/>
            <a:chOff x="381642" y="1378464"/>
            <a:chExt cx="3734114" cy="3012412"/>
          </a:xfrm>
        </p:grpSpPr>
        <p:sp>
          <p:nvSpPr>
            <p:cNvPr id="24" name="Прямоугольник: скругленные верхние углы 23">
              <a:extLst>
                <a:ext uri="{FF2B5EF4-FFF2-40B4-BE49-F238E27FC236}">
                  <a16:creationId xmlns:a16="http://schemas.microsoft.com/office/drawing/2014/main" id="{CB9FE6E5-E9EC-4F95-9CD6-DC9EA9882B49}"/>
                </a:ext>
              </a:extLst>
            </p:cNvPr>
            <p:cNvSpPr/>
            <p:nvPr/>
          </p:nvSpPr>
          <p:spPr>
            <a:xfrm>
              <a:off x="381642" y="1378464"/>
              <a:ext cx="3726000" cy="788400"/>
            </a:xfrm>
            <a:prstGeom prst="round2SameRect">
              <a:avLst>
                <a:gd name="adj1" fmla="val 14734"/>
                <a:gd name="adj2" fmla="val 0"/>
              </a:avLst>
            </a:prstGeom>
            <a:solidFill>
              <a:srgbClr val="EAED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ru-RU" dirty="0">
                <a:latin typeface="VTB Group Book" panose="020B0503040504020204" pitchFamily="34" charset="-52"/>
              </a:endParaRPr>
            </a:p>
          </p:txBody>
        </p:sp>
        <p:sp>
          <p:nvSpPr>
            <p:cNvPr id="25" name="Frame — фон [Figma 9043:6367:background]">
              <a:extLst>
                <a:ext uri="{FF2B5EF4-FFF2-40B4-BE49-F238E27FC236}">
                  <a16:creationId xmlns:a16="http://schemas.microsoft.com/office/drawing/2014/main" id="{15E4331F-9D03-4751-8D49-4D029AAFCC1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389756" y="2168432"/>
              <a:ext cx="3726000" cy="2222444"/>
            </a:xfrm>
            <a:prstGeom prst="round2SameRect">
              <a:avLst>
                <a:gd name="adj1" fmla="val 6018"/>
                <a:gd name="adj2" fmla="val 0"/>
              </a:avLst>
            </a:prstGeom>
            <a:solidFill>
              <a:srgbClr val="EAEDF5">
                <a:alpha val="50195"/>
              </a:srgbClr>
            </a:solidFill>
            <a:ln w="12700">
              <a:solidFill>
                <a:srgbClr val="FFFFFF">
                  <a:alpha val="0"/>
                </a:srgbClr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VTB Group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TB Group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TB Group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TB Group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TB Group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9pPr>
            </a:lstStyle>
            <a:p>
              <a:pPr eaLnBrk="1" hangingPunct="1">
                <a:defRPr/>
              </a:pPr>
              <a:endParaRPr lang="ru-RU" altLang="ru-RU" dirty="0">
                <a:latin typeface="VTB Group Book" panose="020B0503040504020204" pitchFamily="34" charset="-52"/>
              </a:endParaRPr>
            </a:p>
          </p:txBody>
        </p:sp>
      </p:grp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64CE41EF-D709-4CCF-8416-A6FFF827A9E6}"/>
              </a:ext>
            </a:extLst>
          </p:cNvPr>
          <p:cNvGrpSpPr/>
          <p:nvPr/>
        </p:nvGrpSpPr>
        <p:grpSpPr>
          <a:xfrm>
            <a:off x="8086411" y="1376896"/>
            <a:ext cx="3734114" cy="3009276"/>
            <a:chOff x="8086411" y="1376896"/>
            <a:chExt cx="3734114" cy="3009276"/>
          </a:xfrm>
        </p:grpSpPr>
        <p:sp>
          <p:nvSpPr>
            <p:cNvPr id="26" name="Прямоугольник: скругленные верхние углы 25">
              <a:extLst>
                <a:ext uri="{FF2B5EF4-FFF2-40B4-BE49-F238E27FC236}">
                  <a16:creationId xmlns:a16="http://schemas.microsoft.com/office/drawing/2014/main" id="{3B3589C5-1358-4DFF-986C-56D59F3DD5C3}"/>
                </a:ext>
              </a:extLst>
            </p:cNvPr>
            <p:cNvSpPr/>
            <p:nvPr/>
          </p:nvSpPr>
          <p:spPr>
            <a:xfrm>
              <a:off x="8086411" y="1376896"/>
              <a:ext cx="3726000" cy="788400"/>
            </a:xfrm>
            <a:prstGeom prst="round2SameRect">
              <a:avLst>
                <a:gd name="adj1" fmla="val 14734"/>
                <a:gd name="adj2" fmla="val 0"/>
              </a:avLst>
            </a:prstGeom>
            <a:gradFill>
              <a:gsLst>
                <a:gs pos="30000">
                  <a:schemeClr val="accent1"/>
                </a:gs>
                <a:gs pos="100000">
                  <a:schemeClr val="accent4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ru-RU" dirty="0">
                <a:latin typeface="VTB Group Book" panose="020B0503040504020204" pitchFamily="34" charset="-52"/>
              </a:endParaRPr>
            </a:p>
          </p:txBody>
        </p:sp>
        <p:sp>
          <p:nvSpPr>
            <p:cNvPr id="27" name="Frame — фон [Figma 9043:6367:background]">
              <a:extLst>
                <a:ext uri="{FF2B5EF4-FFF2-40B4-BE49-F238E27FC236}">
                  <a16:creationId xmlns:a16="http://schemas.microsoft.com/office/drawing/2014/main" id="{85C53670-B03C-41B8-BDCF-3D1381BA6D7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8094525" y="2163728"/>
              <a:ext cx="3726000" cy="2222444"/>
            </a:xfrm>
            <a:prstGeom prst="round2SameRect">
              <a:avLst>
                <a:gd name="adj1" fmla="val 5232"/>
                <a:gd name="adj2" fmla="val 0"/>
              </a:avLst>
            </a:prstGeom>
            <a:solidFill>
              <a:srgbClr val="EAEDF5">
                <a:alpha val="50195"/>
              </a:srgbClr>
            </a:solidFill>
            <a:ln w="12700">
              <a:solidFill>
                <a:srgbClr val="FFFFFF">
                  <a:alpha val="0"/>
                </a:srgbClr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VTB Group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TB Group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TB Group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TB Group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TB Group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9pPr>
            </a:lstStyle>
            <a:p>
              <a:pPr eaLnBrk="1" hangingPunct="1">
                <a:defRPr/>
              </a:pPr>
              <a:endParaRPr lang="ru-RU" altLang="ru-RU" dirty="0">
                <a:latin typeface="VTB Group Book" panose="020B0503040504020204" pitchFamily="34" charset="-52"/>
              </a:endParaRPr>
            </a:p>
          </p:txBody>
        </p:sp>
      </p:grp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694F3CAF-BCCA-4140-9110-97A243A197C2}"/>
              </a:ext>
            </a:extLst>
          </p:cNvPr>
          <p:cNvGrpSpPr/>
          <p:nvPr/>
        </p:nvGrpSpPr>
        <p:grpSpPr>
          <a:xfrm>
            <a:off x="4235324" y="1378464"/>
            <a:ext cx="3734114" cy="3012412"/>
            <a:chOff x="4235324" y="1378464"/>
            <a:chExt cx="3734114" cy="3012412"/>
          </a:xfrm>
        </p:grpSpPr>
        <p:sp>
          <p:nvSpPr>
            <p:cNvPr id="32" name="Прямоугольник: скругленные верхние углы 31">
              <a:extLst>
                <a:ext uri="{FF2B5EF4-FFF2-40B4-BE49-F238E27FC236}">
                  <a16:creationId xmlns:a16="http://schemas.microsoft.com/office/drawing/2014/main" id="{BCBA85CC-702C-46AF-8EB6-705B2ECF9C3A}"/>
                </a:ext>
              </a:extLst>
            </p:cNvPr>
            <p:cNvSpPr/>
            <p:nvPr/>
          </p:nvSpPr>
          <p:spPr>
            <a:xfrm>
              <a:off x="4235324" y="1378464"/>
              <a:ext cx="3726000" cy="788400"/>
            </a:xfrm>
            <a:prstGeom prst="round2SameRect">
              <a:avLst>
                <a:gd name="adj1" fmla="val 14734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ru-RU" dirty="0">
                <a:latin typeface="VTB Group Book" panose="020B0503040504020204" pitchFamily="34" charset="-52"/>
              </a:endParaRPr>
            </a:p>
          </p:txBody>
        </p:sp>
        <p:sp>
          <p:nvSpPr>
            <p:cNvPr id="33" name="Frame — фон [Figma 9043:6367:background]">
              <a:extLst>
                <a:ext uri="{FF2B5EF4-FFF2-40B4-BE49-F238E27FC236}">
                  <a16:creationId xmlns:a16="http://schemas.microsoft.com/office/drawing/2014/main" id="{ED500421-18B3-4ECA-98D4-BB601BFF14A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4243438" y="2168432"/>
              <a:ext cx="3726000" cy="2222444"/>
            </a:xfrm>
            <a:prstGeom prst="round2SameRect">
              <a:avLst>
                <a:gd name="adj1" fmla="val 4741"/>
                <a:gd name="adj2" fmla="val 0"/>
              </a:avLst>
            </a:prstGeom>
            <a:solidFill>
              <a:srgbClr val="EAEDF5">
                <a:alpha val="50195"/>
              </a:srgbClr>
            </a:solidFill>
            <a:ln w="12700">
              <a:solidFill>
                <a:srgbClr val="FFFFFF">
                  <a:alpha val="0"/>
                </a:srgbClr>
              </a:solidFill>
              <a:round/>
              <a:headEnd/>
              <a:tailEnd/>
            </a:ln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VTB Group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TB Group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TB Group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TB Group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TB Group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9pPr>
            </a:lstStyle>
            <a:p>
              <a:pPr eaLnBrk="1" hangingPunct="1">
                <a:defRPr/>
              </a:pPr>
              <a:endParaRPr lang="ru-RU" altLang="ru-RU" dirty="0">
                <a:latin typeface="VTB Group Book" panose="020B0503040504020204" pitchFamily="34" charset="-52"/>
              </a:endParaRPr>
            </a:p>
          </p:txBody>
        </p:sp>
      </p:grpSp>
      <p:sp>
        <p:nvSpPr>
          <p:cNvPr id="28" name="Заголовок 27">
            <a:extLst>
              <a:ext uri="{FF2B5EF4-FFF2-40B4-BE49-F238E27FC236}">
                <a16:creationId xmlns:a16="http://schemas.microsoft.com/office/drawing/2014/main" id="{FE79497B-A484-4516-A77B-2C216AD64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6FC00D5-644F-4BC6-AD7C-F62CDDF57F7D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pPr>
              <a:defRPr/>
            </a:pPr>
            <a:fld id="{53BF891E-63B0-45CA-9A92-96A490F157EC}" type="slidenum">
              <a:rPr lang="ru-RU" smtClean="0"/>
              <a:pPr>
                <a:defRPr/>
              </a:pPr>
              <a:t>22</a:t>
            </a:fld>
            <a:endParaRPr lang="ru-RU" dirty="0"/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30D8E888-16AC-4928-90F5-6D4E387442A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0" name="Текст 29">
            <a:extLst>
              <a:ext uri="{FF2B5EF4-FFF2-40B4-BE49-F238E27FC236}">
                <a16:creationId xmlns:a16="http://schemas.microsoft.com/office/drawing/2014/main" id="{6CB06291-3665-42C6-BCBB-33B06CB6ABB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1" name="Текст 30">
            <a:extLst>
              <a:ext uri="{FF2B5EF4-FFF2-40B4-BE49-F238E27FC236}">
                <a16:creationId xmlns:a16="http://schemas.microsoft.com/office/drawing/2014/main" id="{9F1E9A7A-B808-4F82-AB37-F0B207CE76E7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1" name="Текст 50">
            <a:extLst>
              <a:ext uri="{FF2B5EF4-FFF2-40B4-BE49-F238E27FC236}">
                <a16:creationId xmlns:a16="http://schemas.microsoft.com/office/drawing/2014/main" id="{7282016E-348A-426C-B454-7F92FEA4ABE4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2" name="Текст 51">
            <a:extLst>
              <a:ext uri="{FF2B5EF4-FFF2-40B4-BE49-F238E27FC236}">
                <a16:creationId xmlns:a16="http://schemas.microsoft.com/office/drawing/2014/main" id="{22BC41F0-650D-4CE7-92F1-45DDCEE3578A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3" name="Текст 52">
            <a:extLst>
              <a:ext uri="{FF2B5EF4-FFF2-40B4-BE49-F238E27FC236}">
                <a16:creationId xmlns:a16="http://schemas.microsoft.com/office/drawing/2014/main" id="{150F7C08-0205-4192-81AA-E21CD93C2771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/>
        <p:txBody>
          <a:bodyPr/>
          <a:lstStyle/>
          <a:p>
            <a:endParaRPr lang="ru-RU"/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4CB9DB1E-88AD-4BF6-8DC5-429218DEF8F9}"/>
              </a:ext>
            </a:extLst>
          </p:cNvPr>
          <p:cNvGrpSpPr/>
          <p:nvPr/>
        </p:nvGrpSpPr>
        <p:grpSpPr>
          <a:xfrm>
            <a:off x="583801" y="1588254"/>
            <a:ext cx="402446" cy="366840"/>
            <a:chOff x="583801" y="1588254"/>
            <a:chExt cx="402446" cy="366840"/>
          </a:xfrm>
        </p:grpSpPr>
        <p:pic>
          <p:nvPicPr>
            <p:cNvPr id="16" name="Vector 28 (Stroke) [Figma I9887:47699;7965:11835]" descr="Vector 28 (Stroke). векторный контур">
              <a:extLst>
                <a:ext uri="{FF2B5EF4-FFF2-40B4-BE49-F238E27FC236}">
                  <a16:creationId xmlns:a16="http://schemas.microsoft.com/office/drawing/2014/main" id="{7E26659C-AFCA-40E3-98AE-948476D70A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08454" y="1592905"/>
              <a:ext cx="271986" cy="362189"/>
            </a:xfrm>
            <a:prstGeom prst="rect">
              <a:avLst/>
            </a:prstGeom>
          </p:spPr>
        </p:pic>
        <p:pic>
          <p:nvPicPr>
            <p:cNvPr id="17" name="Vector 29 (Stroke) [Figma I9887:47699;7965:11836]" descr="Vector 29 (Stroke). векторный контур">
              <a:extLst>
                <a:ext uri="{FF2B5EF4-FFF2-40B4-BE49-F238E27FC236}">
                  <a16:creationId xmlns:a16="http://schemas.microsoft.com/office/drawing/2014/main" id="{07277865-6443-4EA5-B6CB-A08439D826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3801" y="1588254"/>
              <a:ext cx="402446" cy="324090"/>
            </a:xfrm>
            <a:prstGeom prst="rect">
              <a:avLst/>
            </a:prstGeom>
          </p:spPr>
        </p:pic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921901B0-AEAF-4FB7-ADFC-D6B6CCB23EBB}"/>
              </a:ext>
            </a:extLst>
          </p:cNvPr>
          <p:cNvGrpSpPr/>
          <p:nvPr/>
        </p:nvGrpSpPr>
        <p:grpSpPr>
          <a:xfrm>
            <a:off x="4423936" y="1555922"/>
            <a:ext cx="427213" cy="427213"/>
            <a:chOff x="4423936" y="1555922"/>
            <a:chExt cx="427213" cy="427213"/>
          </a:xfrm>
        </p:grpSpPr>
        <p:pic>
          <p:nvPicPr>
            <p:cNvPr id="19" name="Star 3 (Stroke) [Figma I9887:47712;7965:11807]" descr="Star 3 (Stroke). векторный контур">
              <a:extLst>
                <a:ext uri="{FF2B5EF4-FFF2-40B4-BE49-F238E27FC236}">
                  <a16:creationId xmlns:a16="http://schemas.microsoft.com/office/drawing/2014/main" id="{162322BB-CA84-45F5-B432-753B2206194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423936" y="1555922"/>
              <a:ext cx="427213" cy="427213"/>
            </a:xfrm>
            <a:prstGeom prst="rect">
              <a:avLst/>
            </a:prstGeom>
          </p:spPr>
        </p:pic>
        <p:pic>
          <p:nvPicPr>
            <p:cNvPr id="20" name="Vector 32 (Stroke) [Figma I9887:47712;7965:11808]" descr="Vector 32 (Stroke). векторный контур">
              <a:extLst>
                <a:ext uri="{FF2B5EF4-FFF2-40B4-BE49-F238E27FC236}">
                  <a16:creationId xmlns:a16="http://schemas.microsoft.com/office/drawing/2014/main" id="{F48EDB3F-6A1D-4339-BE29-75F3DD61747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555251" y="1709992"/>
              <a:ext cx="162833" cy="119940"/>
            </a:xfrm>
            <a:prstGeom prst="rect">
              <a:avLst/>
            </a:prstGeom>
          </p:spPr>
        </p:pic>
      </p:grp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8CBDB383-C71A-4EF1-93EA-FFD3130A81CA}"/>
              </a:ext>
            </a:extLst>
          </p:cNvPr>
          <p:cNvGrpSpPr/>
          <p:nvPr/>
        </p:nvGrpSpPr>
        <p:grpSpPr>
          <a:xfrm>
            <a:off x="8276172" y="1573607"/>
            <a:ext cx="427215" cy="391855"/>
            <a:chOff x="8276172" y="1573607"/>
            <a:chExt cx="427215" cy="391855"/>
          </a:xfrm>
        </p:grpSpPr>
        <p:pic>
          <p:nvPicPr>
            <p:cNvPr id="22" name="Vector [Figma I9887:47725;7965:11814]" descr="Vector. векторный контур">
              <a:extLst>
                <a:ext uri="{FF2B5EF4-FFF2-40B4-BE49-F238E27FC236}">
                  <a16:creationId xmlns:a16="http://schemas.microsoft.com/office/drawing/2014/main" id="{9EFFCAEF-927E-41B5-B8D3-DCA85ABBD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276172" y="1573607"/>
              <a:ext cx="281892" cy="391855"/>
            </a:xfrm>
            <a:prstGeom prst="rect">
              <a:avLst/>
            </a:prstGeom>
          </p:spPr>
        </p:pic>
        <p:pic>
          <p:nvPicPr>
            <p:cNvPr id="23" name="Union [Figma I9887:47725;7965:11815]" descr="Union. векторный контур">
              <a:extLst>
                <a:ext uri="{FF2B5EF4-FFF2-40B4-BE49-F238E27FC236}">
                  <a16:creationId xmlns:a16="http://schemas.microsoft.com/office/drawing/2014/main" id="{EF780580-A65D-4505-874F-69D35F9ACC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518231" y="1573607"/>
              <a:ext cx="185156" cy="391855"/>
            </a:xfrm>
            <a:prstGeom prst="rect">
              <a:avLst/>
            </a:prstGeom>
          </p:spPr>
        </p:pic>
      </p:grpSp>
      <p:pic>
        <p:nvPicPr>
          <p:cNvPr id="54" name="Рисунок 53">
            <a:extLst>
              <a:ext uri="{FF2B5EF4-FFF2-40B4-BE49-F238E27FC236}">
                <a16:creationId xmlns:a16="http://schemas.microsoft.com/office/drawing/2014/main" id="{7887B371-833F-4DF7-A514-8E4378269DBF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1093" t="30180" r="1555" b="31637"/>
          <a:stretch>
            <a:fillRect/>
          </a:stretch>
        </p:blipFill>
        <p:spPr>
          <a:xfrm>
            <a:off x="4216412" y="4509238"/>
            <a:ext cx="3726000" cy="1836000"/>
          </a:xfrm>
          <a:prstGeom prst="roundRect">
            <a:avLst>
              <a:gd name="adj" fmla="val 5876"/>
            </a:avLst>
          </a:prstGeom>
        </p:spPr>
      </p:pic>
      <p:pic>
        <p:nvPicPr>
          <p:cNvPr id="55" name="Рисунок 54">
            <a:extLst>
              <a:ext uri="{FF2B5EF4-FFF2-40B4-BE49-F238E27FC236}">
                <a16:creationId xmlns:a16="http://schemas.microsoft.com/office/drawing/2014/main" id="{3E474890-3960-4B36-AAD6-AC07319510F8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1702" r="494" b="18025"/>
          <a:stretch>
            <a:fillRect/>
          </a:stretch>
        </p:blipFill>
        <p:spPr>
          <a:xfrm>
            <a:off x="8075613" y="4509238"/>
            <a:ext cx="3726000" cy="1836000"/>
          </a:xfrm>
          <a:prstGeom prst="roundRect">
            <a:avLst>
              <a:gd name="adj" fmla="val 6706"/>
            </a:avLst>
          </a:prstGeom>
        </p:spPr>
      </p:pic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F81B16F3-4B61-4F3C-B8CA-2C56F67417C5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1680" t="4409" r="1970" b="24376"/>
          <a:stretch>
            <a:fillRect/>
          </a:stretch>
        </p:blipFill>
        <p:spPr>
          <a:xfrm>
            <a:off x="370843" y="4509238"/>
            <a:ext cx="3726000" cy="1836000"/>
          </a:xfrm>
          <a:prstGeom prst="roundRect">
            <a:avLst>
              <a:gd name="adj" fmla="val 6291"/>
            </a:avLst>
          </a:prstGeom>
        </p:spPr>
      </p:pic>
    </p:spTree>
    <p:extLst>
      <p:ext uri="{BB962C8B-B14F-4D97-AF65-F5344CB8AC3E}">
        <p14:creationId xmlns:p14="http://schemas.microsoft.com/office/powerpoint/2010/main" val="6341999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to-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Группа 30">
            <a:extLst>
              <a:ext uri="{FF2B5EF4-FFF2-40B4-BE49-F238E27FC236}">
                <a16:creationId xmlns:a16="http://schemas.microsoft.com/office/drawing/2014/main" id="{27EB2113-F98E-43AD-AA95-37EF261973E7}"/>
              </a:ext>
            </a:extLst>
          </p:cNvPr>
          <p:cNvGrpSpPr/>
          <p:nvPr/>
        </p:nvGrpSpPr>
        <p:grpSpPr>
          <a:xfrm>
            <a:off x="374918" y="1375328"/>
            <a:ext cx="2755544" cy="4974512"/>
            <a:chOff x="374918" y="1375328"/>
            <a:chExt cx="2755544" cy="4974512"/>
          </a:xfrm>
        </p:grpSpPr>
        <p:sp>
          <p:nvSpPr>
            <p:cNvPr id="32" name="Frame — фон [Figma 9043:6367:background]">
              <a:extLst>
                <a:ext uri="{FF2B5EF4-FFF2-40B4-BE49-F238E27FC236}">
                  <a16:creationId xmlns:a16="http://schemas.microsoft.com/office/drawing/2014/main" id="{778CAE78-0C25-4A61-A49A-EC002D9AD60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75657" y="2165295"/>
              <a:ext cx="2754067" cy="4184545"/>
            </a:xfrm>
            <a:prstGeom prst="round2SameRect">
              <a:avLst>
                <a:gd name="adj1" fmla="val 6018"/>
                <a:gd name="adj2" fmla="val 0"/>
              </a:avLst>
            </a:prstGeom>
            <a:solidFill>
              <a:srgbClr val="EAEDF5">
                <a:alpha val="50195"/>
              </a:srgbClr>
            </a:solidFill>
            <a:ln w="12700">
              <a:solidFill>
                <a:srgbClr val="FFFFFF">
                  <a:alpha val="0"/>
                </a:srgbClr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TB Group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TB Group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TB Group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TB Group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TB Group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9pPr>
            </a:lstStyle>
            <a:p>
              <a:pPr eaLnBrk="1" hangingPunct="1">
                <a:defRPr/>
              </a:pPr>
              <a:endParaRPr lang="ru-RU" altLang="ru-RU" dirty="0">
                <a:latin typeface="VTB Group Book" panose="020B0503040504020204" pitchFamily="34" charset="-52"/>
              </a:endParaRPr>
            </a:p>
          </p:txBody>
        </p:sp>
        <p:sp>
          <p:nvSpPr>
            <p:cNvPr id="33" name="Прямоугольник: скругленные верхние углы 32">
              <a:extLst>
                <a:ext uri="{FF2B5EF4-FFF2-40B4-BE49-F238E27FC236}">
                  <a16:creationId xmlns:a16="http://schemas.microsoft.com/office/drawing/2014/main" id="{D4E0BAAE-E0F5-4353-BDB4-1827269E0FDA}"/>
                </a:ext>
              </a:extLst>
            </p:cNvPr>
            <p:cNvSpPr/>
            <p:nvPr userDrawn="1"/>
          </p:nvSpPr>
          <p:spPr>
            <a:xfrm>
              <a:off x="374918" y="1375328"/>
              <a:ext cx="2755544" cy="788400"/>
            </a:xfrm>
            <a:prstGeom prst="round2SameRect">
              <a:avLst>
                <a:gd name="adj1" fmla="val 14734"/>
                <a:gd name="adj2" fmla="val 0"/>
              </a:avLst>
            </a:prstGeom>
            <a:solidFill>
              <a:srgbClr val="EAED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VTB Group Book" panose="020B0503040504020204" pitchFamily="34" charset="-52"/>
              </a:endParaRPr>
            </a:p>
          </p:txBody>
        </p:sp>
      </p:grp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D567325C-3CA3-48C1-8208-C9EC3581092D}"/>
              </a:ext>
            </a:extLst>
          </p:cNvPr>
          <p:cNvGrpSpPr/>
          <p:nvPr/>
        </p:nvGrpSpPr>
        <p:grpSpPr>
          <a:xfrm>
            <a:off x="3282862" y="1375329"/>
            <a:ext cx="2755544" cy="4974512"/>
            <a:chOff x="3282862" y="1375329"/>
            <a:chExt cx="2755544" cy="4974512"/>
          </a:xfrm>
        </p:grpSpPr>
        <p:sp>
          <p:nvSpPr>
            <p:cNvPr id="35" name="Frame — фон [Figma 9043:6367:background]">
              <a:extLst>
                <a:ext uri="{FF2B5EF4-FFF2-40B4-BE49-F238E27FC236}">
                  <a16:creationId xmlns:a16="http://schemas.microsoft.com/office/drawing/2014/main" id="{AFEC47FD-5F4E-4E50-8770-9FB6651A84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283601" y="2165296"/>
              <a:ext cx="2754067" cy="4184545"/>
            </a:xfrm>
            <a:prstGeom prst="round2SameRect">
              <a:avLst>
                <a:gd name="adj1" fmla="val 6018"/>
                <a:gd name="adj2" fmla="val 0"/>
              </a:avLst>
            </a:prstGeom>
            <a:solidFill>
              <a:srgbClr val="EAEDF5">
                <a:alpha val="50195"/>
              </a:srgbClr>
            </a:solidFill>
            <a:ln w="12700">
              <a:solidFill>
                <a:srgbClr val="FFFFFF">
                  <a:alpha val="0"/>
                </a:srgbClr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TB Group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TB Group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TB Group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TB Group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TB Group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9pPr>
            </a:lstStyle>
            <a:p>
              <a:pPr eaLnBrk="1" hangingPunct="1">
                <a:defRPr/>
              </a:pPr>
              <a:endParaRPr lang="ru-RU" altLang="ru-RU" dirty="0">
                <a:latin typeface="VTB Group Book" panose="020B0503040504020204" pitchFamily="34" charset="-52"/>
              </a:endParaRPr>
            </a:p>
          </p:txBody>
        </p:sp>
        <p:sp>
          <p:nvSpPr>
            <p:cNvPr id="36" name="Прямоугольник: скругленные верхние углы 35">
              <a:extLst>
                <a:ext uri="{FF2B5EF4-FFF2-40B4-BE49-F238E27FC236}">
                  <a16:creationId xmlns:a16="http://schemas.microsoft.com/office/drawing/2014/main" id="{1F176F72-12E6-4E4F-AB03-3E6E0EE45346}"/>
                </a:ext>
              </a:extLst>
            </p:cNvPr>
            <p:cNvSpPr/>
            <p:nvPr userDrawn="1"/>
          </p:nvSpPr>
          <p:spPr>
            <a:xfrm>
              <a:off x="3282862" y="1375329"/>
              <a:ext cx="2755544" cy="788400"/>
            </a:xfrm>
            <a:prstGeom prst="round2SameRect">
              <a:avLst>
                <a:gd name="adj1" fmla="val 14734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VTB Group Book" panose="020B0503040504020204" pitchFamily="34" charset="-52"/>
              </a:endParaRPr>
            </a:p>
          </p:txBody>
        </p:sp>
      </p:grpSp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0B9BFC71-B826-4BB5-BA7C-C0F66F39DA28}"/>
              </a:ext>
            </a:extLst>
          </p:cNvPr>
          <p:cNvGrpSpPr/>
          <p:nvPr/>
        </p:nvGrpSpPr>
        <p:grpSpPr>
          <a:xfrm>
            <a:off x="6152550" y="1384374"/>
            <a:ext cx="2755544" cy="4974512"/>
            <a:chOff x="6152550" y="1384374"/>
            <a:chExt cx="2755544" cy="4974512"/>
          </a:xfrm>
        </p:grpSpPr>
        <p:sp>
          <p:nvSpPr>
            <p:cNvPr id="38" name="Прямоугольник: скругленные верхние углы 37">
              <a:extLst>
                <a:ext uri="{FF2B5EF4-FFF2-40B4-BE49-F238E27FC236}">
                  <a16:creationId xmlns:a16="http://schemas.microsoft.com/office/drawing/2014/main" id="{324902D0-7E89-4E64-8BFC-D573D396125C}"/>
                </a:ext>
              </a:extLst>
            </p:cNvPr>
            <p:cNvSpPr/>
            <p:nvPr userDrawn="1"/>
          </p:nvSpPr>
          <p:spPr>
            <a:xfrm>
              <a:off x="6152550" y="1384374"/>
              <a:ext cx="2755544" cy="788400"/>
            </a:xfrm>
            <a:prstGeom prst="round2SameRect">
              <a:avLst>
                <a:gd name="adj1" fmla="val 14734"/>
                <a:gd name="adj2" fmla="val 0"/>
              </a:avLst>
            </a:prstGeom>
            <a:gradFill>
              <a:gsLst>
                <a:gs pos="30000">
                  <a:schemeClr val="accent1"/>
                </a:gs>
                <a:gs pos="100000">
                  <a:schemeClr val="accent4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VTB Group Book" panose="020B0503040504020204" pitchFamily="34" charset="-52"/>
              </a:endParaRPr>
            </a:p>
          </p:txBody>
        </p:sp>
        <p:sp>
          <p:nvSpPr>
            <p:cNvPr id="39" name="Frame — фон [Figma 9043:6367:background]">
              <a:extLst>
                <a:ext uri="{FF2B5EF4-FFF2-40B4-BE49-F238E27FC236}">
                  <a16:creationId xmlns:a16="http://schemas.microsoft.com/office/drawing/2014/main" id="{5B32A80D-B472-4C33-B1A9-C84946A865D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6153289" y="2174341"/>
              <a:ext cx="2754067" cy="4184545"/>
            </a:xfrm>
            <a:prstGeom prst="round2SameRect">
              <a:avLst>
                <a:gd name="adj1" fmla="val 6018"/>
                <a:gd name="adj2" fmla="val 0"/>
              </a:avLst>
            </a:prstGeom>
            <a:solidFill>
              <a:srgbClr val="EAEDF5">
                <a:alpha val="50195"/>
              </a:srgbClr>
            </a:solidFill>
            <a:ln w="12700">
              <a:solidFill>
                <a:srgbClr val="FFFFFF">
                  <a:alpha val="0"/>
                </a:srgbClr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TB Group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TB Group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TB Group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TB Group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TB Group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9pPr>
            </a:lstStyle>
            <a:p>
              <a:pPr eaLnBrk="1" hangingPunct="1">
                <a:defRPr/>
              </a:pPr>
              <a:endParaRPr lang="ru-RU" altLang="ru-RU" dirty="0">
                <a:latin typeface="VTB Group Book" panose="020B0503040504020204" pitchFamily="34" charset="-52"/>
              </a:endParaRPr>
            </a:p>
          </p:txBody>
        </p:sp>
      </p:grp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FDFCD59E-2D04-4A8D-977C-FAF603B5723A}"/>
              </a:ext>
            </a:extLst>
          </p:cNvPr>
          <p:cNvGrpSpPr/>
          <p:nvPr/>
        </p:nvGrpSpPr>
        <p:grpSpPr>
          <a:xfrm>
            <a:off x="9061538" y="1375330"/>
            <a:ext cx="2755544" cy="4974512"/>
            <a:chOff x="9061538" y="1375330"/>
            <a:chExt cx="2755544" cy="4974512"/>
          </a:xfrm>
        </p:grpSpPr>
        <p:sp>
          <p:nvSpPr>
            <p:cNvPr id="41" name="Прямоугольник: скругленные верхние углы 40">
              <a:extLst>
                <a:ext uri="{FF2B5EF4-FFF2-40B4-BE49-F238E27FC236}">
                  <a16:creationId xmlns:a16="http://schemas.microsoft.com/office/drawing/2014/main" id="{8A08CDE1-E33B-4B69-857F-1546AB4A43CE}"/>
                </a:ext>
              </a:extLst>
            </p:cNvPr>
            <p:cNvSpPr/>
            <p:nvPr userDrawn="1"/>
          </p:nvSpPr>
          <p:spPr>
            <a:xfrm>
              <a:off x="9061538" y="1375330"/>
              <a:ext cx="2755544" cy="788400"/>
            </a:xfrm>
            <a:prstGeom prst="round2SameRect">
              <a:avLst>
                <a:gd name="adj1" fmla="val 14734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VTB Group Book" panose="020B0503040504020204" pitchFamily="34" charset="-52"/>
              </a:endParaRPr>
            </a:p>
          </p:txBody>
        </p:sp>
        <p:sp>
          <p:nvSpPr>
            <p:cNvPr id="42" name="Frame — фон [Figma 9043:6367:background]">
              <a:extLst>
                <a:ext uri="{FF2B5EF4-FFF2-40B4-BE49-F238E27FC236}">
                  <a16:creationId xmlns:a16="http://schemas.microsoft.com/office/drawing/2014/main" id="{718EEDAB-7B75-4C7F-96AB-4242A7A51CD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9062277" y="2165297"/>
              <a:ext cx="2754067" cy="4184545"/>
            </a:xfrm>
            <a:prstGeom prst="round2SameRect">
              <a:avLst>
                <a:gd name="adj1" fmla="val 6018"/>
                <a:gd name="adj2" fmla="val 0"/>
              </a:avLst>
            </a:prstGeom>
            <a:solidFill>
              <a:srgbClr val="EAEDF5">
                <a:alpha val="50195"/>
              </a:srgbClr>
            </a:solidFill>
            <a:ln w="12700">
              <a:solidFill>
                <a:srgbClr val="FFFFFF">
                  <a:alpha val="0"/>
                </a:srgbClr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TB Group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TB Group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TB Group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TB Group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TB Group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9pPr>
            </a:lstStyle>
            <a:p>
              <a:pPr eaLnBrk="1" hangingPunct="1">
                <a:defRPr/>
              </a:pPr>
              <a:endParaRPr lang="ru-RU" altLang="ru-RU" dirty="0">
                <a:latin typeface="VTB Group Book" panose="020B0503040504020204" pitchFamily="34" charset="-52"/>
              </a:endParaRPr>
            </a:p>
          </p:txBody>
        </p:sp>
      </p:grpSp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82410A12-58A2-4A0B-AA92-6297DEB50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2452441C-0D44-42DA-B66F-AD476C4DF74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071D3A7-70EB-407D-B756-348F1B27F62C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pPr>
              <a:defRPr/>
            </a:pPr>
            <a:fld id="{53BF891E-63B0-45CA-9A92-96A490F157EC}" type="slidenum">
              <a:rPr lang="ru-RU" smtClean="0"/>
              <a:pPr>
                <a:defRPr/>
              </a:pPr>
              <a:t>23</a:t>
            </a:fld>
            <a:endParaRPr lang="ru-RU" dirty="0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99D69F14-C699-4EEA-9A8C-601604F1AAB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1A9AC685-0D7E-40C3-B583-F00E35945DA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AC8C545A-34FF-4D21-9117-0218211CDF82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89F0E474-255F-41E9-9D8E-AE9D23FAB34B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75066816-370F-415A-9C9D-12E5C58FB334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EC68152C-3E8F-4EF2-B4CB-DFF06577B5AF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8F412C29-3200-4280-A70F-67E4AC404945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/>
        <p:txBody>
          <a:bodyPr/>
          <a:lstStyle/>
          <a:p>
            <a:endParaRPr lang="ru-RU"/>
          </a:p>
        </p:txBody>
      </p: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5B2C43CF-512B-4387-B5B4-497D30AFC54C}"/>
              </a:ext>
            </a:extLst>
          </p:cNvPr>
          <p:cNvGrpSpPr/>
          <p:nvPr/>
        </p:nvGrpSpPr>
        <p:grpSpPr>
          <a:xfrm>
            <a:off x="3460877" y="1555922"/>
            <a:ext cx="427213" cy="427213"/>
            <a:chOff x="3460877" y="1555922"/>
            <a:chExt cx="427213" cy="427213"/>
          </a:xfrm>
        </p:grpSpPr>
        <p:pic>
          <p:nvPicPr>
            <p:cNvPr id="20" name="Star 3 (Stroke) [Figma I9887:51823;7965:11807]" descr="Star 3 (Stroke). векторный контур">
              <a:extLst>
                <a:ext uri="{FF2B5EF4-FFF2-40B4-BE49-F238E27FC236}">
                  <a16:creationId xmlns:a16="http://schemas.microsoft.com/office/drawing/2014/main" id="{795D73D3-AA41-4B4E-BD18-EA800E4B70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460877" y="1555922"/>
              <a:ext cx="427213" cy="427213"/>
            </a:xfrm>
            <a:prstGeom prst="rect">
              <a:avLst/>
            </a:prstGeom>
          </p:spPr>
        </p:pic>
        <p:pic>
          <p:nvPicPr>
            <p:cNvPr id="21" name="Vector 32 (Stroke) [Figma I9887:51823;7965:11808]" descr="Vector 32 (Stroke). векторный контур">
              <a:extLst>
                <a:ext uri="{FF2B5EF4-FFF2-40B4-BE49-F238E27FC236}">
                  <a16:creationId xmlns:a16="http://schemas.microsoft.com/office/drawing/2014/main" id="{3DFAAB6E-3AC4-4DE0-8AC9-751A497324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592193" y="1709992"/>
              <a:ext cx="162833" cy="119940"/>
            </a:xfrm>
            <a:prstGeom prst="rect">
              <a:avLst/>
            </a:prstGeom>
          </p:spPr>
        </p:pic>
      </p:grp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7BB8208D-89F0-450E-887F-CB309ED5F403}"/>
              </a:ext>
            </a:extLst>
          </p:cNvPr>
          <p:cNvGrpSpPr/>
          <p:nvPr/>
        </p:nvGrpSpPr>
        <p:grpSpPr>
          <a:xfrm>
            <a:off x="6350055" y="1573607"/>
            <a:ext cx="427216" cy="391855"/>
            <a:chOff x="6350055" y="1573607"/>
            <a:chExt cx="427216" cy="391855"/>
          </a:xfrm>
        </p:grpSpPr>
        <p:pic>
          <p:nvPicPr>
            <p:cNvPr id="23" name="Vector [Figma I9887:51844;7965:11814]" descr="Vector. векторный контур">
              <a:extLst>
                <a:ext uri="{FF2B5EF4-FFF2-40B4-BE49-F238E27FC236}">
                  <a16:creationId xmlns:a16="http://schemas.microsoft.com/office/drawing/2014/main" id="{3F7A3846-FEB3-46AB-BB47-DEDD27EB518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350055" y="1573607"/>
              <a:ext cx="281892" cy="391855"/>
            </a:xfrm>
            <a:prstGeom prst="rect">
              <a:avLst/>
            </a:prstGeom>
          </p:spPr>
        </p:pic>
        <p:pic>
          <p:nvPicPr>
            <p:cNvPr id="24" name="Union [Figma I9887:51844;7965:11815]" descr="Union. векторный контур">
              <a:extLst>
                <a:ext uri="{FF2B5EF4-FFF2-40B4-BE49-F238E27FC236}">
                  <a16:creationId xmlns:a16="http://schemas.microsoft.com/office/drawing/2014/main" id="{09AA4AA7-28B1-417E-BC0E-79C8461267F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592115" y="1573607"/>
              <a:ext cx="185156" cy="391855"/>
            </a:xfrm>
            <a:prstGeom prst="rect">
              <a:avLst/>
            </a:prstGeom>
          </p:spPr>
        </p:pic>
      </p:grp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219EEFBA-E7C7-4836-A275-337048A7D6FD}"/>
              </a:ext>
            </a:extLst>
          </p:cNvPr>
          <p:cNvGrpSpPr/>
          <p:nvPr/>
        </p:nvGrpSpPr>
        <p:grpSpPr>
          <a:xfrm>
            <a:off x="9239233" y="1573607"/>
            <a:ext cx="427216" cy="391855"/>
            <a:chOff x="9239233" y="1573607"/>
            <a:chExt cx="427216" cy="391855"/>
          </a:xfrm>
        </p:grpSpPr>
        <p:pic>
          <p:nvPicPr>
            <p:cNvPr id="26" name="Vector [Figma I9887:51865;7965:11814]" descr="Vector. векторный контур">
              <a:extLst>
                <a:ext uri="{FF2B5EF4-FFF2-40B4-BE49-F238E27FC236}">
                  <a16:creationId xmlns:a16="http://schemas.microsoft.com/office/drawing/2014/main" id="{3295E843-29FA-4A60-A10D-488376777FD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39233" y="1573607"/>
              <a:ext cx="281892" cy="391855"/>
            </a:xfrm>
            <a:prstGeom prst="rect">
              <a:avLst/>
            </a:prstGeom>
          </p:spPr>
        </p:pic>
        <p:pic>
          <p:nvPicPr>
            <p:cNvPr id="27" name="Union [Figma I9887:51865;7965:11815]" descr="Union. векторный контур">
              <a:extLst>
                <a:ext uri="{FF2B5EF4-FFF2-40B4-BE49-F238E27FC236}">
                  <a16:creationId xmlns:a16="http://schemas.microsoft.com/office/drawing/2014/main" id="{BFC9E6E4-79E1-42AB-8118-FF56E84AB97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481293" y="1573607"/>
              <a:ext cx="185156" cy="391855"/>
            </a:xfrm>
            <a:prstGeom prst="rect">
              <a:avLst/>
            </a:prstGeom>
          </p:spPr>
        </p:pic>
      </p:grp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81EC56D9-7094-4D9D-B0FA-6F5A8FA5764E}"/>
              </a:ext>
            </a:extLst>
          </p:cNvPr>
          <p:cNvGrpSpPr/>
          <p:nvPr/>
        </p:nvGrpSpPr>
        <p:grpSpPr>
          <a:xfrm>
            <a:off x="583801" y="1588254"/>
            <a:ext cx="402446" cy="366840"/>
            <a:chOff x="583801" y="1588254"/>
            <a:chExt cx="402446" cy="366840"/>
          </a:xfrm>
        </p:grpSpPr>
        <p:pic>
          <p:nvPicPr>
            <p:cNvPr id="29" name="Vector 28 (Stroke) [Figma I9887:51808;7965:11835]" descr="Vector 28 (Stroke). векторный контур">
              <a:extLst>
                <a:ext uri="{FF2B5EF4-FFF2-40B4-BE49-F238E27FC236}">
                  <a16:creationId xmlns:a16="http://schemas.microsoft.com/office/drawing/2014/main" id="{F6E54ED5-BA3E-4153-B3F9-6E033EC1B2F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08454" y="1592905"/>
              <a:ext cx="271986" cy="362189"/>
            </a:xfrm>
            <a:prstGeom prst="rect">
              <a:avLst/>
            </a:prstGeom>
          </p:spPr>
        </p:pic>
        <p:pic>
          <p:nvPicPr>
            <p:cNvPr id="30" name="Vector 29 (Stroke) [Figma I9887:51808;7965:11836]" descr="Vector 29 (Stroke). векторный контур">
              <a:extLst>
                <a:ext uri="{FF2B5EF4-FFF2-40B4-BE49-F238E27FC236}">
                  <a16:creationId xmlns:a16="http://schemas.microsoft.com/office/drawing/2014/main" id="{6C354436-8254-42FC-9FAA-F6360674A46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83801" y="1588254"/>
              <a:ext cx="402446" cy="3240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651465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to-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3E6030E6-D281-49D5-8BA0-B729F9DB668D}"/>
              </a:ext>
            </a:extLst>
          </p:cNvPr>
          <p:cNvGrpSpPr/>
          <p:nvPr/>
        </p:nvGrpSpPr>
        <p:grpSpPr>
          <a:xfrm>
            <a:off x="374918" y="1375328"/>
            <a:ext cx="2762918" cy="3050511"/>
            <a:chOff x="374918" y="1375328"/>
            <a:chExt cx="2762918" cy="3050511"/>
          </a:xfrm>
        </p:grpSpPr>
        <p:sp>
          <p:nvSpPr>
            <p:cNvPr id="38" name="Frame — фон [Figma 9043:6367:background]">
              <a:extLst>
                <a:ext uri="{FF2B5EF4-FFF2-40B4-BE49-F238E27FC236}">
                  <a16:creationId xmlns:a16="http://schemas.microsoft.com/office/drawing/2014/main" id="{27C8A118-C5C2-4B35-A322-F60B6056930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83769" y="2165295"/>
              <a:ext cx="2754067" cy="2260544"/>
            </a:xfrm>
            <a:prstGeom prst="round2SameRect">
              <a:avLst>
                <a:gd name="adj1" fmla="val 6018"/>
                <a:gd name="adj2" fmla="val 0"/>
              </a:avLst>
            </a:prstGeom>
            <a:solidFill>
              <a:srgbClr val="EAEDF5">
                <a:alpha val="50195"/>
              </a:srgbClr>
            </a:solidFill>
            <a:ln w="12700">
              <a:solidFill>
                <a:srgbClr val="FFFFFF">
                  <a:alpha val="0"/>
                </a:srgbClr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TB Group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TB Group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TB Group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TB Group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TB Group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9pPr>
            </a:lstStyle>
            <a:p>
              <a:pPr eaLnBrk="1" hangingPunct="1">
                <a:defRPr/>
              </a:pPr>
              <a:endParaRPr lang="ru-RU" altLang="ru-RU" dirty="0">
                <a:latin typeface="VTB Group Book" panose="020B0503040504020204" pitchFamily="34" charset="-52"/>
              </a:endParaRPr>
            </a:p>
          </p:txBody>
        </p:sp>
        <p:sp>
          <p:nvSpPr>
            <p:cNvPr id="39" name="Прямоугольник: скругленные верхние углы 38">
              <a:extLst>
                <a:ext uri="{FF2B5EF4-FFF2-40B4-BE49-F238E27FC236}">
                  <a16:creationId xmlns:a16="http://schemas.microsoft.com/office/drawing/2014/main" id="{5D15A36A-5A49-48DD-B5D3-76299595B973}"/>
                </a:ext>
              </a:extLst>
            </p:cNvPr>
            <p:cNvSpPr/>
            <p:nvPr userDrawn="1"/>
          </p:nvSpPr>
          <p:spPr>
            <a:xfrm>
              <a:off x="374918" y="1375328"/>
              <a:ext cx="2755544" cy="788400"/>
            </a:xfrm>
            <a:prstGeom prst="round2SameRect">
              <a:avLst>
                <a:gd name="adj1" fmla="val 14734"/>
                <a:gd name="adj2" fmla="val 0"/>
              </a:avLst>
            </a:prstGeom>
            <a:solidFill>
              <a:srgbClr val="EAED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VTB Group Book" panose="020B0503040504020204" pitchFamily="34" charset="-52"/>
              </a:endParaRPr>
            </a:p>
          </p:txBody>
        </p:sp>
      </p:grp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CD4B7240-CAA3-4901-8D60-061E6768D61B}"/>
              </a:ext>
            </a:extLst>
          </p:cNvPr>
          <p:cNvGrpSpPr/>
          <p:nvPr/>
        </p:nvGrpSpPr>
        <p:grpSpPr>
          <a:xfrm>
            <a:off x="3282862" y="1375329"/>
            <a:ext cx="2755544" cy="3050509"/>
            <a:chOff x="3282862" y="1375329"/>
            <a:chExt cx="2755544" cy="3050509"/>
          </a:xfrm>
        </p:grpSpPr>
        <p:sp>
          <p:nvSpPr>
            <p:cNvPr id="41" name="Frame — фон [Figma 9043:6367:background]">
              <a:extLst>
                <a:ext uri="{FF2B5EF4-FFF2-40B4-BE49-F238E27FC236}">
                  <a16:creationId xmlns:a16="http://schemas.microsoft.com/office/drawing/2014/main" id="{BBB8DF5E-C3F4-4CB5-82BF-CDB260598D7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283600" y="2165295"/>
              <a:ext cx="2754067" cy="2260543"/>
            </a:xfrm>
            <a:prstGeom prst="round2SameRect">
              <a:avLst>
                <a:gd name="adj1" fmla="val 6018"/>
                <a:gd name="adj2" fmla="val 0"/>
              </a:avLst>
            </a:prstGeom>
            <a:solidFill>
              <a:srgbClr val="EAEDF5">
                <a:alpha val="50195"/>
              </a:srgbClr>
            </a:solidFill>
            <a:ln w="12700">
              <a:solidFill>
                <a:srgbClr val="FFFFFF">
                  <a:alpha val="0"/>
                </a:srgbClr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TB Group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TB Group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TB Group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TB Group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TB Group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9pPr>
            </a:lstStyle>
            <a:p>
              <a:pPr eaLnBrk="1" hangingPunct="1">
                <a:defRPr/>
              </a:pPr>
              <a:endParaRPr lang="ru-RU" altLang="ru-RU" dirty="0">
                <a:latin typeface="VTB Group Book" panose="020B0503040504020204" pitchFamily="34" charset="-52"/>
              </a:endParaRPr>
            </a:p>
          </p:txBody>
        </p:sp>
        <p:sp>
          <p:nvSpPr>
            <p:cNvPr id="42" name="Прямоугольник: скругленные верхние углы 41">
              <a:extLst>
                <a:ext uri="{FF2B5EF4-FFF2-40B4-BE49-F238E27FC236}">
                  <a16:creationId xmlns:a16="http://schemas.microsoft.com/office/drawing/2014/main" id="{897CF14A-7C36-49C0-A5F8-3A3FE5B2E837}"/>
                </a:ext>
              </a:extLst>
            </p:cNvPr>
            <p:cNvSpPr/>
            <p:nvPr userDrawn="1"/>
          </p:nvSpPr>
          <p:spPr>
            <a:xfrm>
              <a:off x="3282862" y="1375329"/>
              <a:ext cx="2755544" cy="788400"/>
            </a:xfrm>
            <a:prstGeom prst="round2SameRect">
              <a:avLst>
                <a:gd name="adj1" fmla="val 14734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VTB Group Book" panose="020B0503040504020204" pitchFamily="34" charset="-52"/>
              </a:endParaRPr>
            </a:p>
          </p:txBody>
        </p:sp>
      </p:grpSp>
      <p:grpSp>
        <p:nvGrpSpPr>
          <p:cNvPr id="43" name="Группа 42">
            <a:extLst>
              <a:ext uri="{FF2B5EF4-FFF2-40B4-BE49-F238E27FC236}">
                <a16:creationId xmlns:a16="http://schemas.microsoft.com/office/drawing/2014/main" id="{31DB54C9-880C-4704-9467-926276B529B3}"/>
              </a:ext>
            </a:extLst>
          </p:cNvPr>
          <p:cNvGrpSpPr/>
          <p:nvPr/>
        </p:nvGrpSpPr>
        <p:grpSpPr>
          <a:xfrm>
            <a:off x="6152550" y="1384374"/>
            <a:ext cx="2755544" cy="3050509"/>
            <a:chOff x="6152550" y="1384374"/>
            <a:chExt cx="2755544" cy="3050509"/>
          </a:xfrm>
        </p:grpSpPr>
        <p:sp>
          <p:nvSpPr>
            <p:cNvPr id="44" name="Прямоугольник: скругленные верхние углы 43">
              <a:extLst>
                <a:ext uri="{FF2B5EF4-FFF2-40B4-BE49-F238E27FC236}">
                  <a16:creationId xmlns:a16="http://schemas.microsoft.com/office/drawing/2014/main" id="{C62EC9C1-8B43-4931-9827-6585C18380B2}"/>
                </a:ext>
              </a:extLst>
            </p:cNvPr>
            <p:cNvSpPr/>
            <p:nvPr userDrawn="1"/>
          </p:nvSpPr>
          <p:spPr>
            <a:xfrm>
              <a:off x="6152550" y="1384374"/>
              <a:ext cx="2755544" cy="788400"/>
            </a:xfrm>
            <a:prstGeom prst="round2SameRect">
              <a:avLst>
                <a:gd name="adj1" fmla="val 14734"/>
                <a:gd name="adj2" fmla="val 0"/>
              </a:avLst>
            </a:prstGeom>
            <a:gradFill>
              <a:gsLst>
                <a:gs pos="30000">
                  <a:schemeClr val="accent1"/>
                </a:gs>
                <a:gs pos="100000">
                  <a:schemeClr val="accent4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VTB Group Book" panose="020B0503040504020204" pitchFamily="34" charset="-52"/>
              </a:endParaRPr>
            </a:p>
          </p:txBody>
        </p:sp>
        <p:sp>
          <p:nvSpPr>
            <p:cNvPr id="45" name="Frame — фон [Figma 9043:6367:background]">
              <a:extLst>
                <a:ext uri="{FF2B5EF4-FFF2-40B4-BE49-F238E27FC236}">
                  <a16:creationId xmlns:a16="http://schemas.microsoft.com/office/drawing/2014/main" id="{DF06DEF9-B9B0-4DB7-BDA9-73C9E359A1E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6153288" y="2174340"/>
              <a:ext cx="2754067" cy="2260543"/>
            </a:xfrm>
            <a:prstGeom prst="round2SameRect">
              <a:avLst>
                <a:gd name="adj1" fmla="val 6018"/>
                <a:gd name="adj2" fmla="val 0"/>
              </a:avLst>
            </a:prstGeom>
            <a:solidFill>
              <a:srgbClr val="EAEDF5">
                <a:alpha val="50195"/>
              </a:srgbClr>
            </a:solidFill>
            <a:ln w="12700">
              <a:solidFill>
                <a:srgbClr val="FFFFFF">
                  <a:alpha val="0"/>
                </a:srgbClr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TB Group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TB Group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TB Group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TB Group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TB Group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9pPr>
            </a:lstStyle>
            <a:p>
              <a:pPr eaLnBrk="1" hangingPunct="1">
                <a:defRPr/>
              </a:pPr>
              <a:endParaRPr lang="ru-RU" altLang="ru-RU" dirty="0">
                <a:latin typeface="VTB Group Book" panose="020B0503040504020204" pitchFamily="34" charset="-52"/>
              </a:endParaRPr>
            </a:p>
          </p:txBody>
        </p:sp>
      </p:grpSp>
      <p:grpSp>
        <p:nvGrpSpPr>
          <p:cNvPr id="46" name="Группа 45">
            <a:extLst>
              <a:ext uri="{FF2B5EF4-FFF2-40B4-BE49-F238E27FC236}">
                <a16:creationId xmlns:a16="http://schemas.microsoft.com/office/drawing/2014/main" id="{EF4804B3-756A-4C02-BAC3-A30C5DC01B1A}"/>
              </a:ext>
            </a:extLst>
          </p:cNvPr>
          <p:cNvGrpSpPr/>
          <p:nvPr/>
        </p:nvGrpSpPr>
        <p:grpSpPr>
          <a:xfrm>
            <a:off x="9061538" y="1375330"/>
            <a:ext cx="2755544" cy="3059553"/>
            <a:chOff x="9061538" y="1375330"/>
            <a:chExt cx="2755544" cy="3059553"/>
          </a:xfrm>
        </p:grpSpPr>
        <p:sp>
          <p:nvSpPr>
            <p:cNvPr id="47" name="Прямоугольник: скругленные верхние углы 46">
              <a:extLst>
                <a:ext uri="{FF2B5EF4-FFF2-40B4-BE49-F238E27FC236}">
                  <a16:creationId xmlns:a16="http://schemas.microsoft.com/office/drawing/2014/main" id="{4322D4BA-19E6-432B-89E5-BBD11F02117B}"/>
                </a:ext>
              </a:extLst>
            </p:cNvPr>
            <p:cNvSpPr/>
            <p:nvPr userDrawn="1"/>
          </p:nvSpPr>
          <p:spPr>
            <a:xfrm>
              <a:off x="9061538" y="1375330"/>
              <a:ext cx="2755544" cy="788400"/>
            </a:xfrm>
            <a:prstGeom prst="round2SameRect">
              <a:avLst>
                <a:gd name="adj1" fmla="val 14734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VTB Group Book" panose="020B0503040504020204" pitchFamily="34" charset="-52"/>
              </a:endParaRPr>
            </a:p>
          </p:txBody>
        </p:sp>
        <p:sp>
          <p:nvSpPr>
            <p:cNvPr id="48" name="Frame — фон [Figma 9043:6367:background]">
              <a:extLst>
                <a:ext uri="{FF2B5EF4-FFF2-40B4-BE49-F238E27FC236}">
                  <a16:creationId xmlns:a16="http://schemas.microsoft.com/office/drawing/2014/main" id="{979156EE-D151-482B-834B-0EC760C244E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9062276" y="2165297"/>
              <a:ext cx="2754067" cy="2269586"/>
            </a:xfrm>
            <a:prstGeom prst="round2SameRect">
              <a:avLst>
                <a:gd name="adj1" fmla="val 6018"/>
                <a:gd name="adj2" fmla="val 0"/>
              </a:avLst>
            </a:prstGeom>
            <a:solidFill>
              <a:srgbClr val="EAEDF5">
                <a:alpha val="50195"/>
              </a:srgbClr>
            </a:solidFill>
            <a:ln w="12700">
              <a:solidFill>
                <a:srgbClr val="FFFFFF">
                  <a:alpha val="0"/>
                </a:srgbClr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TB Group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TB Group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TB Group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TB Group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TB Group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9pPr>
            </a:lstStyle>
            <a:p>
              <a:pPr eaLnBrk="1" hangingPunct="1">
                <a:defRPr/>
              </a:pPr>
              <a:endParaRPr lang="ru-RU" altLang="ru-RU" dirty="0">
                <a:latin typeface="VTB Group Book" panose="020B0503040504020204" pitchFamily="34" charset="-52"/>
              </a:endParaRPr>
            </a:p>
          </p:txBody>
        </p:sp>
      </p:grpSp>
      <p:sp>
        <p:nvSpPr>
          <p:cNvPr id="12" name="Заголовок 11">
            <a:extLst>
              <a:ext uri="{FF2B5EF4-FFF2-40B4-BE49-F238E27FC236}">
                <a16:creationId xmlns:a16="http://schemas.microsoft.com/office/drawing/2014/main" id="{20B151A2-2F41-44A6-BB6B-EE3394710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ECAE3786-21AC-4DA0-AC4F-F3DA90D011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B8D68B-690F-4242-957E-BDF683DC9188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pPr>
              <a:defRPr/>
            </a:pPr>
            <a:fld id="{53BF891E-63B0-45CA-9A92-96A490F157EC}" type="slidenum">
              <a:rPr lang="ru-RU" smtClean="0"/>
              <a:pPr>
                <a:defRPr/>
              </a:pPr>
              <a:t>24</a:t>
            </a:fld>
            <a:endParaRPr lang="ru-RU" dirty="0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F73F75BF-E0E2-4E3C-9347-3A8B6C3E0F6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6EE629E6-5B8B-4201-9F10-79CC3E3CF5D0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C9BB0A07-388B-451D-B465-572ED161607D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0629A797-0CC2-4D5A-8D82-3B8E6858427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EC24F555-1931-4150-AA0A-8F1DFB29F90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551A865A-081D-432A-9721-1F0D2F8FF10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896D4922-08B1-4998-B624-EEB3DE3C5BE4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/>
        <p:txBody>
          <a:bodyPr/>
          <a:lstStyle/>
          <a:p>
            <a:endParaRPr lang="ru-RU"/>
          </a:p>
        </p:txBody>
      </p: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F06421B6-8061-4C3D-9C3D-7A856CBC87D5}"/>
              </a:ext>
            </a:extLst>
          </p:cNvPr>
          <p:cNvGrpSpPr/>
          <p:nvPr/>
        </p:nvGrpSpPr>
        <p:grpSpPr>
          <a:xfrm>
            <a:off x="3460877" y="1555922"/>
            <a:ext cx="427213" cy="427213"/>
            <a:chOff x="3460877" y="1555922"/>
            <a:chExt cx="427213" cy="427213"/>
          </a:xfrm>
        </p:grpSpPr>
        <p:pic>
          <p:nvPicPr>
            <p:cNvPr id="22" name="Star 3 (Stroke) [Figma I9887:51823;7965:11807]" descr="Star 3 (Stroke). векторный контур">
              <a:extLst>
                <a:ext uri="{FF2B5EF4-FFF2-40B4-BE49-F238E27FC236}">
                  <a16:creationId xmlns:a16="http://schemas.microsoft.com/office/drawing/2014/main" id="{59AEA724-7936-45EA-A2C4-BFB4B09F24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460877" y="1555922"/>
              <a:ext cx="427213" cy="427213"/>
            </a:xfrm>
            <a:prstGeom prst="rect">
              <a:avLst/>
            </a:prstGeom>
          </p:spPr>
        </p:pic>
        <p:pic>
          <p:nvPicPr>
            <p:cNvPr id="23" name="Vector 32 (Stroke) [Figma I9887:51823;7965:11808]" descr="Vector 32 (Stroke). векторный контур">
              <a:extLst>
                <a:ext uri="{FF2B5EF4-FFF2-40B4-BE49-F238E27FC236}">
                  <a16:creationId xmlns:a16="http://schemas.microsoft.com/office/drawing/2014/main" id="{D0E63937-E7D3-43B1-8478-62A1DCD37C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592193" y="1709992"/>
              <a:ext cx="162833" cy="119940"/>
            </a:xfrm>
            <a:prstGeom prst="rect">
              <a:avLst/>
            </a:prstGeom>
          </p:spPr>
        </p:pic>
      </p:grp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AD3E19A7-A82D-4ADA-B14A-E8AF65FC4F69}"/>
              </a:ext>
            </a:extLst>
          </p:cNvPr>
          <p:cNvGrpSpPr/>
          <p:nvPr/>
        </p:nvGrpSpPr>
        <p:grpSpPr>
          <a:xfrm>
            <a:off x="6350055" y="1573607"/>
            <a:ext cx="427216" cy="391855"/>
            <a:chOff x="6350055" y="1573607"/>
            <a:chExt cx="427216" cy="391855"/>
          </a:xfrm>
        </p:grpSpPr>
        <p:pic>
          <p:nvPicPr>
            <p:cNvPr id="25" name="Vector [Figma I9887:51844;7965:11814]" descr="Vector. векторный контур">
              <a:extLst>
                <a:ext uri="{FF2B5EF4-FFF2-40B4-BE49-F238E27FC236}">
                  <a16:creationId xmlns:a16="http://schemas.microsoft.com/office/drawing/2014/main" id="{9CCEF60E-0325-48BE-8702-F43CC706B38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350055" y="1573607"/>
              <a:ext cx="281892" cy="391855"/>
            </a:xfrm>
            <a:prstGeom prst="rect">
              <a:avLst/>
            </a:prstGeom>
          </p:spPr>
        </p:pic>
        <p:pic>
          <p:nvPicPr>
            <p:cNvPr id="26" name="Union [Figma I9887:51844;7965:11815]" descr="Union. векторный контур">
              <a:extLst>
                <a:ext uri="{FF2B5EF4-FFF2-40B4-BE49-F238E27FC236}">
                  <a16:creationId xmlns:a16="http://schemas.microsoft.com/office/drawing/2014/main" id="{07B1202C-8207-4D2E-996A-05672B27CCA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592115" y="1573607"/>
              <a:ext cx="185156" cy="391855"/>
            </a:xfrm>
            <a:prstGeom prst="rect">
              <a:avLst/>
            </a:prstGeom>
          </p:spPr>
        </p:pic>
      </p:grpSp>
      <p:grpSp>
        <p:nvGrpSpPr>
          <p:cNvPr id="27" name="Группа 26">
            <a:extLst>
              <a:ext uri="{FF2B5EF4-FFF2-40B4-BE49-F238E27FC236}">
                <a16:creationId xmlns:a16="http://schemas.microsoft.com/office/drawing/2014/main" id="{30717B98-5889-4EA2-B54A-0A50B7C883CE}"/>
              </a:ext>
            </a:extLst>
          </p:cNvPr>
          <p:cNvGrpSpPr/>
          <p:nvPr/>
        </p:nvGrpSpPr>
        <p:grpSpPr>
          <a:xfrm>
            <a:off x="9239233" y="1573607"/>
            <a:ext cx="427216" cy="391855"/>
            <a:chOff x="9239233" y="1573607"/>
            <a:chExt cx="427216" cy="391855"/>
          </a:xfrm>
        </p:grpSpPr>
        <p:pic>
          <p:nvPicPr>
            <p:cNvPr id="28" name="Vector [Figma I9887:51865;7965:11814]" descr="Vector. векторный контур">
              <a:extLst>
                <a:ext uri="{FF2B5EF4-FFF2-40B4-BE49-F238E27FC236}">
                  <a16:creationId xmlns:a16="http://schemas.microsoft.com/office/drawing/2014/main" id="{5D9ECD80-2B0F-45C7-B1AB-4D36E4869B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39233" y="1573607"/>
              <a:ext cx="281892" cy="391855"/>
            </a:xfrm>
            <a:prstGeom prst="rect">
              <a:avLst/>
            </a:prstGeom>
          </p:spPr>
        </p:pic>
        <p:pic>
          <p:nvPicPr>
            <p:cNvPr id="29" name="Union [Figma I9887:51865;7965:11815]" descr="Union. векторный контур">
              <a:extLst>
                <a:ext uri="{FF2B5EF4-FFF2-40B4-BE49-F238E27FC236}">
                  <a16:creationId xmlns:a16="http://schemas.microsoft.com/office/drawing/2014/main" id="{76E8EF28-A722-45E3-8BE9-0AAE72FD7DF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481293" y="1573607"/>
              <a:ext cx="185156" cy="391855"/>
            </a:xfrm>
            <a:prstGeom prst="rect">
              <a:avLst/>
            </a:prstGeom>
          </p:spPr>
        </p:pic>
      </p:grpSp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3248665B-37AF-40FF-8F68-75FD3D584E68}"/>
              </a:ext>
            </a:extLst>
          </p:cNvPr>
          <p:cNvGrpSpPr/>
          <p:nvPr/>
        </p:nvGrpSpPr>
        <p:grpSpPr>
          <a:xfrm>
            <a:off x="583801" y="1588254"/>
            <a:ext cx="402446" cy="366840"/>
            <a:chOff x="583801" y="1588254"/>
            <a:chExt cx="402446" cy="366840"/>
          </a:xfrm>
        </p:grpSpPr>
        <p:pic>
          <p:nvPicPr>
            <p:cNvPr id="31" name="Vector 28 (Stroke) [Figma I9887:51808;7965:11835]" descr="Vector 28 (Stroke). векторный контур">
              <a:extLst>
                <a:ext uri="{FF2B5EF4-FFF2-40B4-BE49-F238E27FC236}">
                  <a16:creationId xmlns:a16="http://schemas.microsoft.com/office/drawing/2014/main" id="{A2C3AD55-DA52-4F70-BE08-F44AF632D1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08454" y="1592905"/>
              <a:ext cx="271986" cy="362189"/>
            </a:xfrm>
            <a:prstGeom prst="rect">
              <a:avLst/>
            </a:prstGeom>
          </p:spPr>
        </p:pic>
        <p:pic>
          <p:nvPicPr>
            <p:cNvPr id="32" name="Vector 29 (Stroke) [Figma I9887:51808;7965:11836]" descr="Vector 29 (Stroke). векторный контур">
              <a:extLst>
                <a:ext uri="{FF2B5EF4-FFF2-40B4-BE49-F238E27FC236}">
                  <a16:creationId xmlns:a16="http://schemas.microsoft.com/office/drawing/2014/main" id="{8E86C5C1-1B50-4EC5-B9D7-22082B5F5BB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83801" y="1588254"/>
              <a:ext cx="402446" cy="324090"/>
            </a:xfrm>
            <a:prstGeom prst="rect">
              <a:avLst/>
            </a:prstGeom>
          </p:spPr>
        </p:pic>
      </p:grpSp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AD882C87-5C00-4FD9-9FC6-0D74D2B36B27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16494" t="9860" r="19561" b="27737"/>
          <a:stretch>
            <a:fillRect/>
          </a:stretch>
        </p:blipFill>
        <p:spPr>
          <a:xfrm>
            <a:off x="388028" y="4562487"/>
            <a:ext cx="2761200" cy="1796400"/>
          </a:xfrm>
          <a:custGeom>
            <a:avLst/>
            <a:gdLst>
              <a:gd name="connsiteX0" fmla="*/ 99377 w 2761200"/>
              <a:gd name="connsiteY0" fmla="*/ 0 h 1796400"/>
              <a:gd name="connsiteX1" fmla="*/ 2661823 w 2761200"/>
              <a:gd name="connsiteY1" fmla="*/ 0 h 1796400"/>
              <a:gd name="connsiteX2" fmla="*/ 2761200 w 2761200"/>
              <a:gd name="connsiteY2" fmla="*/ 99377 h 1796400"/>
              <a:gd name="connsiteX3" fmla="*/ 2761200 w 2761200"/>
              <a:gd name="connsiteY3" fmla="*/ 1697023 h 1796400"/>
              <a:gd name="connsiteX4" fmla="*/ 2661823 w 2761200"/>
              <a:gd name="connsiteY4" fmla="*/ 1796400 h 1796400"/>
              <a:gd name="connsiteX5" fmla="*/ 99377 w 2761200"/>
              <a:gd name="connsiteY5" fmla="*/ 1796400 h 1796400"/>
              <a:gd name="connsiteX6" fmla="*/ 0 w 2761200"/>
              <a:gd name="connsiteY6" fmla="*/ 1697023 h 1796400"/>
              <a:gd name="connsiteX7" fmla="*/ 0 w 2761200"/>
              <a:gd name="connsiteY7" fmla="*/ 99377 h 1796400"/>
              <a:gd name="connsiteX8" fmla="*/ 99377 w 2761200"/>
              <a:gd name="connsiteY8" fmla="*/ 0 h 179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61200" h="1796400">
                <a:moveTo>
                  <a:pt x="99377" y="0"/>
                </a:moveTo>
                <a:lnTo>
                  <a:pt x="2661823" y="0"/>
                </a:lnTo>
                <a:cubicBezTo>
                  <a:pt x="2716707" y="0"/>
                  <a:pt x="2761200" y="44493"/>
                  <a:pt x="2761200" y="99377"/>
                </a:cubicBezTo>
                <a:lnTo>
                  <a:pt x="2761200" y="1697023"/>
                </a:lnTo>
                <a:cubicBezTo>
                  <a:pt x="2761200" y="1751907"/>
                  <a:pt x="2716707" y="1796400"/>
                  <a:pt x="2661823" y="1796400"/>
                </a:cubicBezTo>
                <a:lnTo>
                  <a:pt x="99377" y="1796400"/>
                </a:lnTo>
                <a:cubicBezTo>
                  <a:pt x="44493" y="1796400"/>
                  <a:pt x="0" y="1751907"/>
                  <a:pt x="0" y="1697023"/>
                </a:cubicBezTo>
                <a:lnTo>
                  <a:pt x="0" y="99377"/>
                </a:lnTo>
                <a:cubicBezTo>
                  <a:pt x="0" y="44493"/>
                  <a:pt x="44493" y="0"/>
                  <a:pt x="99377" y="0"/>
                </a:cubicBezTo>
                <a:close/>
              </a:path>
            </a:pathLst>
          </a:cu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58F68DC2-3F90-4F6F-BD93-3A15D15A64D9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17463" t="4570" r="12173" b="20877"/>
          <a:stretch>
            <a:fillRect/>
          </a:stretch>
        </p:blipFill>
        <p:spPr>
          <a:xfrm>
            <a:off x="3283599" y="4562487"/>
            <a:ext cx="2761200" cy="1796400"/>
          </a:xfrm>
          <a:custGeom>
            <a:avLst/>
            <a:gdLst>
              <a:gd name="connsiteX0" fmla="*/ 99377 w 2761200"/>
              <a:gd name="connsiteY0" fmla="*/ 0 h 1796400"/>
              <a:gd name="connsiteX1" fmla="*/ 2661823 w 2761200"/>
              <a:gd name="connsiteY1" fmla="*/ 0 h 1796400"/>
              <a:gd name="connsiteX2" fmla="*/ 2761200 w 2761200"/>
              <a:gd name="connsiteY2" fmla="*/ 99377 h 1796400"/>
              <a:gd name="connsiteX3" fmla="*/ 2761200 w 2761200"/>
              <a:gd name="connsiteY3" fmla="*/ 1697023 h 1796400"/>
              <a:gd name="connsiteX4" fmla="*/ 2661823 w 2761200"/>
              <a:gd name="connsiteY4" fmla="*/ 1796400 h 1796400"/>
              <a:gd name="connsiteX5" fmla="*/ 99377 w 2761200"/>
              <a:gd name="connsiteY5" fmla="*/ 1796400 h 1796400"/>
              <a:gd name="connsiteX6" fmla="*/ 0 w 2761200"/>
              <a:gd name="connsiteY6" fmla="*/ 1697023 h 1796400"/>
              <a:gd name="connsiteX7" fmla="*/ 0 w 2761200"/>
              <a:gd name="connsiteY7" fmla="*/ 99377 h 1796400"/>
              <a:gd name="connsiteX8" fmla="*/ 99377 w 2761200"/>
              <a:gd name="connsiteY8" fmla="*/ 0 h 179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61200" h="1796400">
                <a:moveTo>
                  <a:pt x="99377" y="0"/>
                </a:moveTo>
                <a:lnTo>
                  <a:pt x="2661823" y="0"/>
                </a:lnTo>
                <a:cubicBezTo>
                  <a:pt x="2716707" y="0"/>
                  <a:pt x="2761200" y="44493"/>
                  <a:pt x="2761200" y="99377"/>
                </a:cubicBezTo>
                <a:lnTo>
                  <a:pt x="2761200" y="1697023"/>
                </a:lnTo>
                <a:cubicBezTo>
                  <a:pt x="2761200" y="1751907"/>
                  <a:pt x="2716707" y="1796400"/>
                  <a:pt x="2661823" y="1796400"/>
                </a:cubicBezTo>
                <a:lnTo>
                  <a:pt x="99377" y="1796400"/>
                </a:lnTo>
                <a:cubicBezTo>
                  <a:pt x="44493" y="1796400"/>
                  <a:pt x="0" y="1751907"/>
                  <a:pt x="0" y="1697023"/>
                </a:cubicBezTo>
                <a:lnTo>
                  <a:pt x="0" y="99377"/>
                </a:lnTo>
                <a:cubicBezTo>
                  <a:pt x="0" y="44493"/>
                  <a:pt x="44493" y="0"/>
                  <a:pt x="99377" y="0"/>
                </a:cubicBezTo>
                <a:close/>
              </a:path>
            </a:pathLst>
          </a:cu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93B0F729-D3F4-4087-BD91-CC8DB74EAC48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3421" t="27832" r="1596" b="22981"/>
          <a:stretch>
            <a:fillRect/>
          </a:stretch>
        </p:blipFill>
        <p:spPr>
          <a:xfrm>
            <a:off x="9066888" y="4562487"/>
            <a:ext cx="2761200" cy="1796400"/>
          </a:xfrm>
          <a:custGeom>
            <a:avLst/>
            <a:gdLst>
              <a:gd name="connsiteX0" fmla="*/ 99377 w 2761200"/>
              <a:gd name="connsiteY0" fmla="*/ 0 h 1796400"/>
              <a:gd name="connsiteX1" fmla="*/ 2661823 w 2761200"/>
              <a:gd name="connsiteY1" fmla="*/ 0 h 1796400"/>
              <a:gd name="connsiteX2" fmla="*/ 2761200 w 2761200"/>
              <a:gd name="connsiteY2" fmla="*/ 99377 h 1796400"/>
              <a:gd name="connsiteX3" fmla="*/ 2761200 w 2761200"/>
              <a:gd name="connsiteY3" fmla="*/ 1697023 h 1796400"/>
              <a:gd name="connsiteX4" fmla="*/ 2661823 w 2761200"/>
              <a:gd name="connsiteY4" fmla="*/ 1796400 h 1796400"/>
              <a:gd name="connsiteX5" fmla="*/ 99377 w 2761200"/>
              <a:gd name="connsiteY5" fmla="*/ 1796400 h 1796400"/>
              <a:gd name="connsiteX6" fmla="*/ 0 w 2761200"/>
              <a:gd name="connsiteY6" fmla="*/ 1697023 h 1796400"/>
              <a:gd name="connsiteX7" fmla="*/ 0 w 2761200"/>
              <a:gd name="connsiteY7" fmla="*/ 99377 h 1796400"/>
              <a:gd name="connsiteX8" fmla="*/ 99377 w 2761200"/>
              <a:gd name="connsiteY8" fmla="*/ 0 h 179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61200" h="1796400">
                <a:moveTo>
                  <a:pt x="99377" y="0"/>
                </a:moveTo>
                <a:lnTo>
                  <a:pt x="2661823" y="0"/>
                </a:lnTo>
                <a:cubicBezTo>
                  <a:pt x="2716707" y="0"/>
                  <a:pt x="2761200" y="44493"/>
                  <a:pt x="2761200" y="99377"/>
                </a:cubicBezTo>
                <a:lnTo>
                  <a:pt x="2761200" y="1697023"/>
                </a:lnTo>
                <a:cubicBezTo>
                  <a:pt x="2761200" y="1751907"/>
                  <a:pt x="2716707" y="1796400"/>
                  <a:pt x="2661823" y="1796400"/>
                </a:cubicBezTo>
                <a:lnTo>
                  <a:pt x="99377" y="1796400"/>
                </a:lnTo>
                <a:cubicBezTo>
                  <a:pt x="44493" y="1796400"/>
                  <a:pt x="0" y="1751907"/>
                  <a:pt x="0" y="1697023"/>
                </a:cubicBezTo>
                <a:lnTo>
                  <a:pt x="0" y="99377"/>
                </a:lnTo>
                <a:cubicBezTo>
                  <a:pt x="0" y="44493"/>
                  <a:pt x="44493" y="0"/>
                  <a:pt x="99377" y="0"/>
                </a:cubicBezTo>
                <a:close/>
              </a:path>
            </a:pathLst>
          </a:cu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DFB8DB60-8EFE-4508-9D06-C8956D6FF83A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l="13504" t="2761" r="8107" b="10492"/>
          <a:stretch>
            <a:fillRect/>
          </a:stretch>
        </p:blipFill>
        <p:spPr>
          <a:xfrm>
            <a:off x="6153288" y="4562487"/>
            <a:ext cx="2761200" cy="1796400"/>
          </a:xfrm>
          <a:custGeom>
            <a:avLst/>
            <a:gdLst>
              <a:gd name="connsiteX0" fmla="*/ 99377 w 2761200"/>
              <a:gd name="connsiteY0" fmla="*/ 0 h 1796400"/>
              <a:gd name="connsiteX1" fmla="*/ 2661823 w 2761200"/>
              <a:gd name="connsiteY1" fmla="*/ 0 h 1796400"/>
              <a:gd name="connsiteX2" fmla="*/ 2761200 w 2761200"/>
              <a:gd name="connsiteY2" fmla="*/ 99377 h 1796400"/>
              <a:gd name="connsiteX3" fmla="*/ 2761200 w 2761200"/>
              <a:gd name="connsiteY3" fmla="*/ 1697023 h 1796400"/>
              <a:gd name="connsiteX4" fmla="*/ 2661823 w 2761200"/>
              <a:gd name="connsiteY4" fmla="*/ 1796400 h 1796400"/>
              <a:gd name="connsiteX5" fmla="*/ 99377 w 2761200"/>
              <a:gd name="connsiteY5" fmla="*/ 1796400 h 1796400"/>
              <a:gd name="connsiteX6" fmla="*/ 0 w 2761200"/>
              <a:gd name="connsiteY6" fmla="*/ 1697023 h 1796400"/>
              <a:gd name="connsiteX7" fmla="*/ 0 w 2761200"/>
              <a:gd name="connsiteY7" fmla="*/ 99377 h 1796400"/>
              <a:gd name="connsiteX8" fmla="*/ 99377 w 2761200"/>
              <a:gd name="connsiteY8" fmla="*/ 0 h 179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61200" h="1796400">
                <a:moveTo>
                  <a:pt x="99377" y="0"/>
                </a:moveTo>
                <a:lnTo>
                  <a:pt x="2661823" y="0"/>
                </a:lnTo>
                <a:cubicBezTo>
                  <a:pt x="2716707" y="0"/>
                  <a:pt x="2761200" y="44493"/>
                  <a:pt x="2761200" y="99377"/>
                </a:cubicBezTo>
                <a:lnTo>
                  <a:pt x="2761200" y="1697023"/>
                </a:lnTo>
                <a:cubicBezTo>
                  <a:pt x="2761200" y="1751907"/>
                  <a:pt x="2716707" y="1796400"/>
                  <a:pt x="2661823" y="1796400"/>
                </a:cubicBezTo>
                <a:lnTo>
                  <a:pt x="99377" y="1796400"/>
                </a:lnTo>
                <a:cubicBezTo>
                  <a:pt x="44493" y="1796400"/>
                  <a:pt x="0" y="1751907"/>
                  <a:pt x="0" y="1697023"/>
                </a:cubicBezTo>
                <a:lnTo>
                  <a:pt x="0" y="99377"/>
                </a:lnTo>
                <a:cubicBezTo>
                  <a:pt x="0" y="44493"/>
                  <a:pt x="44493" y="0"/>
                  <a:pt x="99377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6958116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to-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ame — фон [Figma 9043:6365:background]">
            <a:extLst>
              <a:ext uri="{FF2B5EF4-FFF2-40B4-BE49-F238E27FC236}">
                <a16:creationId xmlns:a16="http://schemas.microsoft.com/office/drawing/2014/main" id="{6D0735BD-6062-45D4-B98E-DD1338060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377950"/>
            <a:ext cx="2762250" cy="527050"/>
          </a:xfrm>
          <a:prstGeom prst="roundRect">
            <a:avLst>
              <a:gd name="adj" fmla="val 18074"/>
            </a:avLst>
          </a:prstGeom>
          <a:solidFill>
            <a:srgbClr val="EAEDF5"/>
          </a:solidFill>
          <a:ln w="12700">
            <a:solidFill>
              <a:srgbClr val="FFFFFF">
                <a:alpha val="0"/>
              </a:srgbClr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TB Group"/>
              </a:defRPr>
            </a:lvl1pPr>
            <a:lvl2pPr marL="742950" indent="-285750">
              <a:defRPr>
                <a:solidFill>
                  <a:schemeClr val="tx1"/>
                </a:solidFill>
                <a:latin typeface="VTB Group"/>
              </a:defRPr>
            </a:lvl2pPr>
            <a:lvl3pPr marL="1143000" indent="-228600">
              <a:defRPr>
                <a:solidFill>
                  <a:schemeClr val="tx1"/>
                </a:solidFill>
                <a:latin typeface="VTB Group"/>
              </a:defRPr>
            </a:lvl3pPr>
            <a:lvl4pPr marL="1600200" indent="-228600">
              <a:defRPr>
                <a:solidFill>
                  <a:schemeClr val="tx1"/>
                </a:solidFill>
                <a:latin typeface="VTB Group"/>
              </a:defRPr>
            </a:lvl4pPr>
            <a:lvl5pPr marL="2057400" indent="-228600">
              <a:defRPr>
                <a:solidFill>
                  <a:schemeClr val="tx1"/>
                </a:solidFill>
                <a:latin typeface="VTB Group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9pPr>
          </a:lstStyle>
          <a:p>
            <a:pPr eaLnBrk="1" hangingPunct="1">
              <a:defRPr/>
            </a:pPr>
            <a:endParaRPr lang="ru-RU" altLang="ru-RU" dirty="0">
              <a:latin typeface="VTB Group Book" panose="020B0503040504020204" pitchFamily="34" charset="-52"/>
            </a:endParaRPr>
          </a:p>
        </p:txBody>
      </p:sp>
      <p:sp>
        <p:nvSpPr>
          <p:cNvPr id="26" name="Frame — фон [Figma 9043:6367:background]">
            <a:extLst>
              <a:ext uri="{FF2B5EF4-FFF2-40B4-BE49-F238E27FC236}">
                <a16:creationId xmlns:a16="http://schemas.microsoft.com/office/drawing/2014/main" id="{8B4CE8A5-691A-4813-A306-56AA24D000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968500"/>
            <a:ext cx="2762250" cy="4381500"/>
          </a:xfrm>
          <a:prstGeom prst="roundRect">
            <a:avLst>
              <a:gd name="adj" fmla="val 3449"/>
            </a:avLst>
          </a:prstGeom>
          <a:solidFill>
            <a:srgbClr val="EAEDF5">
              <a:alpha val="50195"/>
            </a:srgbClr>
          </a:solidFill>
          <a:ln w="12700">
            <a:solidFill>
              <a:srgbClr val="FFFFFF">
                <a:alpha val="0"/>
              </a:srgbClr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TB Group"/>
              </a:defRPr>
            </a:lvl1pPr>
            <a:lvl2pPr marL="742950" indent="-285750">
              <a:defRPr>
                <a:solidFill>
                  <a:schemeClr val="tx1"/>
                </a:solidFill>
                <a:latin typeface="VTB Group"/>
              </a:defRPr>
            </a:lvl2pPr>
            <a:lvl3pPr marL="1143000" indent="-228600">
              <a:defRPr>
                <a:solidFill>
                  <a:schemeClr val="tx1"/>
                </a:solidFill>
                <a:latin typeface="VTB Group"/>
              </a:defRPr>
            </a:lvl3pPr>
            <a:lvl4pPr marL="1600200" indent="-228600">
              <a:defRPr>
                <a:solidFill>
                  <a:schemeClr val="tx1"/>
                </a:solidFill>
                <a:latin typeface="VTB Group"/>
              </a:defRPr>
            </a:lvl4pPr>
            <a:lvl5pPr marL="2057400" indent="-228600">
              <a:defRPr>
                <a:solidFill>
                  <a:schemeClr val="tx1"/>
                </a:solidFill>
                <a:latin typeface="VTB Group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9pPr>
          </a:lstStyle>
          <a:p>
            <a:pPr eaLnBrk="1" hangingPunct="1">
              <a:defRPr/>
            </a:pPr>
            <a:endParaRPr lang="ru-RU" altLang="ru-RU" dirty="0">
              <a:latin typeface="VTB Group Book" panose="020B0503040504020204" pitchFamily="34" charset="-52"/>
            </a:endParaRPr>
          </a:p>
        </p:txBody>
      </p:sp>
      <p:sp>
        <p:nvSpPr>
          <p:cNvPr id="27" name="Frame — фон [Figma 9043:6371:background]">
            <a:extLst>
              <a:ext uri="{FF2B5EF4-FFF2-40B4-BE49-F238E27FC236}">
                <a16:creationId xmlns:a16="http://schemas.microsoft.com/office/drawing/2014/main" id="{F659CBE3-1498-498D-A17A-5D40E13C68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0250" y="1377950"/>
            <a:ext cx="2762250" cy="527050"/>
          </a:xfrm>
          <a:prstGeom prst="roundRect">
            <a:avLst>
              <a:gd name="adj" fmla="val 18074"/>
            </a:avLst>
          </a:prstGeom>
          <a:solidFill>
            <a:srgbClr val="EAEDF5"/>
          </a:solidFill>
          <a:ln w="12700">
            <a:solidFill>
              <a:srgbClr val="FFFFFF">
                <a:alpha val="0"/>
              </a:srgbClr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TB Group"/>
              </a:defRPr>
            </a:lvl1pPr>
            <a:lvl2pPr marL="742950" indent="-285750">
              <a:defRPr>
                <a:solidFill>
                  <a:schemeClr val="tx1"/>
                </a:solidFill>
                <a:latin typeface="VTB Group"/>
              </a:defRPr>
            </a:lvl2pPr>
            <a:lvl3pPr marL="1143000" indent="-228600">
              <a:defRPr>
                <a:solidFill>
                  <a:schemeClr val="tx1"/>
                </a:solidFill>
                <a:latin typeface="VTB Group"/>
              </a:defRPr>
            </a:lvl3pPr>
            <a:lvl4pPr marL="1600200" indent="-228600">
              <a:defRPr>
                <a:solidFill>
                  <a:schemeClr val="tx1"/>
                </a:solidFill>
                <a:latin typeface="VTB Group"/>
              </a:defRPr>
            </a:lvl4pPr>
            <a:lvl5pPr marL="2057400" indent="-228600">
              <a:defRPr>
                <a:solidFill>
                  <a:schemeClr val="tx1"/>
                </a:solidFill>
                <a:latin typeface="VTB Group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9pPr>
          </a:lstStyle>
          <a:p>
            <a:endParaRPr lang="ru-RU" altLang="ru-RU" dirty="0">
              <a:latin typeface="VTB Group Book" panose="020B0503040504020204" pitchFamily="34" charset="-52"/>
            </a:endParaRPr>
          </a:p>
        </p:txBody>
      </p:sp>
      <p:sp>
        <p:nvSpPr>
          <p:cNvPr id="28" name="Frame — фон [Figma 9043:6373:background]">
            <a:extLst>
              <a:ext uri="{FF2B5EF4-FFF2-40B4-BE49-F238E27FC236}">
                <a16:creationId xmlns:a16="http://schemas.microsoft.com/office/drawing/2014/main" id="{02843A46-8FC6-4E50-8083-CF1900060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0250" y="1968500"/>
            <a:ext cx="2762250" cy="4381500"/>
          </a:xfrm>
          <a:prstGeom prst="roundRect">
            <a:avLst>
              <a:gd name="adj" fmla="val 3449"/>
            </a:avLst>
          </a:prstGeom>
          <a:solidFill>
            <a:srgbClr val="EAEDF5">
              <a:alpha val="50195"/>
            </a:srgbClr>
          </a:solidFill>
          <a:ln w="12700">
            <a:solidFill>
              <a:srgbClr val="FFFFFF">
                <a:alpha val="0"/>
              </a:srgbClr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TB Group"/>
              </a:defRPr>
            </a:lvl1pPr>
            <a:lvl2pPr marL="742950" indent="-285750">
              <a:defRPr>
                <a:solidFill>
                  <a:schemeClr val="tx1"/>
                </a:solidFill>
                <a:latin typeface="VTB Group"/>
              </a:defRPr>
            </a:lvl2pPr>
            <a:lvl3pPr marL="1143000" indent="-228600">
              <a:defRPr>
                <a:solidFill>
                  <a:schemeClr val="tx1"/>
                </a:solidFill>
                <a:latin typeface="VTB Group"/>
              </a:defRPr>
            </a:lvl3pPr>
            <a:lvl4pPr marL="1600200" indent="-228600">
              <a:defRPr>
                <a:solidFill>
                  <a:schemeClr val="tx1"/>
                </a:solidFill>
                <a:latin typeface="VTB Group"/>
              </a:defRPr>
            </a:lvl4pPr>
            <a:lvl5pPr marL="2057400" indent="-228600">
              <a:defRPr>
                <a:solidFill>
                  <a:schemeClr val="tx1"/>
                </a:solidFill>
                <a:latin typeface="VTB Group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9pPr>
          </a:lstStyle>
          <a:p>
            <a:endParaRPr lang="ru-RU" altLang="ru-RU" dirty="0">
              <a:latin typeface="VTB Group Book" panose="020B0503040504020204" pitchFamily="34" charset="-52"/>
            </a:endParaRPr>
          </a:p>
        </p:txBody>
      </p:sp>
      <p:sp>
        <p:nvSpPr>
          <p:cNvPr id="29" name="Frame — фон [Figma 9043:6377:background]">
            <a:extLst>
              <a:ext uri="{FF2B5EF4-FFF2-40B4-BE49-F238E27FC236}">
                <a16:creationId xmlns:a16="http://schemas.microsoft.com/office/drawing/2014/main" id="{3BF420AC-D980-41BD-A2C4-D16BD91DB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9500" y="1377950"/>
            <a:ext cx="2762250" cy="527050"/>
          </a:xfrm>
          <a:prstGeom prst="roundRect">
            <a:avLst>
              <a:gd name="adj" fmla="val 18074"/>
            </a:avLst>
          </a:prstGeom>
          <a:solidFill>
            <a:srgbClr val="EAEDF5"/>
          </a:solidFill>
          <a:ln w="12700">
            <a:solidFill>
              <a:srgbClr val="FFFFFF">
                <a:alpha val="0"/>
              </a:srgbClr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TB Group"/>
              </a:defRPr>
            </a:lvl1pPr>
            <a:lvl2pPr marL="742950" indent="-285750">
              <a:defRPr>
                <a:solidFill>
                  <a:schemeClr val="tx1"/>
                </a:solidFill>
                <a:latin typeface="VTB Group"/>
              </a:defRPr>
            </a:lvl2pPr>
            <a:lvl3pPr marL="1143000" indent="-228600">
              <a:defRPr>
                <a:solidFill>
                  <a:schemeClr val="tx1"/>
                </a:solidFill>
                <a:latin typeface="VTB Group"/>
              </a:defRPr>
            </a:lvl3pPr>
            <a:lvl4pPr marL="1600200" indent="-228600">
              <a:defRPr>
                <a:solidFill>
                  <a:schemeClr val="tx1"/>
                </a:solidFill>
                <a:latin typeface="VTB Group"/>
              </a:defRPr>
            </a:lvl4pPr>
            <a:lvl5pPr marL="2057400" indent="-228600">
              <a:defRPr>
                <a:solidFill>
                  <a:schemeClr val="tx1"/>
                </a:solidFill>
                <a:latin typeface="VTB Group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9pPr>
          </a:lstStyle>
          <a:p>
            <a:endParaRPr lang="ru-RU" altLang="ru-RU" dirty="0">
              <a:latin typeface="VTB Group Book" panose="020B0503040504020204" pitchFamily="34" charset="-52"/>
            </a:endParaRPr>
          </a:p>
        </p:txBody>
      </p:sp>
      <p:sp>
        <p:nvSpPr>
          <p:cNvPr id="30" name="Frame — фон [Figma 9043:6379:background]">
            <a:extLst>
              <a:ext uri="{FF2B5EF4-FFF2-40B4-BE49-F238E27FC236}">
                <a16:creationId xmlns:a16="http://schemas.microsoft.com/office/drawing/2014/main" id="{A7E314A4-BC56-4E0A-9A85-12131B027C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9500" y="1968500"/>
            <a:ext cx="2762250" cy="4381500"/>
          </a:xfrm>
          <a:prstGeom prst="roundRect">
            <a:avLst>
              <a:gd name="adj" fmla="val 3449"/>
            </a:avLst>
          </a:prstGeom>
          <a:solidFill>
            <a:srgbClr val="EAEDF5">
              <a:alpha val="50195"/>
            </a:srgbClr>
          </a:solidFill>
          <a:ln w="12700">
            <a:solidFill>
              <a:srgbClr val="FFFFFF">
                <a:alpha val="0"/>
              </a:srgbClr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TB Group"/>
              </a:defRPr>
            </a:lvl1pPr>
            <a:lvl2pPr marL="742950" indent="-285750">
              <a:defRPr>
                <a:solidFill>
                  <a:schemeClr val="tx1"/>
                </a:solidFill>
                <a:latin typeface="VTB Group"/>
              </a:defRPr>
            </a:lvl2pPr>
            <a:lvl3pPr marL="1143000" indent="-228600">
              <a:defRPr>
                <a:solidFill>
                  <a:schemeClr val="tx1"/>
                </a:solidFill>
                <a:latin typeface="VTB Group"/>
              </a:defRPr>
            </a:lvl3pPr>
            <a:lvl4pPr marL="1600200" indent="-228600">
              <a:defRPr>
                <a:solidFill>
                  <a:schemeClr val="tx1"/>
                </a:solidFill>
                <a:latin typeface="VTB Group"/>
              </a:defRPr>
            </a:lvl4pPr>
            <a:lvl5pPr marL="2057400" indent="-228600">
              <a:defRPr>
                <a:solidFill>
                  <a:schemeClr val="tx1"/>
                </a:solidFill>
                <a:latin typeface="VTB Group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9pPr>
          </a:lstStyle>
          <a:p>
            <a:endParaRPr lang="ru-RU" altLang="ru-RU" dirty="0">
              <a:latin typeface="VTB Group Book" panose="020B0503040504020204" pitchFamily="34" charset="-52"/>
            </a:endParaRPr>
          </a:p>
        </p:txBody>
      </p:sp>
      <p:sp>
        <p:nvSpPr>
          <p:cNvPr id="31" name="Frame — фон [Figma 9043:6385:background]">
            <a:extLst>
              <a:ext uri="{FF2B5EF4-FFF2-40B4-BE49-F238E27FC236}">
                <a16:creationId xmlns:a16="http://schemas.microsoft.com/office/drawing/2014/main" id="{5A0AD816-3138-4CD8-A068-B66F9DBFED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8750" y="1968500"/>
            <a:ext cx="2762250" cy="4381500"/>
          </a:xfrm>
          <a:prstGeom prst="roundRect">
            <a:avLst>
              <a:gd name="adj" fmla="val 3449"/>
            </a:avLst>
          </a:prstGeom>
          <a:solidFill>
            <a:srgbClr val="EAEDF5">
              <a:alpha val="50195"/>
            </a:srgbClr>
          </a:solidFill>
          <a:ln w="12700">
            <a:solidFill>
              <a:srgbClr val="FFFFFF">
                <a:alpha val="0"/>
              </a:srgbClr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TB Group"/>
              </a:defRPr>
            </a:lvl1pPr>
            <a:lvl2pPr marL="742950" indent="-285750">
              <a:defRPr>
                <a:solidFill>
                  <a:schemeClr val="tx1"/>
                </a:solidFill>
                <a:latin typeface="VTB Group"/>
              </a:defRPr>
            </a:lvl2pPr>
            <a:lvl3pPr marL="1143000" indent="-228600">
              <a:defRPr>
                <a:solidFill>
                  <a:schemeClr val="tx1"/>
                </a:solidFill>
                <a:latin typeface="VTB Group"/>
              </a:defRPr>
            </a:lvl3pPr>
            <a:lvl4pPr marL="1600200" indent="-228600">
              <a:defRPr>
                <a:solidFill>
                  <a:schemeClr val="tx1"/>
                </a:solidFill>
                <a:latin typeface="VTB Group"/>
              </a:defRPr>
            </a:lvl4pPr>
            <a:lvl5pPr marL="2057400" indent="-228600">
              <a:defRPr>
                <a:solidFill>
                  <a:schemeClr val="tx1"/>
                </a:solidFill>
                <a:latin typeface="VTB Group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9pPr>
          </a:lstStyle>
          <a:p>
            <a:endParaRPr lang="ru-RU" altLang="ru-RU" dirty="0">
              <a:latin typeface="VTB Group Book" panose="020B0503040504020204" pitchFamily="34" charset="-52"/>
            </a:endParaRPr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B835EFEB-D999-4A56-8461-5624C893712A}"/>
              </a:ext>
            </a:extLst>
          </p:cNvPr>
          <p:cNvSpPr/>
          <p:nvPr/>
        </p:nvSpPr>
        <p:spPr>
          <a:xfrm>
            <a:off x="9048750" y="1374775"/>
            <a:ext cx="2762250" cy="525463"/>
          </a:xfrm>
          <a:prstGeom prst="roundRect">
            <a:avLst/>
          </a:prstGeom>
          <a:gradFill flip="none" rotWithShape="1">
            <a:gsLst>
              <a:gs pos="30000">
                <a:schemeClr val="accent1"/>
              </a:gs>
              <a:gs pos="100000">
                <a:schemeClr val="accent4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12" name="Заголовок 11">
            <a:extLst>
              <a:ext uri="{FF2B5EF4-FFF2-40B4-BE49-F238E27FC236}">
                <a16:creationId xmlns:a16="http://schemas.microsoft.com/office/drawing/2014/main" id="{3F3E31ED-3E0D-4BA8-94D0-500C67810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A68B602C-03EC-426B-B63A-1D11A94F48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endParaRPr lang="ru-RU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5FED7BA4-ED88-406E-8EE9-8A93E1053F8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BE25CA8E-E736-4FBB-BCA0-F7A7D1A5501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51956FF7-6D59-4404-B8D8-EF6BC2F6627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A4907A1D-A870-432D-A730-931E7770D05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10200E77-7C0F-4BDF-B521-7A9A2B897A2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30E106AE-7F68-478A-B42B-344CDB0C6D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91AAD104-6C56-4CE6-866D-20BAE9E6BB8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1" name="Текст 20">
            <a:extLst>
              <a:ext uri="{FF2B5EF4-FFF2-40B4-BE49-F238E27FC236}">
                <a16:creationId xmlns:a16="http://schemas.microsoft.com/office/drawing/2014/main" id="{B7F78033-6064-4287-A497-E8D8F0822C8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2" name="Текст 21">
            <a:extLst>
              <a:ext uri="{FF2B5EF4-FFF2-40B4-BE49-F238E27FC236}">
                <a16:creationId xmlns:a16="http://schemas.microsoft.com/office/drawing/2014/main" id="{1C69F389-00E8-4279-9443-EFDD20A41609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>
            <a:normAutofit fontScale="92500" lnSpcReduction="10000"/>
          </a:bodyPr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399D84EE-76AB-4A0B-BDF8-082ECA592F10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>
            <a:normAutofit fontScale="92500" lnSpcReduction="10000"/>
          </a:bodyPr>
          <a:lstStyle/>
          <a:p>
            <a:endParaRPr lang="ru-RU"/>
          </a:p>
        </p:txBody>
      </p:sp>
      <p:sp>
        <p:nvSpPr>
          <p:cNvPr id="24" name="Текст 23">
            <a:extLst>
              <a:ext uri="{FF2B5EF4-FFF2-40B4-BE49-F238E27FC236}">
                <a16:creationId xmlns:a16="http://schemas.microsoft.com/office/drawing/2014/main" id="{8BD5C906-D023-481A-84DD-F5AB7515CF9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>
            <a:normAutofit fontScale="92500" lnSpcReduction="10000"/>
          </a:bodyPr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0DEA783-473F-4996-8ABB-55FE19F350D0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pPr>
              <a:defRPr/>
            </a:pPr>
            <a:fld id="{53BF891E-63B0-45CA-9A92-96A490F157EC}" type="slidenum">
              <a:rPr lang="ru-RU" smtClean="0"/>
              <a:pPr>
                <a:defRPr/>
              </a:pPr>
              <a:t>25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971471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to-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Номер слайда 14">
            <a:extLst>
              <a:ext uri="{FF2B5EF4-FFF2-40B4-BE49-F238E27FC236}">
                <a16:creationId xmlns:a16="http://schemas.microsoft.com/office/drawing/2014/main" id="{C9D3AA52-D998-4942-B56B-6F624DEA3C48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pPr>
              <a:defRPr/>
            </a:pPr>
            <a:fld id="{53BF891E-63B0-45CA-9A92-96A490F157EC}" type="slidenum">
              <a:rPr lang="ru-RU" smtClean="0"/>
              <a:pPr>
                <a:defRPr/>
              </a:pPr>
              <a:t>26</a:t>
            </a:fld>
            <a:endParaRPr lang="ru-RU" dirty="0"/>
          </a:p>
        </p:txBody>
      </p:sp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3EB2FA56-A864-46B7-AED8-AD2B2B44C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3CBD142-D6EF-4CDA-87FC-2502CFDCC78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7448878A-2CB3-4998-B456-DB691BAAF3DF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88AE939F-5EA6-434B-BA33-A9E9526605CF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265C2BFA-F24D-409B-BFCC-B68674C9CBA4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1" name="Текст 20">
            <a:extLst>
              <a:ext uri="{FF2B5EF4-FFF2-40B4-BE49-F238E27FC236}">
                <a16:creationId xmlns:a16="http://schemas.microsoft.com/office/drawing/2014/main" id="{CF836DCD-6A11-477C-979B-84030ACD242C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ru-RU" dirty="0"/>
          </a:p>
        </p:txBody>
      </p: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777186E6-DAC4-42E8-8CD8-151C0996B08D}"/>
              </a:ext>
            </a:extLst>
          </p:cNvPr>
          <p:cNvGrpSpPr/>
          <p:nvPr/>
        </p:nvGrpSpPr>
        <p:grpSpPr>
          <a:xfrm>
            <a:off x="552787" y="3417418"/>
            <a:ext cx="302138" cy="302138"/>
            <a:chOff x="552787" y="3417418"/>
            <a:chExt cx="302138" cy="302138"/>
          </a:xfrm>
        </p:grpSpPr>
        <p:pic>
          <p:nvPicPr>
            <p:cNvPr id="23" name="Star 3 (Stroke) [Figma I9914:16771;7965:11807]" descr="Star 3 (Stroke). векторный контур">
              <a:extLst>
                <a:ext uri="{FF2B5EF4-FFF2-40B4-BE49-F238E27FC236}">
                  <a16:creationId xmlns:a16="http://schemas.microsoft.com/office/drawing/2014/main" id="{CB37E240-508E-4E7B-96E1-5AD41910378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52787" y="3417418"/>
              <a:ext cx="302138" cy="302138"/>
            </a:xfrm>
            <a:prstGeom prst="rect">
              <a:avLst/>
            </a:prstGeom>
          </p:spPr>
        </p:pic>
        <p:pic>
          <p:nvPicPr>
            <p:cNvPr id="24" name="Vector 32 (Stroke) [Figma I9914:16771;7965:11808]" descr="Vector 32 (Stroke). векторный контур">
              <a:extLst>
                <a:ext uri="{FF2B5EF4-FFF2-40B4-BE49-F238E27FC236}">
                  <a16:creationId xmlns:a16="http://schemas.microsoft.com/office/drawing/2014/main" id="{A1772F92-744C-4B39-AE3B-E9C2E441427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5656" y="3526382"/>
              <a:ext cx="115159" cy="84818"/>
            </a:xfrm>
            <a:prstGeom prst="rect">
              <a:avLst/>
            </a:prstGeom>
          </p:spPr>
        </p:pic>
      </p:grp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FC1D1173-F8D8-4B12-BE4A-04850C02D93D}"/>
              </a:ext>
            </a:extLst>
          </p:cNvPr>
          <p:cNvGrpSpPr/>
          <p:nvPr/>
        </p:nvGrpSpPr>
        <p:grpSpPr>
          <a:xfrm>
            <a:off x="559431" y="4148890"/>
            <a:ext cx="343881" cy="302138"/>
            <a:chOff x="559431" y="4148890"/>
            <a:chExt cx="343881" cy="302138"/>
          </a:xfrm>
        </p:grpSpPr>
        <p:pic>
          <p:nvPicPr>
            <p:cNvPr id="26" name="Vector 23 (Stroke) [Figma I9914:16775;7965:11851]" descr="Vector 23 (Stroke). векторный контур">
              <a:extLst>
                <a:ext uri="{FF2B5EF4-FFF2-40B4-BE49-F238E27FC236}">
                  <a16:creationId xmlns:a16="http://schemas.microsoft.com/office/drawing/2014/main" id="{EE2804D6-D35B-48DB-88CA-6156BA1EB36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64657" y="4213479"/>
              <a:ext cx="138242" cy="28500"/>
            </a:xfrm>
            <a:prstGeom prst="rect">
              <a:avLst/>
            </a:prstGeom>
          </p:spPr>
        </p:pic>
        <p:pic>
          <p:nvPicPr>
            <p:cNvPr id="27" name="Vector 24 (Stroke) [Figma I9914:16775;7965:11852]" descr="Vector 24 (Stroke). векторный контур">
              <a:extLst>
                <a:ext uri="{FF2B5EF4-FFF2-40B4-BE49-F238E27FC236}">
                  <a16:creationId xmlns:a16="http://schemas.microsoft.com/office/drawing/2014/main" id="{CEA7DA04-2B4B-4A3C-A827-43644E105C5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90310" y="4284741"/>
              <a:ext cx="112589" cy="28500"/>
            </a:xfrm>
            <a:prstGeom prst="rect">
              <a:avLst/>
            </a:prstGeom>
          </p:spPr>
        </p:pic>
        <p:pic>
          <p:nvPicPr>
            <p:cNvPr id="28" name="Vector 25 (Stroke) [Figma I9914:16775;7965:11853]" descr="Vector 25 (Stroke). векторный контур">
              <a:extLst>
                <a:ext uri="{FF2B5EF4-FFF2-40B4-BE49-F238E27FC236}">
                  <a16:creationId xmlns:a16="http://schemas.microsoft.com/office/drawing/2014/main" id="{2C689D5E-2612-4BB1-A924-AE7740FD0F7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90723" y="4355173"/>
              <a:ext cx="112589" cy="28500"/>
            </a:xfrm>
            <a:prstGeom prst="rect">
              <a:avLst/>
            </a:prstGeom>
          </p:spPr>
        </p:pic>
        <p:pic>
          <p:nvPicPr>
            <p:cNvPr id="29" name="Vector [Figma I9914:16775;7965:11855]" descr="Vector. векторный контур">
              <a:extLst>
                <a:ext uri="{FF2B5EF4-FFF2-40B4-BE49-F238E27FC236}">
                  <a16:creationId xmlns:a16="http://schemas.microsoft.com/office/drawing/2014/main" id="{71108D37-F2FE-4A25-90A0-3235EA2C428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59431" y="4148890"/>
              <a:ext cx="218611" cy="302138"/>
            </a:xfrm>
            <a:prstGeom prst="rect">
              <a:avLst/>
            </a:prstGeom>
          </p:spPr>
        </p:pic>
      </p:grpSp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ACDAC48E-7E2A-4173-B706-D22AB3184610}"/>
              </a:ext>
            </a:extLst>
          </p:cNvPr>
          <p:cNvGrpSpPr/>
          <p:nvPr/>
        </p:nvGrpSpPr>
        <p:grpSpPr>
          <a:xfrm>
            <a:off x="552787" y="4890382"/>
            <a:ext cx="302138" cy="277136"/>
            <a:chOff x="552787" y="4890382"/>
            <a:chExt cx="302138" cy="277136"/>
          </a:xfrm>
        </p:grpSpPr>
        <p:pic>
          <p:nvPicPr>
            <p:cNvPr id="31" name="Vector [Figma I9914:16779;7965:11814]" descr="Vector. векторный контур">
              <a:extLst>
                <a:ext uri="{FF2B5EF4-FFF2-40B4-BE49-F238E27FC236}">
                  <a16:creationId xmlns:a16="http://schemas.microsoft.com/office/drawing/2014/main" id="{17C35D67-DFAE-4145-977B-A2D9B9A88AC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52787" y="4890382"/>
              <a:ext cx="199363" cy="277136"/>
            </a:xfrm>
            <a:prstGeom prst="rect">
              <a:avLst/>
            </a:prstGeom>
          </p:spPr>
        </p:pic>
        <p:pic>
          <p:nvPicPr>
            <p:cNvPr id="32" name="Union [Figma I9914:16779;7965:11815]" descr="Union. векторный контур">
              <a:extLst>
                <a:ext uri="{FF2B5EF4-FFF2-40B4-BE49-F238E27FC236}">
                  <a16:creationId xmlns:a16="http://schemas.microsoft.com/office/drawing/2014/main" id="{BE278314-6F35-4A1B-83CF-FD972348126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23978" y="4890382"/>
              <a:ext cx="130947" cy="277136"/>
            </a:xfrm>
            <a:prstGeom prst="rect">
              <a:avLst/>
            </a:prstGeom>
          </p:spPr>
        </p:pic>
      </p:grpSp>
      <p:grpSp>
        <p:nvGrpSpPr>
          <p:cNvPr id="33" name="Группа 32">
            <a:extLst>
              <a:ext uri="{FF2B5EF4-FFF2-40B4-BE49-F238E27FC236}">
                <a16:creationId xmlns:a16="http://schemas.microsoft.com/office/drawing/2014/main" id="{3CF3B52D-D0F5-4268-9205-29F0A6F6D7B1}"/>
              </a:ext>
            </a:extLst>
          </p:cNvPr>
          <p:cNvGrpSpPr/>
          <p:nvPr/>
        </p:nvGrpSpPr>
        <p:grpSpPr>
          <a:xfrm>
            <a:off x="598628" y="5608113"/>
            <a:ext cx="211746" cy="302138"/>
            <a:chOff x="598628" y="5608113"/>
            <a:chExt cx="211746" cy="302138"/>
          </a:xfrm>
        </p:grpSpPr>
        <p:pic>
          <p:nvPicPr>
            <p:cNvPr id="34" name="Vector [Figma I9914:16783;7965:11868]" descr="Vector. векторный контур">
              <a:extLst>
                <a:ext uri="{FF2B5EF4-FFF2-40B4-BE49-F238E27FC236}">
                  <a16:creationId xmlns:a16="http://schemas.microsoft.com/office/drawing/2014/main" id="{BE3ED857-0D3E-4E6B-9F58-22CE1DDC103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598628" y="5608113"/>
              <a:ext cx="211746" cy="302138"/>
            </a:xfrm>
            <a:prstGeom prst="rect">
              <a:avLst/>
            </a:prstGeom>
          </p:spPr>
        </p:pic>
        <p:pic>
          <p:nvPicPr>
            <p:cNvPr id="35" name="Vector [Figma I9914:16783;7965:11869]" descr="Vector. векторный контур">
              <a:extLst>
                <a:ext uri="{FF2B5EF4-FFF2-40B4-BE49-F238E27FC236}">
                  <a16:creationId xmlns:a16="http://schemas.microsoft.com/office/drawing/2014/main" id="{75D04D36-6242-4802-8841-F4B5F5B632E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651876" y="5661355"/>
              <a:ext cx="105253" cy="106496"/>
            </a:xfrm>
            <a:prstGeom prst="rect">
              <a:avLst/>
            </a:prstGeom>
          </p:spPr>
        </p:pic>
      </p:grp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20B9FE81-4FBD-47C7-9848-6B665837B859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376055" y="1329909"/>
            <a:ext cx="7825470" cy="5694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9160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to-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0BE147D8-3071-4DA3-93FF-E091B0532443}"/>
              </a:ext>
            </a:extLst>
          </p:cNvPr>
          <p:cNvSpPr/>
          <p:nvPr/>
        </p:nvSpPr>
        <p:spPr>
          <a:xfrm>
            <a:off x="371474" y="1376791"/>
            <a:ext cx="4549652" cy="1004400"/>
          </a:xfrm>
          <a:prstGeom prst="roundRect">
            <a:avLst>
              <a:gd name="adj" fmla="val 12874"/>
            </a:avLst>
          </a:prstGeom>
          <a:gradFill flip="none" rotWithShape="1">
            <a:gsLst>
              <a:gs pos="30000">
                <a:schemeClr val="accent1"/>
              </a:gs>
              <a:gs pos="100000">
                <a:schemeClr val="accent4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33" name="Frame 2147203865 — фон [Figma 9887:52875:background]">
            <a:extLst>
              <a:ext uri="{FF2B5EF4-FFF2-40B4-BE49-F238E27FC236}">
                <a16:creationId xmlns:a16="http://schemas.microsoft.com/office/drawing/2014/main" id="{143BA463-C11B-4286-94DD-CFEFB702160A}"/>
              </a:ext>
            </a:extLst>
          </p:cNvPr>
          <p:cNvSpPr/>
          <p:nvPr/>
        </p:nvSpPr>
        <p:spPr>
          <a:xfrm>
            <a:off x="380990" y="2508187"/>
            <a:ext cx="4540136" cy="3841654"/>
          </a:xfrm>
          <a:prstGeom prst="roundRect">
            <a:avLst>
              <a:gd name="adj" fmla="val 2479"/>
            </a:avLst>
          </a:prstGeom>
          <a:solidFill>
            <a:srgbClr val="F3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79D6AE26-6834-4806-B670-EF42746EC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841DA6A-1D31-4D92-B870-4C39D775169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53BF891E-63B0-45CA-9A92-96A490F157EC}" type="slidenum">
              <a:rPr lang="ru-RU" smtClean="0"/>
              <a:pPr>
                <a:defRPr/>
              </a:pPr>
              <a:t>27</a:t>
            </a:fld>
            <a:endParaRPr lang="ru-RU" dirty="0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F59C4865-A0A1-4F62-8A6D-CEE59F44A13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9CC6D167-52DD-4250-B338-E38E0E1C8F1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C3E7C5D3-E2BE-424F-B3CE-62D40038E46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15FD4BF5-5CCC-4E8B-BEAE-3778E40C7A0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043CD7E2-D93D-452A-BBA7-BA80637BFF6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9860A7EA-2311-49BE-9A47-47A59664D51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l="23742" t="4547" r="20884" b="33320"/>
          <a:stretch/>
        </p:blipFill>
        <p:spPr>
          <a:xfrm>
            <a:off x="5037014" y="1377916"/>
            <a:ext cx="6783511" cy="4967321"/>
          </a:xfrm>
          <a:prstGeom prst="roundRect">
            <a:avLst>
              <a:gd name="adj" fmla="val 2157"/>
            </a:avLst>
          </a:prstGeom>
          <a:effectLst>
            <a:softEdge rad="0"/>
          </a:effectLst>
        </p:spPr>
      </p:pic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1257CE93-5017-4AF7-BC99-98FBBC36BAEA}"/>
              </a:ext>
            </a:extLst>
          </p:cNvPr>
          <p:cNvGrpSpPr/>
          <p:nvPr/>
        </p:nvGrpSpPr>
        <p:grpSpPr>
          <a:xfrm>
            <a:off x="584536" y="2845934"/>
            <a:ext cx="302138" cy="302138"/>
            <a:chOff x="584536" y="2826882"/>
            <a:chExt cx="302138" cy="302138"/>
          </a:xfrm>
        </p:grpSpPr>
        <p:pic>
          <p:nvPicPr>
            <p:cNvPr id="17" name="Star 3 (Stroke) [Figma I9887:52878;7965:11807]" descr="Star 3 (Stroke). векторный контур">
              <a:extLst>
                <a:ext uri="{FF2B5EF4-FFF2-40B4-BE49-F238E27FC236}">
                  <a16:creationId xmlns:a16="http://schemas.microsoft.com/office/drawing/2014/main" id="{CE762775-9176-4D34-9F0A-B5FF0CA31E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84536" y="2826882"/>
              <a:ext cx="302138" cy="302138"/>
            </a:xfrm>
            <a:prstGeom prst="rect">
              <a:avLst/>
            </a:prstGeom>
          </p:spPr>
        </p:pic>
        <p:pic>
          <p:nvPicPr>
            <p:cNvPr id="18" name="Vector 32 (Stroke) [Figma I9887:52878;7965:11808]" descr="Vector 32 (Stroke). векторный контур">
              <a:extLst>
                <a:ext uri="{FF2B5EF4-FFF2-40B4-BE49-F238E27FC236}">
                  <a16:creationId xmlns:a16="http://schemas.microsoft.com/office/drawing/2014/main" id="{46295AD8-D1F1-401E-8EF4-69666EF8419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77405" y="2935847"/>
              <a:ext cx="115159" cy="84818"/>
            </a:xfrm>
            <a:prstGeom prst="rect">
              <a:avLst/>
            </a:prstGeom>
          </p:spPr>
        </p:pic>
      </p:grp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98C38ED2-CBFB-4EA9-B331-D843ED8741B6}"/>
              </a:ext>
            </a:extLst>
          </p:cNvPr>
          <p:cNvGrpSpPr/>
          <p:nvPr/>
        </p:nvGrpSpPr>
        <p:grpSpPr>
          <a:xfrm>
            <a:off x="571486" y="3796263"/>
            <a:ext cx="330192" cy="302138"/>
            <a:chOff x="571486" y="3796263"/>
            <a:chExt cx="330192" cy="302138"/>
          </a:xfrm>
        </p:grpSpPr>
        <p:pic>
          <p:nvPicPr>
            <p:cNvPr id="20" name="Vector 23 (Stroke) [Figma I9887:52882;7965:11851]" descr="Vector 23 (Stroke). векторный контур">
              <a:extLst>
                <a:ext uri="{FF2B5EF4-FFF2-40B4-BE49-F238E27FC236}">
                  <a16:creationId xmlns:a16="http://schemas.microsoft.com/office/drawing/2014/main" id="{4626838C-365B-40D6-9B0F-5638E4F3E40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71007" y="3860852"/>
              <a:ext cx="130671" cy="28500"/>
            </a:xfrm>
            <a:prstGeom prst="rect">
              <a:avLst/>
            </a:prstGeom>
          </p:spPr>
        </p:pic>
        <p:pic>
          <p:nvPicPr>
            <p:cNvPr id="21" name="Vector 24 (Stroke) [Figma I9887:52882;7965:11852]" descr="Vector 24 (Stroke). векторный контур">
              <a:extLst>
                <a:ext uri="{FF2B5EF4-FFF2-40B4-BE49-F238E27FC236}">
                  <a16:creationId xmlns:a16="http://schemas.microsoft.com/office/drawing/2014/main" id="{0FB37E89-A3D4-458D-BC2E-7D67F75DF2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96660" y="3932114"/>
              <a:ext cx="105017" cy="28500"/>
            </a:xfrm>
            <a:prstGeom prst="rect">
              <a:avLst/>
            </a:prstGeom>
          </p:spPr>
        </p:pic>
        <p:pic>
          <p:nvPicPr>
            <p:cNvPr id="22" name="Vector 25 (Stroke) [Figma I9887:52882;7965:11853]" descr="Vector 25 (Stroke). векторный контур">
              <a:extLst>
                <a:ext uri="{FF2B5EF4-FFF2-40B4-BE49-F238E27FC236}">
                  <a16:creationId xmlns:a16="http://schemas.microsoft.com/office/drawing/2014/main" id="{F0E73310-67C0-450A-B15F-E0D154B379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97073" y="4002546"/>
              <a:ext cx="104605" cy="28500"/>
            </a:xfrm>
            <a:prstGeom prst="rect">
              <a:avLst/>
            </a:prstGeom>
          </p:spPr>
        </p:pic>
        <p:pic>
          <p:nvPicPr>
            <p:cNvPr id="23" name="Vector [Figma I9887:52882;7965:11855]" descr="Vector. векторный контур">
              <a:extLst>
                <a:ext uri="{FF2B5EF4-FFF2-40B4-BE49-F238E27FC236}">
                  <a16:creationId xmlns:a16="http://schemas.microsoft.com/office/drawing/2014/main" id="{9A374A8A-546C-4496-A244-7B90200137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71486" y="3796263"/>
              <a:ext cx="212906" cy="302138"/>
            </a:xfrm>
            <a:prstGeom prst="rect">
              <a:avLst/>
            </a:prstGeom>
          </p:spPr>
        </p:pic>
      </p:grp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374AAF40-01CD-40A7-93A6-11E0DC3CDAAC}"/>
              </a:ext>
            </a:extLst>
          </p:cNvPr>
          <p:cNvGrpSpPr/>
          <p:nvPr/>
        </p:nvGrpSpPr>
        <p:grpSpPr>
          <a:xfrm>
            <a:off x="584536" y="4773964"/>
            <a:ext cx="302138" cy="277136"/>
            <a:chOff x="584536" y="4773964"/>
            <a:chExt cx="302138" cy="277136"/>
          </a:xfrm>
        </p:grpSpPr>
        <p:pic>
          <p:nvPicPr>
            <p:cNvPr id="25" name="Vector [Figma I9887:52886;7965:11814]" descr="Vector. векторный контур">
              <a:extLst>
                <a:ext uri="{FF2B5EF4-FFF2-40B4-BE49-F238E27FC236}">
                  <a16:creationId xmlns:a16="http://schemas.microsoft.com/office/drawing/2014/main" id="{4670C1EB-7BB3-4677-BC29-33A62A04C7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584536" y="4773964"/>
              <a:ext cx="199363" cy="277136"/>
            </a:xfrm>
            <a:prstGeom prst="rect">
              <a:avLst/>
            </a:prstGeom>
          </p:spPr>
        </p:pic>
        <p:pic>
          <p:nvPicPr>
            <p:cNvPr id="26" name="Union [Figma I9887:52886;7965:11815]" descr="Union. векторный контур">
              <a:extLst>
                <a:ext uri="{FF2B5EF4-FFF2-40B4-BE49-F238E27FC236}">
                  <a16:creationId xmlns:a16="http://schemas.microsoft.com/office/drawing/2014/main" id="{66F998A9-89E0-4E74-B06F-90BFD0AFAB4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55727" y="4773964"/>
              <a:ext cx="130947" cy="277136"/>
            </a:xfrm>
            <a:prstGeom prst="rect">
              <a:avLst/>
            </a:prstGeom>
          </p:spPr>
        </p:pic>
      </p:grpSp>
      <p:grpSp>
        <p:nvGrpSpPr>
          <p:cNvPr id="27" name="Группа 26">
            <a:extLst>
              <a:ext uri="{FF2B5EF4-FFF2-40B4-BE49-F238E27FC236}">
                <a16:creationId xmlns:a16="http://schemas.microsoft.com/office/drawing/2014/main" id="{D0C60ED0-D39A-4477-876F-BD804562EF62}"/>
              </a:ext>
            </a:extLst>
          </p:cNvPr>
          <p:cNvGrpSpPr/>
          <p:nvPr/>
        </p:nvGrpSpPr>
        <p:grpSpPr>
          <a:xfrm>
            <a:off x="630377" y="5728760"/>
            <a:ext cx="211746" cy="302138"/>
            <a:chOff x="630377" y="5728760"/>
            <a:chExt cx="211746" cy="302138"/>
          </a:xfrm>
        </p:grpSpPr>
        <p:pic>
          <p:nvPicPr>
            <p:cNvPr id="28" name="Vector [Figma I9887:52890;7965:11868]" descr="Vector. векторный контур">
              <a:extLst>
                <a:ext uri="{FF2B5EF4-FFF2-40B4-BE49-F238E27FC236}">
                  <a16:creationId xmlns:a16="http://schemas.microsoft.com/office/drawing/2014/main" id="{BA0E1658-824C-4C9F-B056-C935EB0B3B5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630377" y="5728760"/>
              <a:ext cx="211746" cy="302138"/>
            </a:xfrm>
            <a:prstGeom prst="rect">
              <a:avLst/>
            </a:prstGeom>
          </p:spPr>
        </p:pic>
        <p:pic>
          <p:nvPicPr>
            <p:cNvPr id="29" name="Vector [Figma I9887:52890;7965:11869]" descr="Vector. векторный контур">
              <a:extLst>
                <a:ext uri="{FF2B5EF4-FFF2-40B4-BE49-F238E27FC236}">
                  <a16:creationId xmlns:a16="http://schemas.microsoft.com/office/drawing/2014/main" id="{3D288CBD-2BAF-42B2-8D3F-97F374E49CE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683625" y="5782002"/>
              <a:ext cx="105253" cy="10649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423385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to-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ame 2147203859 — фон [Figma 9887:64100:background]">
            <a:extLst>
              <a:ext uri="{FF2B5EF4-FFF2-40B4-BE49-F238E27FC236}">
                <a16:creationId xmlns:a16="http://schemas.microsoft.com/office/drawing/2014/main" id="{92749F42-CB33-40E3-9FA4-DCE99A3482CB}"/>
              </a:ext>
            </a:extLst>
          </p:cNvPr>
          <p:cNvSpPr/>
          <p:nvPr/>
        </p:nvSpPr>
        <p:spPr>
          <a:xfrm>
            <a:off x="380990" y="1390161"/>
            <a:ext cx="4343291" cy="1155671"/>
          </a:xfrm>
          <a:prstGeom prst="roundRect">
            <a:avLst>
              <a:gd name="adj" fmla="val 8242"/>
            </a:avLst>
          </a:prstGeom>
          <a:solidFill>
            <a:srgbClr val="EAE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Frame 2147203860 — фон [Figma 9887:64105:background]">
            <a:extLst>
              <a:ext uri="{FF2B5EF4-FFF2-40B4-BE49-F238E27FC236}">
                <a16:creationId xmlns:a16="http://schemas.microsoft.com/office/drawing/2014/main" id="{9386D8B3-899C-4010-9EB1-80AAFD8699A8}"/>
              </a:ext>
            </a:extLst>
          </p:cNvPr>
          <p:cNvSpPr/>
          <p:nvPr/>
        </p:nvSpPr>
        <p:spPr>
          <a:xfrm>
            <a:off x="380990" y="2672829"/>
            <a:ext cx="4343291" cy="1155671"/>
          </a:xfrm>
          <a:prstGeom prst="roundRect">
            <a:avLst>
              <a:gd name="adj" fmla="val 8242"/>
            </a:avLst>
          </a:prstGeom>
          <a:solidFill>
            <a:srgbClr val="EAE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Frame 2147203861 — фон [Figma 9887:64110:background]">
            <a:extLst>
              <a:ext uri="{FF2B5EF4-FFF2-40B4-BE49-F238E27FC236}">
                <a16:creationId xmlns:a16="http://schemas.microsoft.com/office/drawing/2014/main" id="{EDB25494-F11F-41A6-8F4E-6E113DC3AE7F}"/>
              </a:ext>
            </a:extLst>
          </p:cNvPr>
          <p:cNvSpPr/>
          <p:nvPr/>
        </p:nvSpPr>
        <p:spPr>
          <a:xfrm>
            <a:off x="380990" y="3946426"/>
            <a:ext cx="4343291" cy="1155671"/>
          </a:xfrm>
          <a:prstGeom prst="roundRect">
            <a:avLst>
              <a:gd name="adj" fmla="val 8242"/>
            </a:avLst>
          </a:prstGeom>
          <a:solidFill>
            <a:srgbClr val="EAE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7D5D883F-B7ED-447A-B454-FEFB3B09D9F4}"/>
              </a:ext>
            </a:extLst>
          </p:cNvPr>
          <p:cNvSpPr/>
          <p:nvPr/>
        </p:nvSpPr>
        <p:spPr>
          <a:xfrm>
            <a:off x="380990" y="5222179"/>
            <a:ext cx="4345200" cy="1116000"/>
          </a:xfrm>
          <a:prstGeom prst="roundRect">
            <a:avLst>
              <a:gd name="adj" fmla="val 8946"/>
            </a:avLst>
          </a:prstGeom>
          <a:gradFill>
            <a:gsLst>
              <a:gs pos="30000">
                <a:schemeClr val="accent1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9B288055-518D-4E0A-BB9B-B5E3E580A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4FE0027-40EA-4BB4-8D71-47BA4B3CAD4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E9794C1B-C881-42F5-9B4F-0D6130829943}" type="slidenum">
              <a:rPr lang="ru-RU" smtClean="0"/>
              <a:pPr>
                <a:defRPr/>
              </a:pPr>
              <a:t>28</a:t>
            </a:fld>
            <a:endParaRPr lang="ru-RU" dirty="0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69220EF2-19C8-47F8-AA37-F887AA7141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72318B6B-5C1E-48C1-846F-8C7F9813469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0EE182FC-E252-4E19-B29A-9DEFADFB160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A604C279-EBFC-4E46-A11C-072393AA40E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35902214-A7F9-4F21-9D22-5D6E513E5D4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3B672116-8927-4BB1-920F-72BA15D92A2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DFD6D7D3-364A-4C87-B308-499644A2EAA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518DBB87-7D1F-4772-A89D-3952AAF8170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ru-RU"/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88AB86E2-D923-4163-A3CF-F95EE60ACF19}"/>
              </a:ext>
            </a:extLst>
          </p:cNvPr>
          <p:cNvGrpSpPr/>
          <p:nvPr/>
        </p:nvGrpSpPr>
        <p:grpSpPr>
          <a:xfrm>
            <a:off x="593450" y="1734610"/>
            <a:ext cx="448464" cy="448470"/>
            <a:chOff x="593450" y="1734610"/>
            <a:chExt cx="448464" cy="448470"/>
          </a:xfrm>
        </p:grpSpPr>
        <p:pic>
          <p:nvPicPr>
            <p:cNvPr id="19" name="Vector 59 (Stroke) [Figma I9887:64101;7965:11847]" descr="Vector 59 (Stroke). векторный контур">
              <a:extLst>
                <a:ext uri="{FF2B5EF4-FFF2-40B4-BE49-F238E27FC236}">
                  <a16:creationId xmlns:a16="http://schemas.microsoft.com/office/drawing/2014/main" id="{D9F12B28-A036-47D8-8FB1-93BABC95BF0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11830" y="1734610"/>
              <a:ext cx="411704" cy="448458"/>
            </a:xfrm>
            <a:prstGeom prst="rect">
              <a:avLst/>
            </a:prstGeom>
          </p:spPr>
        </p:pic>
        <p:pic>
          <p:nvPicPr>
            <p:cNvPr id="20" name="Ellipse 47 (Stroke) [Figma I9887:64101;7965:11848]" descr="Ellipse 47 (Stroke). векторный контур">
              <a:extLst>
                <a:ext uri="{FF2B5EF4-FFF2-40B4-BE49-F238E27FC236}">
                  <a16:creationId xmlns:a16="http://schemas.microsoft.com/office/drawing/2014/main" id="{78379893-8695-4059-9CA9-DD2A1C74AD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93450" y="1734610"/>
              <a:ext cx="448464" cy="448470"/>
            </a:xfrm>
            <a:prstGeom prst="rect">
              <a:avLst/>
            </a:prstGeom>
          </p:spPr>
        </p:pic>
      </p:grp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D67CA6B7-7F13-4230-AC75-C1AF8871072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3177" t="1719" r="4457" b="2587"/>
          <a:stretch>
            <a:fillRect/>
          </a:stretch>
        </p:blipFill>
        <p:spPr>
          <a:xfrm>
            <a:off x="4850450" y="1388717"/>
            <a:ext cx="6958800" cy="4964400"/>
          </a:xfrm>
          <a:custGeom>
            <a:avLst/>
            <a:gdLst>
              <a:gd name="connsiteX0" fmla="*/ 117160 w 6958800"/>
              <a:gd name="connsiteY0" fmla="*/ 0 h 4964400"/>
              <a:gd name="connsiteX1" fmla="*/ 6841640 w 6958800"/>
              <a:gd name="connsiteY1" fmla="*/ 0 h 4964400"/>
              <a:gd name="connsiteX2" fmla="*/ 6958800 w 6958800"/>
              <a:gd name="connsiteY2" fmla="*/ 117160 h 4964400"/>
              <a:gd name="connsiteX3" fmla="*/ 6958800 w 6958800"/>
              <a:gd name="connsiteY3" fmla="*/ 4847240 h 4964400"/>
              <a:gd name="connsiteX4" fmla="*/ 6841640 w 6958800"/>
              <a:gd name="connsiteY4" fmla="*/ 4964400 h 4964400"/>
              <a:gd name="connsiteX5" fmla="*/ 117160 w 6958800"/>
              <a:gd name="connsiteY5" fmla="*/ 4964400 h 4964400"/>
              <a:gd name="connsiteX6" fmla="*/ 0 w 6958800"/>
              <a:gd name="connsiteY6" fmla="*/ 4847240 h 4964400"/>
              <a:gd name="connsiteX7" fmla="*/ 0 w 6958800"/>
              <a:gd name="connsiteY7" fmla="*/ 117160 h 4964400"/>
              <a:gd name="connsiteX8" fmla="*/ 117160 w 6958800"/>
              <a:gd name="connsiteY8" fmla="*/ 0 h 496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58800" h="4964400">
                <a:moveTo>
                  <a:pt x="117160" y="0"/>
                </a:moveTo>
                <a:lnTo>
                  <a:pt x="6841640" y="0"/>
                </a:lnTo>
                <a:cubicBezTo>
                  <a:pt x="6906346" y="0"/>
                  <a:pt x="6958800" y="52454"/>
                  <a:pt x="6958800" y="117160"/>
                </a:cubicBezTo>
                <a:lnTo>
                  <a:pt x="6958800" y="4847240"/>
                </a:lnTo>
                <a:cubicBezTo>
                  <a:pt x="6958800" y="4911946"/>
                  <a:pt x="6906346" y="4964400"/>
                  <a:pt x="6841640" y="4964400"/>
                </a:cubicBezTo>
                <a:lnTo>
                  <a:pt x="117160" y="4964400"/>
                </a:lnTo>
                <a:cubicBezTo>
                  <a:pt x="52454" y="4964400"/>
                  <a:pt x="0" y="4911946"/>
                  <a:pt x="0" y="4847240"/>
                </a:cubicBezTo>
                <a:lnTo>
                  <a:pt x="0" y="117160"/>
                </a:lnTo>
                <a:cubicBezTo>
                  <a:pt x="0" y="52454"/>
                  <a:pt x="52454" y="0"/>
                  <a:pt x="117160" y="0"/>
                </a:cubicBezTo>
                <a:close/>
              </a:path>
            </a:pathLst>
          </a:custGeom>
        </p:spPr>
      </p:pic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D56804FF-8C93-40C7-8164-576909981A71}"/>
              </a:ext>
            </a:extLst>
          </p:cNvPr>
          <p:cNvGrpSpPr/>
          <p:nvPr/>
        </p:nvGrpSpPr>
        <p:grpSpPr>
          <a:xfrm>
            <a:off x="593450" y="3035832"/>
            <a:ext cx="448464" cy="411351"/>
            <a:chOff x="593450" y="3035832"/>
            <a:chExt cx="448464" cy="411351"/>
          </a:xfrm>
        </p:grpSpPr>
        <p:pic>
          <p:nvPicPr>
            <p:cNvPr id="23" name="Vector [Figma I9887:64106;7965:11814]" descr="Vector. векторный контур">
              <a:extLst>
                <a:ext uri="{FF2B5EF4-FFF2-40B4-BE49-F238E27FC236}">
                  <a16:creationId xmlns:a16="http://schemas.microsoft.com/office/drawing/2014/main" id="{67980741-0E01-4D19-B86A-78CA4250728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93450" y="3035832"/>
              <a:ext cx="295913" cy="411351"/>
            </a:xfrm>
            <a:prstGeom prst="rect">
              <a:avLst/>
            </a:prstGeom>
          </p:spPr>
        </p:pic>
        <p:pic>
          <p:nvPicPr>
            <p:cNvPr id="24" name="Union [Figma I9887:64106;7965:11815]" descr="Union. векторный контур">
              <a:extLst>
                <a:ext uri="{FF2B5EF4-FFF2-40B4-BE49-F238E27FC236}">
                  <a16:creationId xmlns:a16="http://schemas.microsoft.com/office/drawing/2014/main" id="{9114D1C6-BC28-4EBC-9C77-413458BFA30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47549" y="3035832"/>
              <a:ext cx="194365" cy="411351"/>
            </a:xfrm>
            <a:prstGeom prst="rect">
              <a:avLst/>
            </a:prstGeom>
          </p:spPr>
        </p:pic>
      </p:grp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24754F0D-1F73-4904-B4F2-D1190706FE89}"/>
              </a:ext>
            </a:extLst>
          </p:cNvPr>
          <p:cNvGrpSpPr/>
          <p:nvPr/>
        </p:nvGrpSpPr>
        <p:grpSpPr>
          <a:xfrm>
            <a:off x="593450" y="4303047"/>
            <a:ext cx="448473" cy="448470"/>
            <a:chOff x="593450" y="4303047"/>
            <a:chExt cx="448473" cy="448470"/>
          </a:xfrm>
        </p:grpSpPr>
        <p:pic>
          <p:nvPicPr>
            <p:cNvPr id="26" name="Vector 39 (Stroke) [Figma I9887:64111;7965:11822]" descr="Vector 39 (Stroke). векторный контур">
              <a:extLst>
                <a:ext uri="{FF2B5EF4-FFF2-40B4-BE49-F238E27FC236}">
                  <a16:creationId xmlns:a16="http://schemas.microsoft.com/office/drawing/2014/main" id="{26FD1F37-E551-4607-A80D-164D7B4F74D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93453" y="4303047"/>
              <a:ext cx="448464" cy="251798"/>
            </a:xfrm>
            <a:prstGeom prst="rect">
              <a:avLst/>
            </a:prstGeom>
          </p:spPr>
        </p:pic>
        <p:pic>
          <p:nvPicPr>
            <p:cNvPr id="27" name="Vector 40 (Stroke) [Figma I9887:64111;7965:11823]" descr="Vector 40 (Stroke). векторный контур">
              <a:extLst>
                <a:ext uri="{FF2B5EF4-FFF2-40B4-BE49-F238E27FC236}">
                  <a16:creationId xmlns:a16="http://schemas.microsoft.com/office/drawing/2014/main" id="{48E259B0-677D-4180-95C1-FDF72B60911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593450" y="4509814"/>
              <a:ext cx="448473" cy="241703"/>
            </a:xfrm>
            <a:prstGeom prst="rect">
              <a:avLst/>
            </a:prstGeom>
          </p:spPr>
        </p:pic>
      </p:grp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73007A42-E84E-4D93-A99D-0EEF9DEC7FEC}"/>
              </a:ext>
            </a:extLst>
          </p:cNvPr>
          <p:cNvGrpSpPr/>
          <p:nvPr/>
        </p:nvGrpSpPr>
        <p:grpSpPr>
          <a:xfrm>
            <a:off x="679858" y="5535735"/>
            <a:ext cx="427935" cy="448470"/>
            <a:chOff x="679858" y="5535735"/>
            <a:chExt cx="427935" cy="448470"/>
          </a:xfrm>
        </p:grpSpPr>
        <p:pic>
          <p:nvPicPr>
            <p:cNvPr id="29" name="Vector 35 (Stroke) [Figma I9887:64116;7965:11858]" descr="Vector 35 (Stroke). векторный контур">
              <a:extLst>
                <a:ext uri="{FF2B5EF4-FFF2-40B4-BE49-F238E27FC236}">
                  <a16:creationId xmlns:a16="http://schemas.microsoft.com/office/drawing/2014/main" id="{8583B43E-82F7-49D1-945D-93B4EF0AD97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66241" y="5780179"/>
              <a:ext cx="55139" cy="36760"/>
            </a:xfrm>
            <a:prstGeom prst="rect">
              <a:avLst/>
            </a:prstGeom>
          </p:spPr>
        </p:pic>
        <p:pic>
          <p:nvPicPr>
            <p:cNvPr id="30" name="Vector 36 (Stroke) [Figma I9887:64116;7965:11859]" descr="Vector 36 (Stroke). векторный контур">
              <a:extLst>
                <a:ext uri="{FF2B5EF4-FFF2-40B4-BE49-F238E27FC236}">
                  <a16:creationId xmlns:a16="http://schemas.microsoft.com/office/drawing/2014/main" id="{527C3EF2-22CA-4AB8-817A-AE7A3A992C4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66241" y="5846343"/>
              <a:ext cx="156225" cy="36760"/>
            </a:xfrm>
            <a:prstGeom prst="rect">
              <a:avLst/>
            </a:prstGeom>
          </p:spPr>
        </p:pic>
        <p:pic>
          <p:nvPicPr>
            <p:cNvPr id="31" name="Rectangle 13 (Stroke) [Figma I9887:64116;7965:11860]" descr="Rectangle 13 (Stroke). векторный контур">
              <a:extLst>
                <a:ext uri="{FF2B5EF4-FFF2-40B4-BE49-F238E27FC236}">
                  <a16:creationId xmlns:a16="http://schemas.microsoft.com/office/drawing/2014/main" id="{752396BB-EB4F-479C-87B1-28EFD1A01D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679858" y="5535735"/>
              <a:ext cx="427935" cy="4484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355510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to-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ame — фон [Figma 9887:52901:background]">
            <a:extLst>
              <a:ext uri="{FF2B5EF4-FFF2-40B4-BE49-F238E27FC236}">
                <a16:creationId xmlns:a16="http://schemas.microsoft.com/office/drawing/2014/main" id="{D1E5B312-8B43-4323-9A70-F14E044594BD}"/>
              </a:ext>
            </a:extLst>
          </p:cNvPr>
          <p:cNvSpPr/>
          <p:nvPr/>
        </p:nvSpPr>
        <p:spPr>
          <a:xfrm>
            <a:off x="380990" y="1377916"/>
            <a:ext cx="3725240" cy="2422464"/>
          </a:xfrm>
          <a:prstGeom prst="roundRect">
            <a:avLst>
              <a:gd name="adj" fmla="val 3932"/>
            </a:avLst>
          </a:prstGeom>
          <a:solidFill>
            <a:srgbClr val="EAEDF5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Frame — фон [Figma 9887:52904:background]">
            <a:extLst>
              <a:ext uri="{FF2B5EF4-FFF2-40B4-BE49-F238E27FC236}">
                <a16:creationId xmlns:a16="http://schemas.microsoft.com/office/drawing/2014/main" id="{D28EA4DD-7B86-4BD2-8336-6D8CFFF3C274}"/>
              </a:ext>
            </a:extLst>
          </p:cNvPr>
          <p:cNvSpPr/>
          <p:nvPr/>
        </p:nvSpPr>
        <p:spPr>
          <a:xfrm>
            <a:off x="4233226" y="1377916"/>
            <a:ext cx="3725240" cy="2422464"/>
          </a:xfrm>
          <a:prstGeom prst="roundRect">
            <a:avLst>
              <a:gd name="adj" fmla="val 3932"/>
            </a:avLst>
          </a:prstGeom>
          <a:solidFill>
            <a:srgbClr val="EAEDF5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Frame — фон [Figma 9887:52911:background]">
            <a:extLst>
              <a:ext uri="{FF2B5EF4-FFF2-40B4-BE49-F238E27FC236}">
                <a16:creationId xmlns:a16="http://schemas.microsoft.com/office/drawing/2014/main" id="{5A96EC1A-C242-4B7B-AD9F-304C3D2CB6BC}"/>
              </a:ext>
            </a:extLst>
          </p:cNvPr>
          <p:cNvSpPr/>
          <p:nvPr/>
        </p:nvSpPr>
        <p:spPr>
          <a:xfrm>
            <a:off x="8085462" y="1377916"/>
            <a:ext cx="3725240" cy="2422464"/>
          </a:xfrm>
          <a:prstGeom prst="roundRect">
            <a:avLst>
              <a:gd name="adj" fmla="val 3932"/>
            </a:avLst>
          </a:prstGeom>
          <a:solidFill>
            <a:srgbClr val="EAEDF5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Frame — фон [Figma 9887:52921:background]">
            <a:extLst>
              <a:ext uri="{FF2B5EF4-FFF2-40B4-BE49-F238E27FC236}">
                <a16:creationId xmlns:a16="http://schemas.microsoft.com/office/drawing/2014/main" id="{9E7C5A43-32F6-49A4-A562-36843E00F470}"/>
              </a:ext>
            </a:extLst>
          </p:cNvPr>
          <p:cNvSpPr/>
          <p:nvPr/>
        </p:nvSpPr>
        <p:spPr>
          <a:xfrm>
            <a:off x="380990" y="3927377"/>
            <a:ext cx="3725240" cy="2422464"/>
          </a:xfrm>
          <a:prstGeom prst="roundRect">
            <a:avLst>
              <a:gd name="adj" fmla="val 3932"/>
            </a:avLst>
          </a:prstGeom>
          <a:solidFill>
            <a:srgbClr val="EAEDF5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Frame — фон [Figma 9887:52924:background]">
            <a:extLst>
              <a:ext uri="{FF2B5EF4-FFF2-40B4-BE49-F238E27FC236}">
                <a16:creationId xmlns:a16="http://schemas.microsoft.com/office/drawing/2014/main" id="{592F0620-9B0A-49E0-AE5C-DE425E47FEC7}"/>
              </a:ext>
            </a:extLst>
          </p:cNvPr>
          <p:cNvSpPr/>
          <p:nvPr/>
        </p:nvSpPr>
        <p:spPr>
          <a:xfrm>
            <a:off x="4233226" y="3927377"/>
            <a:ext cx="3725240" cy="2422464"/>
          </a:xfrm>
          <a:prstGeom prst="roundRect">
            <a:avLst>
              <a:gd name="adj" fmla="val 3932"/>
            </a:avLst>
          </a:prstGeom>
          <a:solidFill>
            <a:srgbClr val="EAEDF5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Frame — фон [Figma 9887:52911:background]">
            <a:extLst>
              <a:ext uri="{FF2B5EF4-FFF2-40B4-BE49-F238E27FC236}">
                <a16:creationId xmlns:a16="http://schemas.microsoft.com/office/drawing/2014/main" id="{06648C85-4B2D-46BE-B702-741990E210E1}"/>
              </a:ext>
            </a:extLst>
          </p:cNvPr>
          <p:cNvSpPr/>
          <p:nvPr/>
        </p:nvSpPr>
        <p:spPr>
          <a:xfrm>
            <a:off x="8085462" y="3914199"/>
            <a:ext cx="3725240" cy="2422464"/>
          </a:xfrm>
          <a:prstGeom prst="roundRect">
            <a:avLst>
              <a:gd name="adj" fmla="val 3932"/>
            </a:avLst>
          </a:prstGeom>
          <a:solidFill>
            <a:srgbClr val="EAEDF5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Заголовок 11">
            <a:extLst>
              <a:ext uri="{FF2B5EF4-FFF2-40B4-BE49-F238E27FC236}">
                <a16:creationId xmlns:a16="http://schemas.microsoft.com/office/drawing/2014/main" id="{94449C19-EE92-474E-9F0C-DFE6315D7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62FEB44-C002-4A30-961E-026F4F0BF83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E9794C1B-C881-42F5-9B4F-0D6130829943}" type="slidenum">
              <a:rPr lang="ru-RU" smtClean="0"/>
              <a:pPr>
                <a:defRPr/>
              </a:pPr>
              <a:t>29</a:t>
            </a:fld>
            <a:endParaRPr lang="ru-RU" dirty="0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1AF82700-2DF3-41B7-AE5F-C31BF5295AF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FE8F6F95-90B4-469C-BA8C-5DEB9F384DD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fontScale="70000" lnSpcReduction="20000"/>
          </a:bodyPr>
          <a:lstStyle/>
          <a:p>
            <a:endParaRPr lang="ru-RU" dirty="0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94E3AD92-1391-4C8F-A3E5-ACEF7FF47F4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C9497458-0EFE-4A52-A131-6BB765D7AA1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fontScale="70000" lnSpcReduction="20000"/>
          </a:bodyPr>
          <a:lstStyle/>
          <a:p>
            <a:endParaRPr lang="ru-RU"/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1B67E79A-F385-4294-AE86-7AA566B8F9B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66744C09-EEFC-485C-A5CE-AABE3B207E1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934415C5-BC1F-42DF-B74E-8A3B37DA990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>
            <a:normAutofit fontScale="70000" lnSpcReduction="20000"/>
          </a:bodyPr>
          <a:lstStyle/>
          <a:p>
            <a:endParaRPr lang="ru-RU"/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D0034BF9-ADB0-4B8F-B13D-7899A3049AF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1" name="Текст 20">
            <a:extLst>
              <a:ext uri="{FF2B5EF4-FFF2-40B4-BE49-F238E27FC236}">
                <a16:creationId xmlns:a16="http://schemas.microsoft.com/office/drawing/2014/main" id="{C8BA9231-70BD-4337-8581-F7B39B8BACD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>
            <a:normAutofit fontScale="70000" lnSpcReduction="20000"/>
          </a:bodyPr>
          <a:lstStyle/>
          <a:p>
            <a:endParaRPr lang="ru-RU"/>
          </a:p>
        </p:txBody>
      </p:sp>
      <p:sp>
        <p:nvSpPr>
          <p:cNvPr id="22" name="Текст 21">
            <a:extLst>
              <a:ext uri="{FF2B5EF4-FFF2-40B4-BE49-F238E27FC236}">
                <a16:creationId xmlns:a16="http://schemas.microsoft.com/office/drawing/2014/main" id="{A89D1CD1-54CC-45B7-B59D-A70ACFAA313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ru-RU"/>
          </a:p>
        </p:txBody>
      </p: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8A62C26F-539F-43F5-8F0E-D80232F5988E}"/>
              </a:ext>
            </a:extLst>
          </p:cNvPr>
          <p:cNvGrpSpPr/>
          <p:nvPr/>
        </p:nvGrpSpPr>
        <p:grpSpPr>
          <a:xfrm>
            <a:off x="4507690" y="1650252"/>
            <a:ext cx="493496" cy="493489"/>
            <a:chOff x="4507690" y="1650252"/>
            <a:chExt cx="493496" cy="493489"/>
          </a:xfrm>
        </p:grpSpPr>
        <p:pic>
          <p:nvPicPr>
            <p:cNvPr id="24" name="Star 3 (Stroke) [Figma I9887:52909;7965:11807]" descr="Star 3 (Stroke). векторный контур">
              <a:extLst>
                <a:ext uri="{FF2B5EF4-FFF2-40B4-BE49-F238E27FC236}">
                  <a16:creationId xmlns:a16="http://schemas.microsoft.com/office/drawing/2014/main" id="{0A756294-F8AF-4FF7-890B-D55DDDA32BA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507690" y="1650252"/>
              <a:ext cx="493496" cy="493489"/>
            </a:xfrm>
            <a:prstGeom prst="rect">
              <a:avLst/>
            </a:prstGeom>
          </p:spPr>
        </p:pic>
        <p:pic>
          <p:nvPicPr>
            <p:cNvPr id="25" name="Vector 32 (Stroke) [Figma I9887:52909;7965:11808]" descr="Vector 32 (Stroke). векторный контур">
              <a:extLst>
                <a:ext uri="{FF2B5EF4-FFF2-40B4-BE49-F238E27FC236}">
                  <a16:creationId xmlns:a16="http://schemas.microsoft.com/office/drawing/2014/main" id="{031F61E4-D10C-488E-8A83-E5E759A7E80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659376" y="1828233"/>
              <a:ext cx="188095" cy="138543"/>
            </a:xfrm>
            <a:prstGeom prst="rect">
              <a:avLst/>
            </a:prstGeom>
          </p:spPr>
        </p:pic>
      </p:grp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6EAA8371-BA1A-435E-82C3-E0A9BF837C0D}"/>
              </a:ext>
            </a:extLst>
          </p:cNvPr>
          <p:cNvGrpSpPr/>
          <p:nvPr/>
        </p:nvGrpSpPr>
        <p:grpSpPr>
          <a:xfrm>
            <a:off x="9251021" y="1670678"/>
            <a:ext cx="493496" cy="455068"/>
            <a:chOff x="9251021" y="1670678"/>
            <a:chExt cx="493496" cy="455068"/>
          </a:xfrm>
        </p:grpSpPr>
        <p:pic>
          <p:nvPicPr>
            <p:cNvPr id="27" name="Rectangle 16 (Stroke) [Figma I9887:52918;7965:11804]" descr="Rectangle 16 (Stroke). векторный контур">
              <a:extLst>
                <a:ext uri="{FF2B5EF4-FFF2-40B4-BE49-F238E27FC236}">
                  <a16:creationId xmlns:a16="http://schemas.microsoft.com/office/drawing/2014/main" id="{728C1188-F4C5-4178-996D-67B01921B70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51021" y="1670678"/>
              <a:ext cx="493496" cy="455068"/>
            </a:xfrm>
            <a:prstGeom prst="rect">
              <a:avLst/>
            </a:prstGeom>
          </p:spPr>
        </p:pic>
        <p:pic>
          <p:nvPicPr>
            <p:cNvPr id="28" name="Vector 43 (Stroke) [Figma I9887:52918;7965:11803]" descr="Vector 43 (Stroke). векторный контур">
              <a:extLst>
                <a:ext uri="{FF2B5EF4-FFF2-40B4-BE49-F238E27FC236}">
                  <a16:creationId xmlns:a16="http://schemas.microsoft.com/office/drawing/2014/main" id="{EB17096D-A1C5-4CA6-8C45-4F853D7ED2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382486" y="1836530"/>
              <a:ext cx="228545" cy="167874"/>
            </a:xfrm>
            <a:prstGeom prst="rect">
              <a:avLst/>
            </a:prstGeom>
          </p:spPr>
        </p:pic>
      </p:grp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1677B555-1DCB-4B9D-B918-3D1E7FAFCCCC}"/>
              </a:ext>
            </a:extLst>
          </p:cNvPr>
          <p:cNvGrpSpPr/>
          <p:nvPr/>
        </p:nvGrpSpPr>
        <p:grpSpPr>
          <a:xfrm>
            <a:off x="4583615" y="4205443"/>
            <a:ext cx="338935" cy="483630"/>
            <a:chOff x="4583615" y="4205443"/>
            <a:chExt cx="338935" cy="483630"/>
          </a:xfrm>
        </p:grpSpPr>
        <p:pic>
          <p:nvPicPr>
            <p:cNvPr id="30" name="Vector [Figma I9887:52929;7965:11868]" descr="Vector. векторный контур">
              <a:extLst>
                <a:ext uri="{FF2B5EF4-FFF2-40B4-BE49-F238E27FC236}">
                  <a16:creationId xmlns:a16="http://schemas.microsoft.com/office/drawing/2014/main" id="{E15D4D67-AAF7-4657-A204-63F7B09AC4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583615" y="4205443"/>
              <a:ext cx="338935" cy="483630"/>
            </a:xfrm>
            <a:prstGeom prst="rect">
              <a:avLst/>
            </a:prstGeom>
          </p:spPr>
        </p:pic>
        <p:pic>
          <p:nvPicPr>
            <p:cNvPr id="31" name="Vector [Figma I9887:52929;7965:11869]" descr="Vector. векторный контур">
              <a:extLst>
                <a:ext uri="{FF2B5EF4-FFF2-40B4-BE49-F238E27FC236}">
                  <a16:creationId xmlns:a16="http://schemas.microsoft.com/office/drawing/2014/main" id="{6983DD87-2910-435A-9D9A-387316A7669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668848" y="4290682"/>
              <a:ext cx="168475" cy="170454"/>
            </a:xfrm>
            <a:prstGeom prst="rect">
              <a:avLst/>
            </a:prstGeom>
          </p:spPr>
        </p:pic>
      </p:grp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2B7E9282-9871-4073-A4A2-18E9BB202F5B}"/>
              </a:ext>
            </a:extLst>
          </p:cNvPr>
          <p:cNvGrpSpPr/>
          <p:nvPr/>
        </p:nvGrpSpPr>
        <p:grpSpPr>
          <a:xfrm>
            <a:off x="9208857" y="4202888"/>
            <a:ext cx="430785" cy="493490"/>
            <a:chOff x="9208857" y="4202888"/>
            <a:chExt cx="430785" cy="493490"/>
          </a:xfrm>
        </p:grpSpPr>
        <p:pic>
          <p:nvPicPr>
            <p:cNvPr id="33" name="Vector 51 (Stroke) [Figma I9887:52938;7965:11843]" descr="Vector 51 (Stroke). векторный контур">
              <a:extLst>
                <a:ext uri="{FF2B5EF4-FFF2-40B4-BE49-F238E27FC236}">
                  <a16:creationId xmlns:a16="http://schemas.microsoft.com/office/drawing/2014/main" id="{989B7213-113F-4A9F-B3CA-6A629601F3B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208857" y="4202888"/>
              <a:ext cx="430785" cy="400437"/>
            </a:xfrm>
            <a:prstGeom prst="rect">
              <a:avLst/>
            </a:prstGeom>
          </p:spPr>
        </p:pic>
        <p:pic>
          <p:nvPicPr>
            <p:cNvPr id="34" name="Vector 52 [Figma I9887:52938;7965:11844]" descr="Vector 52. векторный контур">
              <a:extLst>
                <a:ext uri="{FF2B5EF4-FFF2-40B4-BE49-F238E27FC236}">
                  <a16:creationId xmlns:a16="http://schemas.microsoft.com/office/drawing/2014/main" id="{7FFF18FA-47EC-4295-9928-4288FCD2F0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9346383" y="4617513"/>
              <a:ext cx="147640" cy="788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424908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to-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Frame — фон [Figma 9887:52947:background]">
            <a:extLst>
              <a:ext uri="{FF2B5EF4-FFF2-40B4-BE49-F238E27FC236}">
                <a16:creationId xmlns:a16="http://schemas.microsoft.com/office/drawing/2014/main" id="{5FEEB339-A851-42C6-A7D1-62383D54664D}"/>
              </a:ext>
            </a:extLst>
          </p:cNvPr>
          <p:cNvSpPr/>
          <p:nvPr/>
        </p:nvSpPr>
        <p:spPr>
          <a:xfrm>
            <a:off x="380990" y="1377916"/>
            <a:ext cx="2762181" cy="2422464"/>
          </a:xfrm>
          <a:prstGeom prst="roundRect">
            <a:avLst>
              <a:gd name="adj" fmla="val 3932"/>
            </a:avLst>
          </a:prstGeom>
          <a:solidFill>
            <a:srgbClr val="EAEDF5">
              <a:alpha val="49804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Frame — фон [Figma 9887:52970:background]">
            <a:extLst>
              <a:ext uri="{FF2B5EF4-FFF2-40B4-BE49-F238E27FC236}">
                <a16:creationId xmlns:a16="http://schemas.microsoft.com/office/drawing/2014/main" id="{6B059AED-DB09-4D14-9175-C200C63E6894}"/>
              </a:ext>
            </a:extLst>
          </p:cNvPr>
          <p:cNvSpPr/>
          <p:nvPr/>
        </p:nvSpPr>
        <p:spPr>
          <a:xfrm>
            <a:off x="371474" y="3927377"/>
            <a:ext cx="2762181" cy="2422464"/>
          </a:xfrm>
          <a:prstGeom prst="roundRect">
            <a:avLst>
              <a:gd name="adj" fmla="val 3932"/>
            </a:avLst>
          </a:prstGeom>
          <a:solidFill>
            <a:srgbClr val="EAEDF5">
              <a:alpha val="49804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Frame — фон [Figma 9887:52950:background]">
            <a:extLst>
              <a:ext uri="{FF2B5EF4-FFF2-40B4-BE49-F238E27FC236}">
                <a16:creationId xmlns:a16="http://schemas.microsoft.com/office/drawing/2014/main" id="{3C1586D5-5228-4BD5-83C8-C99B4950FDE4}"/>
              </a:ext>
            </a:extLst>
          </p:cNvPr>
          <p:cNvSpPr/>
          <p:nvPr/>
        </p:nvSpPr>
        <p:spPr>
          <a:xfrm>
            <a:off x="3270168" y="1377916"/>
            <a:ext cx="2762181" cy="2422464"/>
          </a:xfrm>
          <a:prstGeom prst="roundRect">
            <a:avLst>
              <a:gd name="adj" fmla="val 3932"/>
            </a:avLst>
          </a:prstGeom>
          <a:solidFill>
            <a:srgbClr val="EAEDF5">
              <a:alpha val="49804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Frame — фон [Figma 9887:52957:background]">
            <a:extLst>
              <a:ext uri="{FF2B5EF4-FFF2-40B4-BE49-F238E27FC236}">
                <a16:creationId xmlns:a16="http://schemas.microsoft.com/office/drawing/2014/main" id="{FE4182F3-3C6A-4432-A0BF-5D267690BA23}"/>
              </a:ext>
            </a:extLst>
          </p:cNvPr>
          <p:cNvSpPr/>
          <p:nvPr/>
        </p:nvSpPr>
        <p:spPr>
          <a:xfrm>
            <a:off x="6149830" y="1377916"/>
            <a:ext cx="2762181" cy="2422464"/>
          </a:xfrm>
          <a:prstGeom prst="roundRect">
            <a:avLst>
              <a:gd name="adj" fmla="val 3932"/>
            </a:avLst>
          </a:prstGeom>
          <a:solidFill>
            <a:srgbClr val="EAEDF5">
              <a:alpha val="49804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Frame — фон [Figma 9887:52966:background]">
            <a:extLst>
              <a:ext uri="{FF2B5EF4-FFF2-40B4-BE49-F238E27FC236}">
                <a16:creationId xmlns:a16="http://schemas.microsoft.com/office/drawing/2014/main" id="{8755FC8E-5774-472F-934F-8F8A2B493479}"/>
              </a:ext>
            </a:extLst>
          </p:cNvPr>
          <p:cNvSpPr/>
          <p:nvPr/>
        </p:nvSpPr>
        <p:spPr>
          <a:xfrm>
            <a:off x="9039008" y="1377916"/>
            <a:ext cx="2762181" cy="2422464"/>
          </a:xfrm>
          <a:prstGeom prst="roundRect">
            <a:avLst>
              <a:gd name="adj" fmla="val 3932"/>
            </a:avLst>
          </a:prstGeom>
          <a:solidFill>
            <a:srgbClr val="EAEDF5">
              <a:alpha val="49804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Frame — фон [Figma 9887:52973:background]">
            <a:extLst>
              <a:ext uri="{FF2B5EF4-FFF2-40B4-BE49-F238E27FC236}">
                <a16:creationId xmlns:a16="http://schemas.microsoft.com/office/drawing/2014/main" id="{E9E487C5-CEE8-4EA5-A02D-0C2E1B4C476A}"/>
              </a:ext>
            </a:extLst>
          </p:cNvPr>
          <p:cNvSpPr/>
          <p:nvPr/>
        </p:nvSpPr>
        <p:spPr>
          <a:xfrm>
            <a:off x="3260652" y="3927377"/>
            <a:ext cx="2762181" cy="2422464"/>
          </a:xfrm>
          <a:prstGeom prst="roundRect">
            <a:avLst>
              <a:gd name="adj" fmla="val 3932"/>
            </a:avLst>
          </a:prstGeom>
          <a:solidFill>
            <a:srgbClr val="EAEDF5">
              <a:alpha val="49804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Frame — фон [Figma 9887:52980:background]">
            <a:extLst>
              <a:ext uri="{FF2B5EF4-FFF2-40B4-BE49-F238E27FC236}">
                <a16:creationId xmlns:a16="http://schemas.microsoft.com/office/drawing/2014/main" id="{A45E7093-12A0-4D82-A4EA-420BF079B7B8}"/>
              </a:ext>
            </a:extLst>
          </p:cNvPr>
          <p:cNvSpPr/>
          <p:nvPr/>
        </p:nvSpPr>
        <p:spPr>
          <a:xfrm>
            <a:off x="6149830" y="3927377"/>
            <a:ext cx="2762181" cy="2422464"/>
          </a:xfrm>
          <a:prstGeom prst="roundRect">
            <a:avLst>
              <a:gd name="adj" fmla="val 3932"/>
            </a:avLst>
          </a:prstGeom>
          <a:solidFill>
            <a:srgbClr val="EAEDF5">
              <a:alpha val="49804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Frame — фон [Figma 9887:52989:background]">
            <a:extLst>
              <a:ext uri="{FF2B5EF4-FFF2-40B4-BE49-F238E27FC236}">
                <a16:creationId xmlns:a16="http://schemas.microsoft.com/office/drawing/2014/main" id="{A5F43B5A-14FF-4BDA-9415-89A051CE0D11}"/>
              </a:ext>
            </a:extLst>
          </p:cNvPr>
          <p:cNvSpPr/>
          <p:nvPr/>
        </p:nvSpPr>
        <p:spPr>
          <a:xfrm>
            <a:off x="9039008" y="3927377"/>
            <a:ext cx="2762181" cy="2422464"/>
          </a:xfrm>
          <a:prstGeom prst="roundRect">
            <a:avLst>
              <a:gd name="adj" fmla="val 3932"/>
            </a:avLst>
          </a:prstGeom>
          <a:solidFill>
            <a:srgbClr val="EAEDF5">
              <a:alpha val="49804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036256-EEEC-4A1D-BB09-9DC5308B7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62FEB44-C002-4A30-961E-026F4F0BF83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E9794C1B-C881-42F5-9B4F-0D6130829943}" type="slidenum">
              <a:rPr lang="ru-RU" smtClean="0"/>
              <a:pPr>
                <a:defRPr/>
              </a:pPr>
              <a:t>30</a:t>
            </a:fld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A3FD81A-60B5-47CE-9EA5-807BAFF47C2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B50BE66-1CB9-4D23-B76D-D501390882A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fontScale="70000" lnSpcReduction="20000"/>
          </a:bodyPr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95233DC7-EE07-4930-8438-C0263406690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FF79FC6-76FE-474B-90EA-982F0479229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fontScale="70000" lnSpcReduction="20000"/>
          </a:bodyPr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D1A69B2F-22A5-4585-9BC2-A7E8972A537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52A63C30-092E-474E-95DC-2D509CC0AEC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>
            <a:normAutofit fontScale="70000" lnSpcReduction="20000"/>
          </a:bodyPr>
          <a:lstStyle/>
          <a:p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08F5D31F-D273-4031-AC4E-D1C3A9D5E04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6506CB49-FFDE-4B00-ADCF-73DE307F220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9FCBECBE-D14C-433A-878E-8B0424C44AB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>
            <a:normAutofit fontScale="70000" lnSpcReduction="20000"/>
          </a:bodyPr>
          <a:lstStyle/>
          <a:p>
            <a:endParaRPr lang="ru-RU"/>
          </a:p>
        </p:txBody>
      </p:sp>
      <p:sp>
        <p:nvSpPr>
          <p:cNvPr id="24" name="Текст 23">
            <a:extLst>
              <a:ext uri="{FF2B5EF4-FFF2-40B4-BE49-F238E27FC236}">
                <a16:creationId xmlns:a16="http://schemas.microsoft.com/office/drawing/2014/main" id="{5B1C0890-988B-4A3F-B640-1B394D54944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63310D25-597C-4CD2-9ED4-3B0483900EE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>
            <a:normAutofit fontScale="70000" lnSpcReduction="20000"/>
          </a:bodyPr>
          <a:lstStyle/>
          <a:p>
            <a:endParaRPr lang="ru-RU"/>
          </a:p>
        </p:txBody>
      </p:sp>
      <p:sp>
        <p:nvSpPr>
          <p:cNvPr id="26" name="Текст 25">
            <a:extLst>
              <a:ext uri="{FF2B5EF4-FFF2-40B4-BE49-F238E27FC236}">
                <a16:creationId xmlns:a16="http://schemas.microsoft.com/office/drawing/2014/main" id="{2012A39E-3431-477C-B55D-CDD9CE39341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108FCE49-D337-4063-9DAB-D61620208A0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>
            <a:normAutofit fontScale="70000" lnSpcReduction="20000"/>
          </a:bodyPr>
          <a:lstStyle/>
          <a:p>
            <a:endParaRPr lang="ru-RU"/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6AE9A8D7-C23E-4637-957A-F893683A76E7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ru-RU"/>
          </a:p>
        </p:txBody>
      </p: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08A1ABDE-0C64-438F-B474-E4DBEEA38727}"/>
              </a:ext>
            </a:extLst>
          </p:cNvPr>
          <p:cNvGrpSpPr/>
          <p:nvPr/>
        </p:nvGrpSpPr>
        <p:grpSpPr>
          <a:xfrm>
            <a:off x="3525284" y="1633025"/>
            <a:ext cx="527734" cy="527731"/>
            <a:chOff x="3525284" y="1633025"/>
            <a:chExt cx="527734" cy="527731"/>
          </a:xfrm>
        </p:grpSpPr>
        <p:pic>
          <p:nvPicPr>
            <p:cNvPr id="30" name="Star 3 (Stroke) [Figma I9887:52955;7965:11807]" descr="Star 3 (Stroke). векторный контур">
              <a:extLst>
                <a:ext uri="{FF2B5EF4-FFF2-40B4-BE49-F238E27FC236}">
                  <a16:creationId xmlns:a16="http://schemas.microsoft.com/office/drawing/2014/main" id="{7D6B8198-EE57-47E3-81B8-921AFB5F856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525284" y="1633025"/>
              <a:ext cx="527734" cy="527731"/>
            </a:xfrm>
            <a:prstGeom prst="rect">
              <a:avLst/>
            </a:prstGeom>
          </p:spPr>
        </p:pic>
        <p:pic>
          <p:nvPicPr>
            <p:cNvPr id="31" name="Vector 32 (Stroke) [Figma I9887:52955;7965:11808]" descr="Vector 32 (Stroke). векторный контур">
              <a:extLst>
                <a:ext uri="{FF2B5EF4-FFF2-40B4-BE49-F238E27FC236}">
                  <a16:creationId xmlns:a16="http://schemas.microsoft.com/office/drawing/2014/main" id="{D2BBFF55-11CC-44BE-95EA-B2D26D8FBFD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687494" y="1823359"/>
              <a:ext cx="201145" cy="148155"/>
            </a:xfrm>
            <a:prstGeom prst="rect">
              <a:avLst/>
            </a:prstGeom>
          </p:spPr>
        </p:pic>
      </p:grp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4DA1B654-1FCB-48C7-A1D2-ED247CD5E05A}"/>
              </a:ext>
            </a:extLst>
          </p:cNvPr>
          <p:cNvGrpSpPr/>
          <p:nvPr/>
        </p:nvGrpSpPr>
        <p:grpSpPr>
          <a:xfrm>
            <a:off x="7309790" y="1627970"/>
            <a:ext cx="527734" cy="486643"/>
            <a:chOff x="7309790" y="1654865"/>
            <a:chExt cx="527734" cy="486643"/>
          </a:xfrm>
        </p:grpSpPr>
        <p:pic>
          <p:nvPicPr>
            <p:cNvPr id="33" name="Vector 43 (Stroke) [Figma I9887:52964;7965:11803]" descr="Vector 43 (Stroke). векторный контур">
              <a:extLst>
                <a:ext uri="{FF2B5EF4-FFF2-40B4-BE49-F238E27FC236}">
                  <a16:creationId xmlns:a16="http://schemas.microsoft.com/office/drawing/2014/main" id="{B561BDD1-66B5-4994-B465-94910D06A2D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450373" y="1832214"/>
              <a:ext cx="244401" cy="179519"/>
            </a:xfrm>
            <a:prstGeom prst="rect">
              <a:avLst/>
            </a:prstGeom>
          </p:spPr>
        </p:pic>
        <p:pic>
          <p:nvPicPr>
            <p:cNvPr id="34" name="Rectangle 16 (Stroke) [Figma I9887:52964;7965:11804]" descr="Rectangle 16 (Stroke). векторный контур">
              <a:extLst>
                <a:ext uri="{FF2B5EF4-FFF2-40B4-BE49-F238E27FC236}">
                  <a16:creationId xmlns:a16="http://schemas.microsoft.com/office/drawing/2014/main" id="{EB45120C-9F71-449E-BE3D-C7038749CE1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309790" y="1654865"/>
              <a:ext cx="527734" cy="486643"/>
            </a:xfrm>
            <a:prstGeom prst="rect">
              <a:avLst/>
            </a:prstGeom>
          </p:spPr>
        </p:pic>
      </p:grpSp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E4161B02-15C9-47BC-8487-68446004F416}"/>
              </a:ext>
            </a:extLst>
          </p:cNvPr>
          <p:cNvGrpSpPr/>
          <p:nvPr/>
        </p:nvGrpSpPr>
        <p:grpSpPr>
          <a:xfrm>
            <a:off x="3607358" y="4189283"/>
            <a:ext cx="362449" cy="517177"/>
            <a:chOff x="3607358" y="4189283"/>
            <a:chExt cx="362449" cy="517177"/>
          </a:xfrm>
        </p:grpSpPr>
        <p:pic>
          <p:nvPicPr>
            <p:cNvPr id="36" name="Vector [Figma I9887:52978;7965:11868]" descr="Vector. векторный контур">
              <a:extLst>
                <a:ext uri="{FF2B5EF4-FFF2-40B4-BE49-F238E27FC236}">
                  <a16:creationId xmlns:a16="http://schemas.microsoft.com/office/drawing/2014/main" id="{9D90605B-98C4-4ACC-B062-56455C847C8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607358" y="4189283"/>
              <a:ext cx="362449" cy="517177"/>
            </a:xfrm>
            <a:prstGeom prst="rect">
              <a:avLst/>
            </a:prstGeom>
          </p:spPr>
        </p:pic>
        <p:pic>
          <p:nvPicPr>
            <p:cNvPr id="37" name="Vector [Figma I9887:52978;7965:11869]" descr="Vector. векторный контур">
              <a:extLst>
                <a:ext uri="{FF2B5EF4-FFF2-40B4-BE49-F238E27FC236}">
                  <a16:creationId xmlns:a16="http://schemas.microsoft.com/office/drawing/2014/main" id="{25A0FF62-B4F2-41C4-9D9C-CC5B8F47E8D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3698503" y="4280426"/>
              <a:ext cx="180164" cy="182285"/>
            </a:xfrm>
            <a:prstGeom prst="rect">
              <a:avLst/>
            </a:prstGeom>
          </p:spPr>
        </p:pic>
      </p:grpSp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A64FAD66-A5B8-49B8-AE91-BA2A8681EEE9}"/>
              </a:ext>
            </a:extLst>
          </p:cNvPr>
          <p:cNvGrpSpPr/>
          <p:nvPr/>
        </p:nvGrpSpPr>
        <p:grpSpPr>
          <a:xfrm>
            <a:off x="7269985" y="4185662"/>
            <a:ext cx="460670" cy="527719"/>
            <a:chOff x="7269985" y="4185662"/>
            <a:chExt cx="460670" cy="527719"/>
          </a:xfrm>
        </p:grpSpPr>
        <p:pic>
          <p:nvPicPr>
            <p:cNvPr id="39" name="Vector 51 (Stroke) [Figma I9887:52987;7965:11843]" descr="Vector 51 (Stroke). векторный контур">
              <a:extLst>
                <a:ext uri="{FF2B5EF4-FFF2-40B4-BE49-F238E27FC236}">
                  <a16:creationId xmlns:a16="http://schemas.microsoft.com/office/drawing/2014/main" id="{D6C46535-8528-4C07-A905-44F5DF58CF7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269985" y="4185662"/>
              <a:ext cx="460670" cy="428230"/>
            </a:xfrm>
            <a:prstGeom prst="rect">
              <a:avLst/>
            </a:prstGeom>
          </p:spPr>
        </p:pic>
        <p:pic>
          <p:nvPicPr>
            <p:cNvPr id="40" name="Vector 52 [Figma I9887:52987;7965:11844]" descr="Vector 52. векторный контур">
              <a:extLst>
                <a:ext uri="{FF2B5EF4-FFF2-40B4-BE49-F238E27FC236}">
                  <a16:creationId xmlns:a16="http://schemas.microsoft.com/office/drawing/2014/main" id="{74C40A00-8681-46DE-8859-86D26137933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417052" y="4629047"/>
              <a:ext cx="157884" cy="843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21088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to-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Рисунок 49">
            <a:extLst>
              <a:ext uri="{FF2B5EF4-FFF2-40B4-BE49-F238E27FC236}">
                <a16:creationId xmlns:a16="http://schemas.microsoft.com/office/drawing/2014/main" id="{7D9F1FE7-501A-43ED-8026-E401F0450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81" y="1378241"/>
            <a:ext cx="2793747" cy="4971600"/>
          </a:xfrm>
          <a:prstGeom prst="roundRect">
            <a:avLst>
              <a:gd name="adj" fmla="val 4345"/>
            </a:avLst>
          </a:prstGeom>
        </p:spPr>
      </p:pic>
      <p:sp>
        <p:nvSpPr>
          <p:cNvPr id="44" name="Frame — фон [Figma 9887:52950:background]">
            <a:extLst>
              <a:ext uri="{FF2B5EF4-FFF2-40B4-BE49-F238E27FC236}">
                <a16:creationId xmlns:a16="http://schemas.microsoft.com/office/drawing/2014/main" id="{63534552-5EBC-4822-AC10-8581CF3F8627}"/>
              </a:ext>
            </a:extLst>
          </p:cNvPr>
          <p:cNvSpPr/>
          <p:nvPr/>
        </p:nvSpPr>
        <p:spPr>
          <a:xfrm>
            <a:off x="3270168" y="1377916"/>
            <a:ext cx="2762181" cy="2422464"/>
          </a:xfrm>
          <a:prstGeom prst="roundRect">
            <a:avLst>
              <a:gd name="adj" fmla="val 3932"/>
            </a:avLst>
          </a:prstGeom>
          <a:solidFill>
            <a:srgbClr val="EAEDF5">
              <a:alpha val="49804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Frame — фон [Figma 9887:52957:background]">
            <a:extLst>
              <a:ext uri="{FF2B5EF4-FFF2-40B4-BE49-F238E27FC236}">
                <a16:creationId xmlns:a16="http://schemas.microsoft.com/office/drawing/2014/main" id="{E8B1E447-671C-48EE-96C6-F6511BFFF54C}"/>
              </a:ext>
            </a:extLst>
          </p:cNvPr>
          <p:cNvSpPr/>
          <p:nvPr/>
        </p:nvSpPr>
        <p:spPr>
          <a:xfrm>
            <a:off x="6149830" y="1377916"/>
            <a:ext cx="2762181" cy="2422464"/>
          </a:xfrm>
          <a:prstGeom prst="roundRect">
            <a:avLst>
              <a:gd name="adj" fmla="val 3932"/>
            </a:avLst>
          </a:prstGeom>
          <a:solidFill>
            <a:srgbClr val="EAEDF5">
              <a:alpha val="49804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Frame — фон [Figma 9887:52966:background]">
            <a:extLst>
              <a:ext uri="{FF2B5EF4-FFF2-40B4-BE49-F238E27FC236}">
                <a16:creationId xmlns:a16="http://schemas.microsoft.com/office/drawing/2014/main" id="{244F6334-4E57-4141-B9F4-D946A8D73EEB}"/>
              </a:ext>
            </a:extLst>
          </p:cNvPr>
          <p:cNvSpPr/>
          <p:nvPr/>
        </p:nvSpPr>
        <p:spPr>
          <a:xfrm>
            <a:off x="9039008" y="1377916"/>
            <a:ext cx="2762181" cy="2422464"/>
          </a:xfrm>
          <a:prstGeom prst="roundRect">
            <a:avLst>
              <a:gd name="adj" fmla="val 3932"/>
            </a:avLst>
          </a:prstGeom>
          <a:solidFill>
            <a:srgbClr val="EAEDF5">
              <a:alpha val="49804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Frame — фон [Figma 9887:52973:background]">
            <a:extLst>
              <a:ext uri="{FF2B5EF4-FFF2-40B4-BE49-F238E27FC236}">
                <a16:creationId xmlns:a16="http://schemas.microsoft.com/office/drawing/2014/main" id="{AC080C21-5F35-4C61-BAFA-013491DE1437}"/>
              </a:ext>
            </a:extLst>
          </p:cNvPr>
          <p:cNvSpPr/>
          <p:nvPr/>
        </p:nvSpPr>
        <p:spPr>
          <a:xfrm>
            <a:off x="3260652" y="3927377"/>
            <a:ext cx="2762181" cy="2422464"/>
          </a:xfrm>
          <a:prstGeom prst="roundRect">
            <a:avLst>
              <a:gd name="adj" fmla="val 3932"/>
            </a:avLst>
          </a:prstGeom>
          <a:solidFill>
            <a:srgbClr val="EAEDF5">
              <a:alpha val="49804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Frame — фон [Figma 9887:52980:background]">
            <a:extLst>
              <a:ext uri="{FF2B5EF4-FFF2-40B4-BE49-F238E27FC236}">
                <a16:creationId xmlns:a16="http://schemas.microsoft.com/office/drawing/2014/main" id="{B26C4CD1-D791-42B5-B6E5-3BB852E12967}"/>
              </a:ext>
            </a:extLst>
          </p:cNvPr>
          <p:cNvSpPr/>
          <p:nvPr/>
        </p:nvSpPr>
        <p:spPr>
          <a:xfrm>
            <a:off x="6149830" y="3927377"/>
            <a:ext cx="2762181" cy="2422464"/>
          </a:xfrm>
          <a:prstGeom prst="roundRect">
            <a:avLst>
              <a:gd name="adj" fmla="val 3932"/>
            </a:avLst>
          </a:prstGeom>
          <a:solidFill>
            <a:srgbClr val="EAEDF5">
              <a:alpha val="49804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Frame — фон [Figma 9887:52989:background]">
            <a:extLst>
              <a:ext uri="{FF2B5EF4-FFF2-40B4-BE49-F238E27FC236}">
                <a16:creationId xmlns:a16="http://schemas.microsoft.com/office/drawing/2014/main" id="{D19D8E93-2C7F-4E2E-A7E7-99FE8B8F0330}"/>
              </a:ext>
            </a:extLst>
          </p:cNvPr>
          <p:cNvSpPr/>
          <p:nvPr/>
        </p:nvSpPr>
        <p:spPr>
          <a:xfrm>
            <a:off x="9039008" y="3927377"/>
            <a:ext cx="2762181" cy="2422464"/>
          </a:xfrm>
          <a:prstGeom prst="roundRect">
            <a:avLst>
              <a:gd name="adj" fmla="val 3932"/>
            </a:avLst>
          </a:prstGeom>
          <a:solidFill>
            <a:srgbClr val="EAEDF5">
              <a:alpha val="49804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Заголовок 17">
            <a:extLst>
              <a:ext uri="{FF2B5EF4-FFF2-40B4-BE49-F238E27FC236}">
                <a16:creationId xmlns:a16="http://schemas.microsoft.com/office/drawing/2014/main" id="{42DDA77B-F5C2-47A7-BF03-7EC233496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7E3E1F2-5B8E-4DBF-943B-8EF31F670AC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E9794C1B-C881-42F5-9B4F-0D6130829943}" type="slidenum">
              <a:rPr lang="ru-RU" smtClean="0"/>
              <a:pPr>
                <a:defRPr/>
              </a:pPr>
              <a:t>31</a:t>
            </a:fld>
            <a:endParaRPr lang="ru-RU" dirty="0"/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11F98C30-813E-4292-971E-85CAA6B2906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2157ABA8-CF52-41DC-B5A4-469EE95B637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fontScale="70000" lnSpcReduction="20000"/>
          </a:bodyPr>
          <a:lstStyle/>
          <a:p>
            <a:endParaRPr lang="ru-RU"/>
          </a:p>
        </p:txBody>
      </p:sp>
      <p:sp>
        <p:nvSpPr>
          <p:cNvPr id="21" name="Текст 20">
            <a:extLst>
              <a:ext uri="{FF2B5EF4-FFF2-40B4-BE49-F238E27FC236}">
                <a16:creationId xmlns:a16="http://schemas.microsoft.com/office/drawing/2014/main" id="{EC63F4C6-B4CE-4B9C-A880-AF9D59E6AFE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2" name="Текст 21">
            <a:extLst>
              <a:ext uri="{FF2B5EF4-FFF2-40B4-BE49-F238E27FC236}">
                <a16:creationId xmlns:a16="http://schemas.microsoft.com/office/drawing/2014/main" id="{B3FDB60A-6148-4004-B785-D15BC3A7528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fontScale="70000" lnSpcReduction="20000"/>
          </a:bodyPr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EE851EF8-B591-4934-843F-C891D0AFC32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4" name="Текст 23">
            <a:extLst>
              <a:ext uri="{FF2B5EF4-FFF2-40B4-BE49-F238E27FC236}">
                <a16:creationId xmlns:a16="http://schemas.microsoft.com/office/drawing/2014/main" id="{392059DE-9D39-4188-B452-497DF72A084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>
            <a:normAutofit fontScale="70000" lnSpcReduction="20000"/>
          </a:bodyPr>
          <a:lstStyle/>
          <a:p>
            <a:endParaRPr lang="ru-RU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4B45BE77-E01B-4EC0-845F-8F4152D4D04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6" name="Текст 25">
            <a:extLst>
              <a:ext uri="{FF2B5EF4-FFF2-40B4-BE49-F238E27FC236}">
                <a16:creationId xmlns:a16="http://schemas.microsoft.com/office/drawing/2014/main" id="{C57E80E3-2134-490D-B76A-7AD96CA7135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5CD027DA-C337-41FE-BE98-982D721444A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>
            <a:normAutofit fontScale="70000" lnSpcReduction="20000"/>
          </a:bodyPr>
          <a:lstStyle/>
          <a:p>
            <a:endParaRPr lang="ru-RU"/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0AC0581B-3F0C-4EC5-8FF6-191B339D52D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9E9DA9A5-D887-4A4D-9FCA-D04A246DF74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>
            <a:normAutofit fontScale="70000" lnSpcReduction="20000"/>
          </a:bodyPr>
          <a:lstStyle/>
          <a:p>
            <a:endParaRPr lang="ru-RU"/>
          </a:p>
        </p:txBody>
      </p:sp>
      <p:sp>
        <p:nvSpPr>
          <p:cNvPr id="30" name="Текст 29">
            <a:extLst>
              <a:ext uri="{FF2B5EF4-FFF2-40B4-BE49-F238E27FC236}">
                <a16:creationId xmlns:a16="http://schemas.microsoft.com/office/drawing/2014/main" id="{85CD723C-64EB-493A-80C9-1FB8FEDE1EE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ru-RU"/>
          </a:p>
        </p:txBody>
      </p:sp>
      <p:grpSp>
        <p:nvGrpSpPr>
          <p:cNvPr id="31" name="Группа 30">
            <a:extLst>
              <a:ext uri="{FF2B5EF4-FFF2-40B4-BE49-F238E27FC236}">
                <a16:creationId xmlns:a16="http://schemas.microsoft.com/office/drawing/2014/main" id="{D4AD2619-15CF-4064-89EC-970EA7774AE0}"/>
              </a:ext>
            </a:extLst>
          </p:cNvPr>
          <p:cNvGrpSpPr/>
          <p:nvPr/>
        </p:nvGrpSpPr>
        <p:grpSpPr>
          <a:xfrm>
            <a:off x="3525284" y="1633025"/>
            <a:ext cx="527734" cy="527731"/>
            <a:chOff x="3525284" y="1633025"/>
            <a:chExt cx="527734" cy="527731"/>
          </a:xfrm>
        </p:grpSpPr>
        <p:pic>
          <p:nvPicPr>
            <p:cNvPr id="32" name="Star 3 (Stroke) [Figma I9887:52955;7965:11807]" descr="Star 3 (Stroke). векторный контур">
              <a:extLst>
                <a:ext uri="{FF2B5EF4-FFF2-40B4-BE49-F238E27FC236}">
                  <a16:creationId xmlns:a16="http://schemas.microsoft.com/office/drawing/2014/main" id="{DFA8DE97-3060-4695-8D58-60FBE04E307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525284" y="1633025"/>
              <a:ext cx="527734" cy="527731"/>
            </a:xfrm>
            <a:prstGeom prst="rect">
              <a:avLst/>
            </a:prstGeom>
          </p:spPr>
        </p:pic>
        <p:pic>
          <p:nvPicPr>
            <p:cNvPr id="33" name="Vector 32 (Stroke) [Figma I9887:52955;7965:11808]" descr="Vector 32 (Stroke). векторный контур">
              <a:extLst>
                <a:ext uri="{FF2B5EF4-FFF2-40B4-BE49-F238E27FC236}">
                  <a16:creationId xmlns:a16="http://schemas.microsoft.com/office/drawing/2014/main" id="{2ECFDE20-E14A-477E-9446-FC2B2C00D6A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687494" y="1823359"/>
              <a:ext cx="201145" cy="148155"/>
            </a:xfrm>
            <a:prstGeom prst="rect">
              <a:avLst/>
            </a:prstGeom>
          </p:spPr>
        </p:pic>
      </p:grp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D9C3E238-3098-426D-B0B9-D43B41AFFEF8}"/>
              </a:ext>
            </a:extLst>
          </p:cNvPr>
          <p:cNvGrpSpPr/>
          <p:nvPr/>
        </p:nvGrpSpPr>
        <p:grpSpPr>
          <a:xfrm>
            <a:off x="7309790" y="1627970"/>
            <a:ext cx="527734" cy="486643"/>
            <a:chOff x="7309790" y="1654865"/>
            <a:chExt cx="527734" cy="486643"/>
          </a:xfrm>
        </p:grpSpPr>
        <p:pic>
          <p:nvPicPr>
            <p:cNvPr id="35" name="Vector 43 (Stroke) [Figma I9887:52964;7965:11803]" descr="Vector 43 (Stroke). векторный контур">
              <a:extLst>
                <a:ext uri="{FF2B5EF4-FFF2-40B4-BE49-F238E27FC236}">
                  <a16:creationId xmlns:a16="http://schemas.microsoft.com/office/drawing/2014/main" id="{7CA341C3-50E3-40E6-A6F8-2658117CD0D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450373" y="1832214"/>
              <a:ext cx="244401" cy="179519"/>
            </a:xfrm>
            <a:prstGeom prst="rect">
              <a:avLst/>
            </a:prstGeom>
          </p:spPr>
        </p:pic>
        <p:pic>
          <p:nvPicPr>
            <p:cNvPr id="36" name="Rectangle 16 (Stroke) [Figma I9887:52964;7965:11804]" descr="Rectangle 16 (Stroke). векторный контур">
              <a:extLst>
                <a:ext uri="{FF2B5EF4-FFF2-40B4-BE49-F238E27FC236}">
                  <a16:creationId xmlns:a16="http://schemas.microsoft.com/office/drawing/2014/main" id="{3A2B9914-0CBB-424F-AB61-3AEC2418C8A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309790" y="1654865"/>
              <a:ext cx="527734" cy="486643"/>
            </a:xfrm>
            <a:prstGeom prst="rect">
              <a:avLst/>
            </a:prstGeom>
          </p:spPr>
        </p:pic>
      </p:grpSp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E6687153-B9AC-4722-BFEE-05F6909A6A2A}"/>
              </a:ext>
            </a:extLst>
          </p:cNvPr>
          <p:cNvGrpSpPr/>
          <p:nvPr/>
        </p:nvGrpSpPr>
        <p:grpSpPr>
          <a:xfrm>
            <a:off x="3607358" y="4189283"/>
            <a:ext cx="362449" cy="517177"/>
            <a:chOff x="3607358" y="4189283"/>
            <a:chExt cx="362449" cy="517177"/>
          </a:xfrm>
        </p:grpSpPr>
        <p:pic>
          <p:nvPicPr>
            <p:cNvPr id="38" name="Vector [Figma I9887:52978;7965:11868]" descr="Vector. векторный контур">
              <a:extLst>
                <a:ext uri="{FF2B5EF4-FFF2-40B4-BE49-F238E27FC236}">
                  <a16:creationId xmlns:a16="http://schemas.microsoft.com/office/drawing/2014/main" id="{5248F17B-A029-44D8-9192-C504031BABE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3607358" y="4189283"/>
              <a:ext cx="362449" cy="517177"/>
            </a:xfrm>
            <a:prstGeom prst="rect">
              <a:avLst/>
            </a:prstGeom>
          </p:spPr>
        </p:pic>
        <p:pic>
          <p:nvPicPr>
            <p:cNvPr id="39" name="Vector [Figma I9887:52978;7965:11869]" descr="Vector. векторный контур">
              <a:extLst>
                <a:ext uri="{FF2B5EF4-FFF2-40B4-BE49-F238E27FC236}">
                  <a16:creationId xmlns:a16="http://schemas.microsoft.com/office/drawing/2014/main" id="{CAE44C31-69D5-4E19-A382-75B6EB9DA32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3698503" y="4280426"/>
              <a:ext cx="180164" cy="182285"/>
            </a:xfrm>
            <a:prstGeom prst="rect">
              <a:avLst/>
            </a:prstGeom>
          </p:spPr>
        </p:pic>
      </p:grp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343AB4B0-7F4E-4BD4-A01D-A73A71385793}"/>
              </a:ext>
            </a:extLst>
          </p:cNvPr>
          <p:cNvGrpSpPr/>
          <p:nvPr/>
        </p:nvGrpSpPr>
        <p:grpSpPr>
          <a:xfrm>
            <a:off x="7269985" y="4185662"/>
            <a:ext cx="460670" cy="527719"/>
            <a:chOff x="7269985" y="4185662"/>
            <a:chExt cx="460670" cy="527719"/>
          </a:xfrm>
        </p:grpSpPr>
        <p:pic>
          <p:nvPicPr>
            <p:cNvPr id="41" name="Vector 51 (Stroke) [Figma I9887:52987;7965:11843]" descr="Vector 51 (Stroke). векторный контур">
              <a:extLst>
                <a:ext uri="{FF2B5EF4-FFF2-40B4-BE49-F238E27FC236}">
                  <a16:creationId xmlns:a16="http://schemas.microsoft.com/office/drawing/2014/main" id="{60A88DCC-1A93-4A8D-ADCB-FAD78096887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269985" y="4185662"/>
              <a:ext cx="460670" cy="428230"/>
            </a:xfrm>
            <a:prstGeom prst="rect">
              <a:avLst/>
            </a:prstGeom>
          </p:spPr>
        </p:pic>
        <p:pic>
          <p:nvPicPr>
            <p:cNvPr id="42" name="Vector 52 [Figma I9887:52987;7965:11844]" descr="Vector 52. векторный контур">
              <a:extLst>
                <a:ext uri="{FF2B5EF4-FFF2-40B4-BE49-F238E27FC236}">
                  <a16:creationId xmlns:a16="http://schemas.microsoft.com/office/drawing/2014/main" id="{8744B168-FFC9-42D7-B78B-1BA82D1C1F6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417052" y="4629047"/>
              <a:ext cx="157884" cy="843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30328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to-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520DEC76-F0B0-45D0-8E03-38E02EB181AB}"/>
              </a:ext>
            </a:extLst>
          </p:cNvPr>
          <p:cNvSpPr/>
          <p:nvPr/>
        </p:nvSpPr>
        <p:spPr>
          <a:xfrm>
            <a:off x="381000" y="1373188"/>
            <a:ext cx="4457700" cy="787400"/>
          </a:xfrm>
          <a:prstGeom prst="roundRect">
            <a:avLst>
              <a:gd name="adj" fmla="val 11022"/>
            </a:avLst>
          </a:prstGeom>
          <a:gradFill flip="none" rotWithShape="1">
            <a:gsLst>
              <a:gs pos="30000">
                <a:schemeClr val="accent1"/>
              </a:gs>
              <a:gs pos="100000">
                <a:schemeClr val="accent4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12" name="Frame — фон [Figma 9043:6484:background]">
            <a:extLst>
              <a:ext uri="{FF2B5EF4-FFF2-40B4-BE49-F238E27FC236}">
                <a16:creationId xmlns:a16="http://schemas.microsoft.com/office/drawing/2014/main" id="{D717D3DE-20D5-4843-8ED3-FFC65008D4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292350"/>
            <a:ext cx="4457700" cy="2857500"/>
          </a:xfrm>
          <a:prstGeom prst="roundRect">
            <a:avLst>
              <a:gd name="adj" fmla="val 3333"/>
            </a:avLst>
          </a:prstGeom>
          <a:solidFill>
            <a:srgbClr val="EAEDF5">
              <a:alpha val="50195"/>
            </a:srgbClr>
          </a:solidFill>
          <a:ln w="12700">
            <a:solidFill>
              <a:srgbClr val="FFFFFF">
                <a:alpha val="0"/>
              </a:srgbClr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TB Group"/>
              </a:defRPr>
            </a:lvl1pPr>
            <a:lvl2pPr marL="742950" indent="-285750">
              <a:defRPr>
                <a:solidFill>
                  <a:schemeClr val="tx1"/>
                </a:solidFill>
                <a:latin typeface="VTB Group"/>
              </a:defRPr>
            </a:lvl2pPr>
            <a:lvl3pPr marL="1143000" indent="-228600">
              <a:defRPr>
                <a:solidFill>
                  <a:schemeClr val="tx1"/>
                </a:solidFill>
                <a:latin typeface="VTB Group"/>
              </a:defRPr>
            </a:lvl3pPr>
            <a:lvl4pPr marL="1600200" indent="-228600">
              <a:defRPr>
                <a:solidFill>
                  <a:schemeClr val="tx1"/>
                </a:solidFill>
                <a:latin typeface="VTB Group"/>
              </a:defRPr>
            </a:lvl4pPr>
            <a:lvl5pPr marL="2057400" indent="-228600">
              <a:defRPr>
                <a:solidFill>
                  <a:schemeClr val="tx1"/>
                </a:solidFill>
                <a:latin typeface="VTB Group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9pPr>
          </a:lstStyle>
          <a:p>
            <a:endParaRPr lang="ru-RU" altLang="ru-RU" dirty="0">
              <a:latin typeface="VTB Group Book" panose="020B0503040504020204" pitchFamily="34" charset="-52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C5584A-2629-4291-BC3C-937853F28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C07785B-98FF-4CA7-930F-7E383DB27F3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99D15E6C-1104-44DA-BEC4-89348FD8320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A1111CA-0DEB-483D-96D9-8CD93DF5F1E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A941680-57BE-4ADC-82C4-DCEB4DA0C76A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pPr>
              <a:defRPr/>
            </a:pPr>
            <a:fld id="{D1C667E7-4E1D-4811-B5AC-A68D53586AA0}" type="slidenum">
              <a:rPr lang="ru-RU"/>
              <a:pPr>
                <a:defRPr/>
              </a:pPr>
              <a:t>32</a:t>
            </a:fld>
            <a:endParaRPr lang="ru-RU" dirty="0"/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2A76A79D-6651-440F-A694-5214026A57C9}"/>
              </a:ext>
            </a:extLst>
          </p:cNvPr>
          <p:cNvGrpSpPr/>
          <p:nvPr/>
        </p:nvGrpSpPr>
        <p:grpSpPr>
          <a:xfrm>
            <a:off x="572441" y="1569375"/>
            <a:ext cx="402080" cy="402083"/>
            <a:chOff x="572441" y="1569375"/>
            <a:chExt cx="402080" cy="402083"/>
          </a:xfrm>
          <a:solidFill>
            <a:schemeClr val="bg1"/>
          </a:solidFill>
        </p:grpSpPr>
        <p:pic>
          <p:nvPicPr>
            <p:cNvPr id="16" name="Star 3 (Stroke) [Figma I9043:6482;7965:11807]" descr="Star 3 (Stroke). векторный контур">
              <a:extLst>
                <a:ext uri="{FF2B5EF4-FFF2-40B4-BE49-F238E27FC236}">
                  <a16:creationId xmlns:a16="http://schemas.microsoft.com/office/drawing/2014/main" id="{F9876A88-BBDC-439D-BDE2-FFB3893F36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2441" y="1569375"/>
              <a:ext cx="402080" cy="402083"/>
            </a:xfrm>
            <a:prstGeom prst="rect">
              <a:avLst/>
            </a:prstGeom>
          </p:spPr>
        </p:pic>
        <p:pic>
          <p:nvPicPr>
            <p:cNvPr id="17" name="Vector 32 (Stroke) [Figma I9043:6482;7965:11808]" descr="Vector 32 (Stroke). векторный контур">
              <a:extLst>
                <a:ext uri="{FF2B5EF4-FFF2-40B4-BE49-F238E27FC236}">
                  <a16:creationId xmlns:a16="http://schemas.microsoft.com/office/drawing/2014/main" id="{12430948-CBDF-49CC-9088-DBFD3CB6E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6027" y="1714389"/>
              <a:ext cx="153252" cy="112881"/>
            </a:xfrm>
            <a:prstGeom prst="rect">
              <a:avLst/>
            </a:prstGeom>
          </p:spPr>
        </p:pic>
      </p:grpSp>
      <p:pic>
        <p:nvPicPr>
          <p:cNvPr id="27658" name="Рисунок 17">
            <a:extLst>
              <a:ext uri="{FF2B5EF4-FFF2-40B4-BE49-F238E27FC236}">
                <a16:creationId xmlns:a16="http://schemas.microsoft.com/office/drawing/2014/main" id="{5FA9C12C-8D62-4935-8B9A-EF78330E30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6538" y="1296988"/>
            <a:ext cx="6129337" cy="393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to-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2B5ED224-A284-4C5E-90B2-AD9695CA463A}"/>
              </a:ext>
            </a:extLst>
          </p:cNvPr>
          <p:cNvGrpSpPr/>
          <p:nvPr/>
        </p:nvGrpSpPr>
        <p:grpSpPr>
          <a:xfrm>
            <a:off x="380990" y="1377916"/>
            <a:ext cx="6921328" cy="1614976"/>
            <a:chOff x="380990" y="1377916"/>
            <a:chExt cx="6921328" cy="1614976"/>
          </a:xfrm>
        </p:grpSpPr>
        <p:sp>
          <p:nvSpPr>
            <p:cNvPr id="25" name="Frame — фон [Figma 9887:52706:background]">
              <a:extLst>
                <a:ext uri="{FF2B5EF4-FFF2-40B4-BE49-F238E27FC236}">
                  <a16:creationId xmlns:a16="http://schemas.microsoft.com/office/drawing/2014/main" id="{D57C68A2-7745-447C-BB08-7C5751CB5D95}"/>
                </a:ext>
              </a:extLst>
            </p:cNvPr>
            <p:cNvSpPr/>
            <p:nvPr/>
          </p:nvSpPr>
          <p:spPr>
            <a:xfrm>
              <a:off x="3174921" y="1377916"/>
              <a:ext cx="4127397" cy="1614976"/>
            </a:xfrm>
            <a:prstGeom prst="rect">
              <a:avLst/>
            </a:prstGeom>
            <a:solidFill>
              <a:srgbClr val="EAEDF5">
                <a:alpha val="5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ru-RU" dirty="0">
                <a:latin typeface="VTB Group Book" panose="020B0503040504020204" pitchFamily="34" charset="-52"/>
              </a:endParaRPr>
            </a:p>
          </p:txBody>
        </p:sp>
        <p:sp>
          <p:nvSpPr>
            <p:cNvPr id="28" name="Прямоугольник: скругленные верхние углы 27">
              <a:extLst>
                <a:ext uri="{FF2B5EF4-FFF2-40B4-BE49-F238E27FC236}">
                  <a16:creationId xmlns:a16="http://schemas.microsoft.com/office/drawing/2014/main" id="{BA808B79-FBC9-4898-A286-D564399EDE63}"/>
                </a:ext>
              </a:extLst>
            </p:cNvPr>
            <p:cNvSpPr/>
            <p:nvPr/>
          </p:nvSpPr>
          <p:spPr>
            <a:xfrm rot="5400000">
              <a:off x="985790" y="786825"/>
              <a:ext cx="1584000" cy="2793600"/>
            </a:xfrm>
            <a:prstGeom prst="round2SameRect">
              <a:avLst>
                <a:gd name="adj1" fmla="val 0"/>
                <a:gd name="adj2" fmla="val 5100"/>
              </a:avLst>
            </a:prstGeom>
            <a:gradFill>
              <a:gsLst>
                <a:gs pos="30000">
                  <a:schemeClr val="accent1"/>
                </a:gs>
                <a:gs pos="100000">
                  <a:schemeClr val="accent4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VTB Group Book" panose="020B0503040504020204" pitchFamily="34" charset="-52"/>
              </a:endParaRPr>
            </a:p>
          </p:txBody>
        </p:sp>
      </p:grp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E558A702-4D1C-4857-B337-FF364C769CB5}"/>
              </a:ext>
            </a:extLst>
          </p:cNvPr>
          <p:cNvGrpSpPr/>
          <p:nvPr/>
        </p:nvGrpSpPr>
        <p:grpSpPr>
          <a:xfrm>
            <a:off x="380990" y="3119880"/>
            <a:ext cx="6921328" cy="1614976"/>
            <a:chOff x="380990" y="3119880"/>
            <a:chExt cx="6921328" cy="1614976"/>
          </a:xfrm>
        </p:grpSpPr>
        <p:sp>
          <p:nvSpPr>
            <p:cNvPr id="26" name="Frame — фон [Figma 9887:52719:background]">
              <a:extLst>
                <a:ext uri="{FF2B5EF4-FFF2-40B4-BE49-F238E27FC236}">
                  <a16:creationId xmlns:a16="http://schemas.microsoft.com/office/drawing/2014/main" id="{1F5F94AB-2FFD-4654-812A-AAC1FA509D6D}"/>
                </a:ext>
              </a:extLst>
            </p:cNvPr>
            <p:cNvSpPr/>
            <p:nvPr/>
          </p:nvSpPr>
          <p:spPr>
            <a:xfrm>
              <a:off x="3174921" y="3119880"/>
              <a:ext cx="4127397" cy="1614976"/>
            </a:xfrm>
            <a:prstGeom prst="rect">
              <a:avLst/>
            </a:prstGeom>
            <a:solidFill>
              <a:srgbClr val="EAEDF5">
                <a:alpha val="5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29" name="Прямоугольник: скругленные верхние углы 28">
              <a:extLst>
                <a:ext uri="{FF2B5EF4-FFF2-40B4-BE49-F238E27FC236}">
                  <a16:creationId xmlns:a16="http://schemas.microsoft.com/office/drawing/2014/main" id="{F04A8156-CB7F-44EC-A4E5-3C58E9FB4398}"/>
                </a:ext>
              </a:extLst>
            </p:cNvPr>
            <p:cNvSpPr/>
            <p:nvPr/>
          </p:nvSpPr>
          <p:spPr>
            <a:xfrm rot="5400000">
              <a:off x="972899" y="2533165"/>
              <a:ext cx="1609782" cy="2793600"/>
            </a:xfrm>
            <a:prstGeom prst="round2SameRect">
              <a:avLst>
                <a:gd name="adj1" fmla="val 0"/>
                <a:gd name="adj2" fmla="val 5100"/>
              </a:avLst>
            </a:prstGeom>
            <a:gradFill>
              <a:gsLst>
                <a:gs pos="30000">
                  <a:schemeClr val="accent1"/>
                </a:gs>
                <a:gs pos="100000">
                  <a:schemeClr val="accent4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VTB Group Book" panose="020B0503040504020204" pitchFamily="34" charset="-52"/>
              </a:endParaRPr>
            </a:p>
          </p:txBody>
        </p:sp>
      </p:grp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177A7C96-898E-4AF5-98C3-37B3DD8D2147}"/>
              </a:ext>
            </a:extLst>
          </p:cNvPr>
          <p:cNvGrpSpPr/>
          <p:nvPr/>
        </p:nvGrpSpPr>
        <p:grpSpPr>
          <a:xfrm>
            <a:off x="381321" y="4861844"/>
            <a:ext cx="6920997" cy="1615002"/>
            <a:chOff x="381321" y="4861844"/>
            <a:chExt cx="6920997" cy="1615002"/>
          </a:xfrm>
        </p:grpSpPr>
        <p:sp>
          <p:nvSpPr>
            <p:cNvPr id="27" name="Frame — фон [Figma 9887:52732:background]">
              <a:extLst>
                <a:ext uri="{FF2B5EF4-FFF2-40B4-BE49-F238E27FC236}">
                  <a16:creationId xmlns:a16="http://schemas.microsoft.com/office/drawing/2014/main" id="{A67680DC-57E2-4014-B50C-3BEA0723E7C0}"/>
                </a:ext>
              </a:extLst>
            </p:cNvPr>
            <p:cNvSpPr/>
            <p:nvPr/>
          </p:nvSpPr>
          <p:spPr>
            <a:xfrm>
              <a:off x="3174921" y="4861870"/>
              <a:ext cx="4127397" cy="1614976"/>
            </a:xfrm>
            <a:prstGeom prst="rect">
              <a:avLst/>
            </a:prstGeom>
            <a:solidFill>
              <a:srgbClr val="EAEDF5">
                <a:alpha val="5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30" name="Прямоугольник: скругленные верхние углы 29">
              <a:extLst>
                <a:ext uri="{FF2B5EF4-FFF2-40B4-BE49-F238E27FC236}">
                  <a16:creationId xmlns:a16="http://schemas.microsoft.com/office/drawing/2014/main" id="{0591A29A-DCB3-41CC-8C21-BE9B2D0263D5}"/>
                </a:ext>
              </a:extLst>
            </p:cNvPr>
            <p:cNvSpPr/>
            <p:nvPr/>
          </p:nvSpPr>
          <p:spPr>
            <a:xfrm rot="5400000">
              <a:off x="973230" y="4269935"/>
              <a:ext cx="1609782" cy="2793600"/>
            </a:xfrm>
            <a:prstGeom prst="round2SameRect">
              <a:avLst>
                <a:gd name="adj1" fmla="val 0"/>
                <a:gd name="adj2" fmla="val 5100"/>
              </a:avLst>
            </a:prstGeom>
            <a:gradFill>
              <a:gsLst>
                <a:gs pos="30000">
                  <a:schemeClr val="accent1"/>
                </a:gs>
                <a:gs pos="100000">
                  <a:schemeClr val="accent4"/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VTB Group Book" panose="020B0503040504020204" pitchFamily="34" charset="-52"/>
              </a:endParaRPr>
            </a:p>
          </p:txBody>
        </p:sp>
      </p:grp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7E09BB66-0037-4454-B7D1-5756F78E9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FB46E28-BD27-45C0-9D22-2D7876CAE1A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pPr>
              <a:defRPr/>
            </a:pPr>
            <a:fld id="{C34FA5F9-3777-43AA-8E5A-9BAC1BCBECEA}" type="slidenum">
              <a:rPr lang="ru-RU" smtClean="0"/>
              <a:pPr>
                <a:defRPr/>
              </a:pPr>
              <a:t>33</a:t>
            </a:fld>
            <a:endParaRPr lang="ru-RU" dirty="0"/>
          </a:p>
        </p:txBody>
      </p:sp>
      <p:sp>
        <p:nvSpPr>
          <p:cNvPr id="31" name="Текст 30">
            <a:extLst>
              <a:ext uri="{FF2B5EF4-FFF2-40B4-BE49-F238E27FC236}">
                <a16:creationId xmlns:a16="http://schemas.microsoft.com/office/drawing/2014/main" id="{A92BD1DE-5D94-4A84-B5BF-8B8AD632EFA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05ABC127-FFC3-4496-B708-0B3AF0573B9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3" name="Текст 32">
            <a:extLst>
              <a:ext uri="{FF2B5EF4-FFF2-40B4-BE49-F238E27FC236}">
                <a16:creationId xmlns:a16="http://schemas.microsoft.com/office/drawing/2014/main" id="{EA23E8B0-354C-4685-BB1D-C0E37F98574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4" name="Текст 33">
            <a:extLst>
              <a:ext uri="{FF2B5EF4-FFF2-40B4-BE49-F238E27FC236}">
                <a16:creationId xmlns:a16="http://schemas.microsoft.com/office/drawing/2014/main" id="{32CE41DE-E493-4EE5-85BE-EEC6F174AD8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5" name="Текст 34">
            <a:extLst>
              <a:ext uri="{FF2B5EF4-FFF2-40B4-BE49-F238E27FC236}">
                <a16:creationId xmlns:a16="http://schemas.microsoft.com/office/drawing/2014/main" id="{6EE8D32C-61BD-441F-98F0-62B69F4AA98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DDE78B4E-385B-414F-8CA2-2485968803F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7" name="Текст 36">
            <a:extLst>
              <a:ext uri="{FF2B5EF4-FFF2-40B4-BE49-F238E27FC236}">
                <a16:creationId xmlns:a16="http://schemas.microsoft.com/office/drawing/2014/main" id="{EAC7DA19-BD2E-42F6-8487-95AD1A29AA3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8" name="Текст 37">
            <a:extLst>
              <a:ext uri="{FF2B5EF4-FFF2-40B4-BE49-F238E27FC236}">
                <a16:creationId xmlns:a16="http://schemas.microsoft.com/office/drawing/2014/main" id="{26B6A63C-341B-4CF7-9C3E-38E809CCAC6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9" name="Текст 38">
            <a:extLst>
              <a:ext uri="{FF2B5EF4-FFF2-40B4-BE49-F238E27FC236}">
                <a16:creationId xmlns:a16="http://schemas.microsoft.com/office/drawing/2014/main" id="{EF96F231-BEC0-46E3-B4BB-5C92DD62170E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2267DAE5-B9C0-466E-9E88-7E82F4930CAA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1" name="Текст 40">
            <a:extLst>
              <a:ext uri="{FF2B5EF4-FFF2-40B4-BE49-F238E27FC236}">
                <a16:creationId xmlns:a16="http://schemas.microsoft.com/office/drawing/2014/main" id="{D2294C92-25A3-4223-AA45-21100026471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2" name="Текст 41">
            <a:extLst>
              <a:ext uri="{FF2B5EF4-FFF2-40B4-BE49-F238E27FC236}">
                <a16:creationId xmlns:a16="http://schemas.microsoft.com/office/drawing/2014/main" id="{40145D3D-4126-4A7F-93A3-BCD006BFFDF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640F7A4B-348F-43F9-8825-7623786A7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748" b="16657"/>
          <a:stretch/>
        </p:blipFill>
        <p:spPr>
          <a:xfrm>
            <a:off x="8114517" y="1200150"/>
            <a:ext cx="3356056" cy="5657850"/>
          </a:xfrm>
          <a:prstGeom prst="round2SameRect">
            <a:avLst>
              <a:gd name="adj1" fmla="val 14505"/>
              <a:gd name="adj2" fmla="val 0"/>
            </a:avLst>
          </a:prstGeom>
          <a:ln>
            <a:noFill/>
          </a:ln>
        </p:spPr>
      </p:pic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9CBAF510-9995-4588-9AD8-E3B846B60503}"/>
              </a:ext>
            </a:extLst>
          </p:cNvPr>
          <p:cNvGrpSpPr/>
          <p:nvPr/>
        </p:nvGrpSpPr>
        <p:grpSpPr>
          <a:xfrm>
            <a:off x="683848" y="1721778"/>
            <a:ext cx="281787" cy="402074"/>
            <a:chOff x="582641" y="1569378"/>
            <a:chExt cx="281787" cy="402074"/>
          </a:xfrm>
        </p:grpSpPr>
        <p:pic>
          <p:nvPicPr>
            <p:cNvPr id="22" name="Vector [Figma I9887:52703;7965:11868]" descr="Vector. векторный контур">
              <a:extLst>
                <a:ext uri="{FF2B5EF4-FFF2-40B4-BE49-F238E27FC236}">
                  <a16:creationId xmlns:a16="http://schemas.microsoft.com/office/drawing/2014/main" id="{BA2E4252-AD15-4D81-B765-1EECF1B655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82641" y="1569378"/>
              <a:ext cx="281787" cy="402074"/>
            </a:xfrm>
            <a:prstGeom prst="rect">
              <a:avLst/>
            </a:prstGeom>
          </p:spPr>
        </p:pic>
        <p:pic>
          <p:nvPicPr>
            <p:cNvPr id="23" name="Vector [Figma I9887:52703;7965:11869]" descr="Vector. векторный контур">
              <a:extLst>
                <a:ext uri="{FF2B5EF4-FFF2-40B4-BE49-F238E27FC236}">
                  <a16:creationId xmlns:a16="http://schemas.microsoft.com/office/drawing/2014/main" id="{79A22001-2860-42DE-AD72-11C770AA9E3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53500" y="1640219"/>
              <a:ext cx="140069" cy="141706"/>
            </a:xfrm>
            <a:prstGeom prst="rect">
              <a:avLst/>
            </a:prstGeom>
          </p:spPr>
        </p:pic>
      </p:grp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ABA4EB7F-2715-47CC-9630-BE74B81C5DCE}"/>
              </a:ext>
            </a:extLst>
          </p:cNvPr>
          <p:cNvSpPr/>
          <p:nvPr/>
        </p:nvSpPr>
        <p:spPr>
          <a:xfrm>
            <a:off x="9258300" y="1309688"/>
            <a:ext cx="1047750" cy="330531"/>
          </a:xfrm>
          <a:prstGeom prst="roundRect">
            <a:avLst>
              <a:gd name="adj" fmla="val 50000"/>
            </a:avLst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2542341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to-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3A952E1E-4776-47E1-9A69-DEB6D477641D}"/>
              </a:ext>
            </a:extLst>
          </p:cNvPr>
          <p:cNvSpPr/>
          <p:nvPr/>
        </p:nvSpPr>
        <p:spPr>
          <a:xfrm>
            <a:off x="371475" y="1373188"/>
            <a:ext cx="5653088" cy="525462"/>
          </a:xfrm>
          <a:prstGeom prst="roundRect">
            <a:avLst/>
          </a:prstGeom>
          <a:gradFill flip="none" rotWithShape="1">
            <a:gsLst>
              <a:gs pos="30000">
                <a:schemeClr val="accent1"/>
              </a:gs>
              <a:gs pos="100000">
                <a:schemeClr val="accent4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36" name="Frame — фон [Figma 9043:6438:background]">
            <a:extLst>
              <a:ext uri="{FF2B5EF4-FFF2-40B4-BE49-F238E27FC236}">
                <a16:creationId xmlns:a16="http://schemas.microsoft.com/office/drawing/2014/main" id="{67F1B2B9-0D3F-4F0C-BC5C-22A2D92A3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3" y="2025650"/>
            <a:ext cx="5651500" cy="4324350"/>
          </a:xfrm>
          <a:prstGeom prst="roundRect">
            <a:avLst>
              <a:gd name="adj" fmla="val 2204"/>
            </a:avLst>
          </a:prstGeom>
          <a:solidFill>
            <a:srgbClr val="EAEDF5">
              <a:alpha val="50195"/>
            </a:srgbClr>
          </a:solidFill>
          <a:ln w="12700">
            <a:solidFill>
              <a:srgbClr val="FFFFFF">
                <a:alpha val="0"/>
              </a:srgbClr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TB Group"/>
              </a:defRPr>
            </a:lvl1pPr>
            <a:lvl2pPr marL="742950" indent="-285750">
              <a:defRPr>
                <a:solidFill>
                  <a:schemeClr val="tx1"/>
                </a:solidFill>
                <a:latin typeface="VTB Group"/>
              </a:defRPr>
            </a:lvl2pPr>
            <a:lvl3pPr marL="1143000" indent="-228600">
              <a:defRPr>
                <a:solidFill>
                  <a:schemeClr val="tx1"/>
                </a:solidFill>
                <a:latin typeface="VTB Group"/>
              </a:defRPr>
            </a:lvl3pPr>
            <a:lvl4pPr marL="1600200" indent="-228600">
              <a:defRPr>
                <a:solidFill>
                  <a:schemeClr val="tx1"/>
                </a:solidFill>
                <a:latin typeface="VTB Group"/>
              </a:defRPr>
            </a:lvl4pPr>
            <a:lvl5pPr marL="2057400" indent="-228600">
              <a:defRPr>
                <a:solidFill>
                  <a:schemeClr val="tx1"/>
                </a:solidFill>
                <a:latin typeface="VTB Group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9pPr>
          </a:lstStyle>
          <a:p>
            <a:pPr eaLnBrk="1" hangingPunct="1">
              <a:defRPr/>
            </a:pPr>
            <a:r>
              <a:rPr lang="ru-RU" altLang="ru-RU" dirty="0">
                <a:latin typeface="VTB Group Book" panose="020B0503040504020204" pitchFamily="34" charset="-52"/>
              </a:rPr>
              <a:t> 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31545BC6-F891-41C0-A41A-0140F8B3B1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7500" lnSpcReduction="20000"/>
          </a:bodyPr>
          <a:lstStyle/>
          <a:p>
            <a:endParaRPr lang="ru-RU"/>
          </a:p>
        </p:txBody>
      </p:sp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700D0E75-3B15-4386-87A6-B821FDCCC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605B0F7C-5C79-4C18-A404-E27C11939EF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9725D4C9-CD8A-4DA8-932E-EF9574E76D8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78F6971F-996B-4913-A0D2-36F9D1F2E31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1" name="Текст 20">
            <a:extLst>
              <a:ext uri="{FF2B5EF4-FFF2-40B4-BE49-F238E27FC236}">
                <a16:creationId xmlns:a16="http://schemas.microsoft.com/office/drawing/2014/main" id="{B446C253-DDEC-45E0-94AF-F99D4854196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E91C071-DD66-443F-B509-0D8487893474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C34FA5F9-3777-43AA-8E5A-9BAC1BCBECEA}" type="slidenum">
              <a:rPr lang="ru-RU" smtClean="0"/>
              <a:pPr>
                <a:defRPr/>
              </a:pPr>
              <a:t>34</a:t>
            </a:fld>
            <a:endParaRPr lang="ru-RU" dirty="0"/>
          </a:p>
        </p:txBody>
      </p:sp>
      <p:grpSp>
        <p:nvGrpSpPr>
          <p:cNvPr id="22" name="Группа 17">
            <a:extLst>
              <a:ext uri="{FF2B5EF4-FFF2-40B4-BE49-F238E27FC236}">
                <a16:creationId xmlns:a16="http://schemas.microsoft.com/office/drawing/2014/main" id="{BC198F60-A230-4C0E-A23A-D686138BBFA7}"/>
              </a:ext>
            </a:extLst>
          </p:cNvPr>
          <p:cNvGrpSpPr>
            <a:grpSpLocks/>
          </p:cNvGrpSpPr>
          <p:nvPr/>
        </p:nvGrpSpPr>
        <p:grpSpPr bwMode="auto">
          <a:xfrm>
            <a:off x="584200" y="2349500"/>
            <a:ext cx="379413" cy="379413"/>
            <a:chOff x="583556" y="2291663"/>
            <a:chExt cx="379794" cy="379794"/>
          </a:xfrm>
        </p:grpSpPr>
        <p:pic>
          <p:nvPicPr>
            <p:cNvPr id="23" name="Star 3 (Stroke) [Figma I9043:6440;7965:11807]" descr="Star 3 (Stroke). векторный контур">
              <a:extLst>
                <a:ext uri="{FF2B5EF4-FFF2-40B4-BE49-F238E27FC236}">
                  <a16:creationId xmlns:a16="http://schemas.microsoft.com/office/drawing/2014/main" id="{1D214C0A-8045-4C64-8E05-BE96A02E4E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3556" y="2291663"/>
              <a:ext cx="379794" cy="3797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" name="Vector 32 (Stroke) [Figma I9043:6440;7965:11808]" descr="Vector 32 (Stroke). векторный контур">
              <a:extLst>
                <a:ext uri="{FF2B5EF4-FFF2-40B4-BE49-F238E27FC236}">
                  <a16:creationId xmlns:a16="http://schemas.microsoft.com/office/drawing/2014/main" id="{2A821B00-3AE4-4999-B6BD-C402E7D058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9560" y="2428325"/>
              <a:ext cx="146197" cy="1064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5" name="Группа 20">
            <a:extLst>
              <a:ext uri="{FF2B5EF4-FFF2-40B4-BE49-F238E27FC236}">
                <a16:creationId xmlns:a16="http://schemas.microsoft.com/office/drawing/2014/main" id="{41C2F2B7-CCDF-4BDD-9FF4-EA4EE6252468}"/>
              </a:ext>
            </a:extLst>
          </p:cNvPr>
          <p:cNvGrpSpPr>
            <a:grpSpLocks/>
          </p:cNvGrpSpPr>
          <p:nvPr/>
        </p:nvGrpSpPr>
        <p:grpSpPr bwMode="auto">
          <a:xfrm>
            <a:off x="584200" y="3201988"/>
            <a:ext cx="379413" cy="349250"/>
            <a:chOff x="583556" y="3132858"/>
            <a:chExt cx="379794" cy="350220"/>
          </a:xfrm>
        </p:grpSpPr>
        <p:pic>
          <p:nvPicPr>
            <p:cNvPr id="26" name="Vector 43 (Stroke) [Figma I9043:6443;7965:11803]" descr="Vector 43 (Stroke). векторный контур">
              <a:extLst>
                <a:ext uri="{FF2B5EF4-FFF2-40B4-BE49-F238E27FC236}">
                  <a16:creationId xmlns:a16="http://schemas.microsoft.com/office/drawing/2014/main" id="{6CD8EC1A-C73B-40C2-A97F-62AF2A7110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258" y="3260211"/>
              <a:ext cx="174800" cy="128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" name="Rectangle 16 (Stroke) [Figma I9043:6443;7965:11804]" descr="Rectangle 16 (Stroke). векторный контур">
              <a:extLst>
                <a:ext uri="{FF2B5EF4-FFF2-40B4-BE49-F238E27FC236}">
                  <a16:creationId xmlns:a16="http://schemas.microsoft.com/office/drawing/2014/main" id="{CE9DACB8-8605-4562-B32D-EC121A2373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3556" y="3132858"/>
              <a:ext cx="379794" cy="350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8" name="Группа 23">
            <a:extLst>
              <a:ext uri="{FF2B5EF4-FFF2-40B4-BE49-F238E27FC236}">
                <a16:creationId xmlns:a16="http://schemas.microsoft.com/office/drawing/2014/main" id="{B0CC9D98-391D-4460-BA37-F818AEE50E10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4000500"/>
            <a:ext cx="331788" cy="379413"/>
            <a:chOff x="609749" y="3942622"/>
            <a:chExt cx="331531" cy="379785"/>
          </a:xfrm>
        </p:grpSpPr>
        <p:pic>
          <p:nvPicPr>
            <p:cNvPr id="29" name="Vector 51 (Stroke) [Figma I9043:6446;7965:11843]" descr="Vector 51 (Stroke). векторный контур">
              <a:extLst>
                <a:ext uri="{FF2B5EF4-FFF2-40B4-BE49-F238E27FC236}">
                  <a16:creationId xmlns:a16="http://schemas.microsoft.com/office/drawing/2014/main" id="{2C64CD3A-EEBC-4DC3-BD28-BBCAFCDF22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749" y="3942622"/>
              <a:ext cx="331531" cy="308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" name="Vector 52 [Figma I9043:6446;7965:11844]" descr="Vector 52. векторный контур">
              <a:extLst>
                <a:ext uri="{FF2B5EF4-FFF2-40B4-BE49-F238E27FC236}">
                  <a16:creationId xmlns:a16="http://schemas.microsoft.com/office/drawing/2014/main" id="{2F76107E-D51C-4935-9C94-74F65DDFC9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030" y="4262023"/>
              <a:ext cx="112625" cy="60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1" name="Группа 26">
            <a:extLst>
              <a:ext uri="{FF2B5EF4-FFF2-40B4-BE49-F238E27FC236}">
                <a16:creationId xmlns:a16="http://schemas.microsoft.com/office/drawing/2014/main" id="{17B24526-B644-4110-A333-33247AD498EB}"/>
              </a:ext>
            </a:extLst>
          </p:cNvPr>
          <p:cNvGrpSpPr>
            <a:grpSpLocks/>
          </p:cNvGrpSpPr>
          <p:nvPr/>
        </p:nvGrpSpPr>
        <p:grpSpPr bwMode="auto">
          <a:xfrm>
            <a:off x="584200" y="4818063"/>
            <a:ext cx="379413" cy="379412"/>
            <a:chOff x="583556" y="4768101"/>
            <a:chExt cx="379794" cy="379794"/>
          </a:xfrm>
        </p:grpSpPr>
        <p:pic>
          <p:nvPicPr>
            <p:cNvPr id="32" name="Vector 57 (Stroke) [Figma I9043:6449;7965:11831]" descr="Vector 57 (Stroke). векторный контур">
              <a:extLst>
                <a:ext uri="{FF2B5EF4-FFF2-40B4-BE49-F238E27FC236}">
                  <a16:creationId xmlns:a16="http://schemas.microsoft.com/office/drawing/2014/main" id="{C5F81291-DC2A-48DB-8CE4-4E0E266229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3556" y="4768101"/>
              <a:ext cx="379794" cy="1716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3" name="Vector 57 (Stroke) [Figma I9043:6449;7965:11832]" descr="Vector 57 (Stroke). векторный контур">
              <a:extLst>
                <a:ext uri="{FF2B5EF4-FFF2-40B4-BE49-F238E27FC236}">
                  <a16:creationId xmlns:a16="http://schemas.microsoft.com/office/drawing/2014/main" id="{210291AF-0893-418D-85C0-B07F9ACB9E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0106" y="4961971"/>
              <a:ext cx="298750" cy="185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5D267658-E3D4-4423-B688-FE7FC2F9679F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alphaModFix/>
          </a:blip>
          <a:srcRect l="27210" t="8253" r="25625" b="29614"/>
          <a:stretch/>
        </p:blipFill>
        <p:spPr>
          <a:xfrm>
            <a:off x="6167438" y="1377916"/>
            <a:ext cx="5653087" cy="4967321"/>
          </a:xfrm>
          <a:prstGeom prst="roundRect">
            <a:avLst>
              <a:gd name="adj" fmla="val 2157"/>
            </a:avLst>
          </a:prstGeom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33620472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to-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0E87AF59-A7FE-401D-A255-3CC68C52B1ED}"/>
              </a:ext>
            </a:extLst>
          </p:cNvPr>
          <p:cNvSpPr/>
          <p:nvPr/>
        </p:nvSpPr>
        <p:spPr>
          <a:xfrm>
            <a:off x="6167438" y="1373188"/>
            <a:ext cx="5653088" cy="525462"/>
          </a:xfrm>
          <a:prstGeom prst="roundRect">
            <a:avLst/>
          </a:prstGeom>
          <a:gradFill flip="none" rotWithShape="1">
            <a:gsLst>
              <a:gs pos="30000">
                <a:schemeClr val="accent1"/>
              </a:gs>
              <a:gs pos="100000">
                <a:schemeClr val="accent4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29" name="Frame — фон [Figma 9043:6438:background]">
            <a:extLst>
              <a:ext uri="{FF2B5EF4-FFF2-40B4-BE49-F238E27FC236}">
                <a16:creationId xmlns:a16="http://schemas.microsoft.com/office/drawing/2014/main" id="{1439CD6B-C921-488D-BBDC-41AF3A60FE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9026" y="2025650"/>
            <a:ext cx="5651500" cy="4324350"/>
          </a:xfrm>
          <a:prstGeom prst="roundRect">
            <a:avLst>
              <a:gd name="adj" fmla="val 2204"/>
            </a:avLst>
          </a:prstGeom>
          <a:solidFill>
            <a:srgbClr val="EAEDF5">
              <a:alpha val="50195"/>
            </a:srgbClr>
          </a:solidFill>
          <a:ln w="12700">
            <a:solidFill>
              <a:srgbClr val="FFFFFF">
                <a:alpha val="0"/>
              </a:srgbClr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TB Group"/>
              </a:defRPr>
            </a:lvl1pPr>
            <a:lvl2pPr marL="742950" indent="-285750">
              <a:defRPr>
                <a:solidFill>
                  <a:schemeClr val="tx1"/>
                </a:solidFill>
                <a:latin typeface="VTB Group"/>
              </a:defRPr>
            </a:lvl2pPr>
            <a:lvl3pPr marL="1143000" indent="-228600">
              <a:defRPr>
                <a:solidFill>
                  <a:schemeClr val="tx1"/>
                </a:solidFill>
                <a:latin typeface="VTB Group"/>
              </a:defRPr>
            </a:lvl3pPr>
            <a:lvl4pPr marL="1600200" indent="-228600">
              <a:defRPr>
                <a:solidFill>
                  <a:schemeClr val="tx1"/>
                </a:solidFill>
                <a:latin typeface="VTB Group"/>
              </a:defRPr>
            </a:lvl4pPr>
            <a:lvl5pPr marL="2057400" indent="-228600">
              <a:defRPr>
                <a:solidFill>
                  <a:schemeClr val="tx1"/>
                </a:solidFill>
                <a:latin typeface="VTB Group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9pPr>
          </a:lstStyle>
          <a:p>
            <a:pPr eaLnBrk="1" hangingPunct="1">
              <a:defRPr/>
            </a:pPr>
            <a:r>
              <a:rPr lang="ru-RU" altLang="ru-RU" dirty="0">
                <a:latin typeface="VTB Group Book" panose="020B0503040504020204" pitchFamily="34" charset="-52"/>
              </a:rPr>
              <a:t> 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C3485F63-8FE6-4B14-BE9E-E79D5F002E0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7500" lnSpcReduction="20000"/>
          </a:bodyPr>
          <a:lstStyle/>
          <a:p>
            <a:endParaRPr lang="ru-RU"/>
          </a:p>
        </p:txBody>
      </p:sp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78C433EB-BD31-4E5D-AE79-31540A101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F9EB6732-4109-495A-85A8-6E753073D90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50B8D423-07C4-4634-8C83-740F2E8AC02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6DBD4E8B-C638-48E9-AE36-8688383AC1C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640F98FE-301F-4C7B-B4DB-6E574E3483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40A34DAA-DF99-4F24-A80D-06AC0D91F6E4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E9794C1B-C881-42F5-9B4F-0D6130829943}" type="slidenum">
              <a:rPr lang="ru-RU" smtClean="0"/>
              <a:pPr>
                <a:defRPr/>
              </a:pPr>
              <a:t>35</a:t>
            </a:fld>
            <a:endParaRPr lang="ru-RU" dirty="0"/>
          </a:p>
        </p:txBody>
      </p:sp>
      <p:grpSp>
        <p:nvGrpSpPr>
          <p:cNvPr id="15" name="Группа 17">
            <a:extLst>
              <a:ext uri="{FF2B5EF4-FFF2-40B4-BE49-F238E27FC236}">
                <a16:creationId xmlns:a16="http://schemas.microsoft.com/office/drawing/2014/main" id="{A0A4B0FC-EA4B-43E7-A50F-245B1914D525}"/>
              </a:ext>
            </a:extLst>
          </p:cNvPr>
          <p:cNvGrpSpPr>
            <a:grpSpLocks/>
          </p:cNvGrpSpPr>
          <p:nvPr/>
        </p:nvGrpSpPr>
        <p:grpSpPr bwMode="auto">
          <a:xfrm>
            <a:off x="6380163" y="2349500"/>
            <a:ext cx="379413" cy="379413"/>
            <a:chOff x="583556" y="2291663"/>
            <a:chExt cx="379794" cy="379794"/>
          </a:xfrm>
        </p:grpSpPr>
        <p:pic>
          <p:nvPicPr>
            <p:cNvPr id="16" name="Star 3 (Stroke) [Figma I9043:6440;7965:11807]" descr="Star 3 (Stroke). векторный контур">
              <a:extLst>
                <a:ext uri="{FF2B5EF4-FFF2-40B4-BE49-F238E27FC236}">
                  <a16:creationId xmlns:a16="http://schemas.microsoft.com/office/drawing/2014/main" id="{21FA78B7-EA13-4AA7-81DE-846F006283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3556" y="2291663"/>
              <a:ext cx="379794" cy="3797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Vector 32 (Stroke) [Figma I9043:6440;7965:11808]" descr="Vector 32 (Stroke). векторный контур">
              <a:extLst>
                <a:ext uri="{FF2B5EF4-FFF2-40B4-BE49-F238E27FC236}">
                  <a16:creationId xmlns:a16="http://schemas.microsoft.com/office/drawing/2014/main" id="{BBA94EEF-BBBA-4BEA-97E3-5423B1B389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9560" y="2428325"/>
              <a:ext cx="146197" cy="1064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8" name="Группа 20">
            <a:extLst>
              <a:ext uri="{FF2B5EF4-FFF2-40B4-BE49-F238E27FC236}">
                <a16:creationId xmlns:a16="http://schemas.microsoft.com/office/drawing/2014/main" id="{34356435-4F31-4CD2-8842-0422DFBAA7AE}"/>
              </a:ext>
            </a:extLst>
          </p:cNvPr>
          <p:cNvGrpSpPr>
            <a:grpSpLocks/>
          </p:cNvGrpSpPr>
          <p:nvPr/>
        </p:nvGrpSpPr>
        <p:grpSpPr bwMode="auto">
          <a:xfrm>
            <a:off x="6380163" y="3201988"/>
            <a:ext cx="379413" cy="349250"/>
            <a:chOff x="583556" y="3132858"/>
            <a:chExt cx="379794" cy="350220"/>
          </a:xfrm>
        </p:grpSpPr>
        <p:pic>
          <p:nvPicPr>
            <p:cNvPr id="19" name="Vector 43 (Stroke) [Figma I9043:6443;7965:11803]" descr="Vector 43 (Stroke). векторный контур">
              <a:extLst>
                <a:ext uri="{FF2B5EF4-FFF2-40B4-BE49-F238E27FC236}">
                  <a16:creationId xmlns:a16="http://schemas.microsoft.com/office/drawing/2014/main" id="{82659C05-36D6-4A1A-98F8-F2BD4A8098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5258" y="3260211"/>
              <a:ext cx="174800" cy="128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Rectangle 16 (Stroke) [Figma I9043:6443;7965:11804]" descr="Rectangle 16 (Stroke). векторный контур">
              <a:extLst>
                <a:ext uri="{FF2B5EF4-FFF2-40B4-BE49-F238E27FC236}">
                  <a16:creationId xmlns:a16="http://schemas.microsoft.com/office/drawing/2014/main" id="{D6DBC650-8046-4576-A690-5A64AC89BD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3556" y="3132858"/>
              <a:ext cx="379794" cy="350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1" name="Группа 23">
            <a:extLst>
              <a:ext uri="{FF2B5EF4-FFF2-40B4-BE49-F238E27FC236}">
                <a16:creationId xmlns:a16="http://schemas.microsoft.com/office/drawing/2014/main" id="{D25E4516-812E-495F-B805-8A55B1FFD48E}"/>
              </a:ext>
            </a:extLst>
          </p:cNvPr>
          <p:cNvGrpSpPr>
            <a:grpSpLocks/>
          </p:cNvGrpSpPr>
          <p:nvPr/>
        </p:nvGrpSpPr>
        <p:grpSpPr bwMode="auto">
          <a:xfrm>
            <a:off x="6405563" y="4000500"/>
            <a:ext cx="331788" cy="379413"/>
            <a:chOff x="609749" y="3942622"/>
            <a:chExt cx="331531" cy="379785"/>
          </a:xfrm>
        </p:grpSpPr>
        <p:pic>
          <p:nvPicPr>
            <p:cNvPr id="22" name="Vector 51 (Stroke) [Figma I9043:6446;7965:11843]" descr="Vector 51 (Stroke). векторный контур">
              <a:extLst>
                <a:ext uri="{FF2B5EF4-FFF2-40B4-BE49-F238E27FC236}">
                  <a16:creationId xmlns:a16="http://schemas.microsoft.com/office/drawing/2014/main" id="{5F3CE3D6-6370-4300-8666-B027067D20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749" y="3942622"/>
              <a:ext cx="331531" cy="308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" name="Vector 52 [Figma I9043:6446;7965:11844]" descr="Vector 52. векторный контур">
              <a:extLst>
                <a:ext uri="{FF2B5EF4-FFF2-40B4-BE49-F238E27FC236}">
                  <a16:creationId xmlns:a16="http://schemas.microsoft.com/office/drawing/2014/main" id="{8283E48F-E26C-4084-8623-B84E912EA6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030" y="4262023"/>
              <a:ext cx="112625" cy="60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4" name="Группа 26">
            <a:extLst>
              <a:ext uri="{FF2B5EF4-FFF2-40B4-BE49-F238E27FC236}">
                <a16:creationId xmlns:a16="http://schemas.microsoft.com/office/drawing/2014/main" id="{B946B87F-9552-4485-BAFA-568E0E2A5596}"/>
              </a:ext>
            </a:extLst>
          </p:cNvPr>
          <p:cNvGrpSpPr>
            <a:grpSpLocks/>
          </p:cNvGrpSpPr>
          <p:nvPr/>
        </p:nvGrpSpPr>
        <p:grpSpPr bwMode="auto">
          <a:xfrm>
            <a:off x="6380163" y="4818063"/>
            <a:ext cx="379413" cy="379412"/>
            <a:chOff x="583556" y="4768101"/>
            <a:chExt cx="379794" cy="379794"/>
          </a:xfrm>
        </p:grpSpPr>
        <p:pic>
          <p:nvPicPr>
            <p:cNvPr id="25" name="Vector 57 (Stroke) [Figma I9043:6449;7965:11831]" descr="Vector 57 (Stroke). векторный контур">
              <a:extLst>
                <a:ext uri="{FF2B5EF4-FFF2-40B4-BE49-F238E27FC236}">
                  <a16:creationId xmlns:a16="http://schemas.microsoft.com/office/drawing/2014/main" id="{BA589BE1-EA79-4CFC-A398-5D26F168C8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3556" y="4768101"/>
              <a:ext cx="379794" cy="1716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" name="Vector 57 (Stroke) [Figma I9043:6449;7965:11832]" descr="Vector 57 (Stroke). векторный контур">
              <a:extLst>
                <a:ext uri="{FF2B5EF4-FFF2-40B4-BE49-F238E27FC236}">
                  <a16:creationId xmlns:a16="http://schemas.microsoft.com/office/drawing/2014/main" id="{BBF909FA-56A2-4D6E-ACDC-192983EB09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0106" y="4961971"/>
              <a:ext cx="298750" cy="185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84F345BC-4418-4149-80DA-84DF9D01D373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15060" r="15060"/>
          <a:stretch/>
        </p:blipFill>
        <p:spPr>
          <a:xfrm>
            <a:off x="371474" y="1377916"/>
            <a:ext cx="5653087" cy="4967321"/>
          </a:xfrm>
          <a:prstGeom prst="roundRect">
            <a:avLst>
              <a:gd name="adj" fmla="val 2157"/>
            </a:avLst>
          </a:prstGeom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24775225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to-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85A43172-339A-4CCC-86BB-D02E8A58B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D8A1335D-0971-44DA-9021-3CE509D3773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E9794C1B-C881-42F5-9B4F-0D6130829943}" type="slidenum">
              <a:rPr lang="ru-RU" smtClean="0"/>
              <a:pPr>
                <a:defRPr/>
              </a:pPr>
              <a:t>36</a:t>
            </a:fld>
            <a:endParaRPr lang="ru-RU" dirty="0"/>
          </a:p>
        </p:txBody>
      </p:sp>
      <p:graphicFrame>
        <p:nvGraphicFramePr>
          <p:cNvPr id="10" name="Таблица 2">
            <a:extLst>
              <a:ext uri="{FF2B5EF4-FFF2-40B4-BE49-F238E27FC236}">
                <a16:creationId xmlns:a16="http://schemas.microsoft.com/office/drawing/2014/main" id="{FA616035-FF88-47F2-838A-09687F4117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7927749"/>
              </p:ext>
            </p:extLst>
          </p:nvPr>
        </p:nvGraphicFramePr>
        <p:xfrm>
          <a:off x="371475" y="1376362"/>
          <a:ext cx="11449051" cy="4973640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31224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24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08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0823">
                  <a:extLst>
                    <a:ext uri="{9D8B030D-6E8A-4147-A177-3AD203B41FA5}">
                      <a16:colId xmlns:a16="http://schemas.microsoft.com/office/drawing/2014/main" val="1968516196"/>
                    </a:ext>
                  </a:extLst>
                </a:gridCol>
                <a:gridCol w="1040823">
                  <a:extLst>
                    <a:ext uri="{9D8B030D-6E8A-4147-A177-3AD203B41FA5}">
                      <a16:colId xmlns:a16="http://schemas.microsoft.com/office/drawing/2014/main" val="4136297570"/>
                    </a:ext>
                  </a:extLst>
                </a:gridCol>
                <a:gridCol w="10408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0823">
                  <a:extLst>
                    <a:ext uri="{9D8B030D-6E8A-4147-A177-3AD203B41FA5}">
                      <a16:colId xmlns:a16="http://schemas.microsoft.com/office/drawing/2014/main" val="752907810"/>
                    </a:ext>
                  </a:extLst>
                </a:gridCol>
              </a:tblGrid>
              <a:tr h="402663">
                <a:tc rowSpan="2"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</a:pPr>
                      <a:r>
                        <a:rPr lang="ru-RU" altLang="en-US" sz="1600" b="0" kern="0" spc="-32" dirty="0">
                          <a:solidFill>
                            <a:srgbClr val="FFFFFF"/>
                          </a:solidFill>
                          <a:latin typeface="VTB Group Book" panose="020B0503040504020204" pitchFamily="34" charset="-52"/>
                          <a:ea typeface="VTB Group" pitchFamily="34" charset="-122"/>
                          <a:cs typeface="VTB Group" pitchFamily="34" charset="-120"/>
                        </a:rPr>
                        <a:t>Название</a:t>
                      </a:r>
                      <a:endParaRPr lang="ru-RU" sz="1600" b="0" dirty="0">
                        <a:solidFill>
                          <a:schemeClr val="bg1"/>
                        </a:solidFill>
                        <a:latin typeface="VTB Group Book" panose="020B0503040504020204" pitchFamily="34" charset="-52"/>
                      </a:endParaRPr>
                    </a:p>
                  </a:txBody>
                  <a:tcPr anchor="ctr">
                    <a:solidFill>
                      <a:srgbClr val="0A289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</a:pPr>
                      <a:r>
                        <a:rPr lang="ru-RU" altLang="en-US" sz="1600" b="0" kern="0" spc="-32" dirty="0">
                          <a:solidFill>
                            <a:srgbClr val="FFFFFF"/>
                          </a:solidFill>
                          <a:latin typeface="VTB Group Book" panose="020B0503040504020204" pitchFamily="34" charset="-52"/>
                          <a:ea typeface="VTB Group" pitchFamily="34" charset="-122"/>
                          <a:cs typeface="VTB Group" pitchFamily="34" charset="-120"/>
                        </a:rPr>
                        <a:t>Название</a:t>
                      </a:r>
                      <a:endParaRPr lang="ru-RU" sz="1600" b="0" dirty="0">
                        <a:solidFill>
                          <a:schemeClr val="bg1"/>
                        </a:solidFill>
                        <a:latin typeface="VTB Group Book" panose="020B0503040504020204" pitchFamily="34" charset="-52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9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altLang="en-US" sz="1400" b="0" kern="0" spc="-32" dirty="0">
                          <a:solidFill>
                            <a:srgbClr val="FFFFFF"/>
                          </a:solidFill>
                          <a:latin typeface="VTB Group Book" panose="020B0503040504020204" pitchFamily="34" charset="-52"/>
                          <a:ea typeface="VTB Group" pitchFamily="34" charset="-122"/>
                          <a:cs typeface="VTB Group" pitchFamily="34" charset="-120"/>
                        </a:rPr>
                        <a:t>Название</a:t>
                      </a:r>
                      <a:endParaRPr lang="en-US" sz="1400" b="0" dirty="0">
                        <a:latin typeface="VTB Group Book" panose="020B0503040504020204" pitchFamily="34" charset="-52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9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altLang="en-US" sz="1600" b="0" kern="0" spc="-32" dirty="0">
                          <a:solidFill>
                            <a:srgbClr val="FFFFFF"/>
                          </a:solidFill>
                          <a:latin typeface="VTB Group (Основной текст)"/>
                          <a:ea typeface="VTB Group" pitchFamily="34" charset="-122"/>
                          <a:cs typeface="VTB Group" pitchFamily="34" charset="-120"/>
                        </a:rPr>
                        <a:t>Данные, млрд руб.</a:t>
                      </a:r>
                      <a:endParaRPr lang="en-US" sz="1600" b="0" dirty="0">
                        <a:latin typeface="VTB Group (Основной текст)"/>
                      </a:endParaRPr>
                    </a:p>
                  </a:txBody>
                  <a:tcPr anchor="ctr">
                    <a:solidFill>
                      <a:srgbClr val="ACB6C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66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2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2000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2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2000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2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2000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2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2000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2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2000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3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5725461"/>
                  </a:ext>
                </a:extLst>
              </a:tr>
              <a:tr h="4631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Название</a:t>
                      </a:r>
                      <a:endParaRPr lang="en-US" sz="1600" dirty="0">
                        <a:solidFill>
                          <a:schemeClr val="accent3"/>
                        </a:solidFill>
                        <a:latin typeface="VTB Group Book" panose="020B0503040504020204" pitchFamily="34" charset="-52"/>
                      </a:endParaRPr>
                    </a:p>
                  </a:txBody>
                  <a:tcPr marL="144000" marR="144000" marT="72000" marB="72000" anchor="ctr">
                    <a:solidFill>
                      <a:srgbClr val="EAED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3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EAED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3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EAED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3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EAED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3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EAED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3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EAED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3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EA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1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Название</a:t>
                      </a:r>
                      <a:endParaRPr lang="en-US" sz="1600" dirty="0">
                        <a:latin typeface="VTB Group Book" panose="020B0503040504020204" pitchFamily="34" charset="-52"/>
                      </a:endParaRPr>
                    </a:p>
                  </a:txBody>
                  <a:tcPr marL="144000" marR="144000" marT="72000" marB="72000" anchor="ctr">
                    <a:solidFill>
                      <a:srgbClr val="F3F7FA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3F7FA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3F7FA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3F7FA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3F7FA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3F7FA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3F7FA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1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Название</a:t>
                      </a:r>
                      <a:endParaRPr lang="en-US" sz="1600" dirty="0">
                        <a:latin typeface="VTB Group Book" panose="020B0503040504020204" pitchFamily="34" charset="-52"/>
                      </a:endParaRPr>
                    </a:p>
                  </a:txBody>
                  <a:tcPr marL="144000" marR="144000" marT="72000" marB="72000" anchor="ctr">
                    <a:solidFill>
                      <a:srgbClr val="F3F7FA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3F7FA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3F7FA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3F7FA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3F7FA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3F7FA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3F7FA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1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Название</a:t>
                      </a:r>
                      <a:endParaRPr lang="en-US" sz="1600" dirty="0">
                        <a:latin typeface="VTB Group Book" panose="020B0503040504020204" pitchFamily="34" charset="-52"/>
                      </a:endParaRPr>
                    </a:p>
                  </a:txBody>
                  <a:tcPr marL="144000" marR="144000" marT="72000" marB="72000" anchor="ctr">
                    <a:solidFill>
                      <a:srgbClr val="F3F7FA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3F7FA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3F7FA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3F7FA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3F7FA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3F7FA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3F7FA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31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Название</a:t>
                      </a:r>
                      <a:endParaRPr lang="en-US" sz="1600" dirty="0">
                        <a:latin typeface="VTB Group Book" panose="020B0503040504020204" pitchFamily="34" charset="-52"/>
                      </a:endParaRPr>
                    </a:p>
                  </a:txBody>
                  <a:tcPr marL="144000" marR="144000" marT="72000" marB="72000" anchor="ctr">
                    <a:solidFill>
                      <a:srgbClr val="F3F7FA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3F7FA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3F7FA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3F7FA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3F7FA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3F7FA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3F7FA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31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Название</a:t>
                      </a:r>
                      <a:endParaRPr lang="en-US" sz="1600" dirty="0">
                        <a:solidFill>
                          <a:schemeClr val="accent3"/>
                        </a:solidFill>
                        <a:latin typeface="VTB Group Book" panose="020B0503040504020204" pitchFamily="34" charset="-52"/>
                      </a:endParaRPr>
                    </a:p>
                  </a:txBody>
                  <a:tcPr marL="144000" marR="144000" marT="72000" marB="72000" anchor="ctr">
                    <a:solidFill>
                      <a:srgbClr val="EAED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3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EAED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3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EAED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3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EAED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3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EAED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3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EAED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chemeClr val="accent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accent3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EA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31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Название</a:t>
                      </a:r>
                      <a:endParaRPr lang="en-US" sz="1600" dirty="0">
                        <a:latin typeface="VTB Group Book" panose="020B0503040504020204" pitchFamily="34" charset="-52"/>
                      </a:endParaRPr>
                    </a:p>
                  </a:txBody>
                  <a:tcPr marL="144000" marR="144000" marT="72000" marB="72000" anchor="ctr">
                    <a:solidFill>
                      <a:srgbClr val="F3F7FA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3F7FA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3F7FA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3F7FA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3F7FA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3F7FA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3F7FA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31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Название</a:t>
                      </a:r>
                      <a:endParaRPr lang="en-US" sz="1600" dirty="0">
                        <a:latin typeface="VTB Group Book" panose="020B0503040504020204" pitchFamily="34" charset="-52"/>
                      </a:endParaRPr>
                    </a:p>
                  </a:txBody>
                  <a:tcPr marL="144000" marR="144000" marT="72000" marB="72000" anchor="ctr">
                    <a:solidFill>
                      <a:srgbClr val="F3F7FA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3F7FA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3F7FA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3F7FA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3F7FA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3F7FA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3F7FA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760315"/>
                  </a:ext>
                </a:extLst>
              </a:tr>
              <a:tr h="4631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Название</a:t>
                      </a:r>
                      <a:endParaRPr lang="en-US" sz="1600" dirty="0">
                        <a:latin typeface="VTB Group Book" panose="020B0503040504020204" pitchFamily="34" charset="-52"/>
                      </a:endParaRPr>
                    </a:p>
                  </a:txBody>
                  <a:tcPr marL="144000" marR="144000" marT="72000" marB="72000" anchor="ctr">
                    <a:solidFill>
                      <a:srgbClr val="F3F7FA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3F7FA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3F7FA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3F7FA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3F7FA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3F7FA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3F7FA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11115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22915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to-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649AD12D-88CC-469D-A913-1573F4182DB3}"/>
              </a:ext>
            </a:extLst>
          </p:cNvPr>
          <p:cNvSpPr/>
          <p:nvPr/>
        </p:nvSpPr>
        <p:spPr>
          <a:xfrm>
            <a:off x="381000" y="5367338"/>
            <a:ext cx="6629400" cy="977900"/>
          </a:xfrm>
          <a:prstGeom prst="roundRect">
            <a:avLst>
              <a:gd name="adj" fmla="val 9524"/>
            </a:avLst>
          </a:prstGeom>
          <a:gradFill flip="none" rotWithShape="1">
            <a:gsLst>
              <a:gs pos="30000">
                <a:schemeClr val="accent1"/>
              </a:gs>
              <a:gs pos="100000">
                <a:srgbClr val="00AAFF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566618D-6655-4FD5-9AB9-80665E181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B52F366-623C-4DA1-9044-5CECE38C0D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5EC28F0-EEC4-4C89-A4CA-B0ADA4DBBD7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43F776-FAC9-4DD3-B862-AD568B06002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E9794C1B-C881-42F5-9B4F-0D6130829943}" type="slidenum">
              <a:rPr lang="ru-RU" smtClean="0"/>
              <a:pPr>
                <a:defRPr/>
              </a:pPr>
              <a:t>37</a:t>
            </a:fld>
            <a:endParaRPr lang="ru-RU" dirty="0"/>
          </a:p>
        </p:txBody>
      </p:sp>
      <p:graphicFrame>
        <p:nvGraphicFramePr>
          <p:cNvPr id="7" name="Таблица 2">
            <a:extLst>
              <a:ext uri="{FF2B5EF4-FFF2-40B4-BE49-F238E27FC236}">
                <a16:creationId xmlns:a16="http://schemas.microsoft.com/office/drawing/2014/main" id="{8801BB5B-9651-4276-8DE3-BDBBDD4CA31D}"/>
              </a:ext>
            </a:extLst>
          </p:cNvPr>
          <p:cNvGraphicFramePr>
            <a:graphicFrameLocks noGrp="1"/>
          </p:cNvGraphicFramePr>
          <p:nvPr/>
        </p:nvGraphicFramePr>
        <p:xfrm>
          <a:off x="371475" y="1376362"/>
          <a:ext cx="11439536" cy="3884816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28598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9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98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98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5602"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</a:pPr>
                      <a:r>
                        <a:rPr lang="ru-RU" sz="1600" b="0" dirty="0">
                          <a:solidFill>
                            <a:schemeClr val="bg1"/>
                          </a:solidFill>
                          <a:latin typeface="VTB Group Book" panose="020B0503040504020204" pitchFamily="34" charset="-52"/>
                        </a:rPr>
                        <a:t>Наименования</a:t>
                      </a:r>
                    </a:p>
                  </a:txBody>
                  <a:tcPr anchor="ctr">
                    <a:solidFill>
                      <a:srgbClr val="0A28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</a:pPr>
                      <a:r>
                        <a:rPr lang="ru-RU" sz="1600" b="0" dirty="0">
                          <a:solidFill>
                            <a:schemeClr val="bg1"/>
                          </a:solidFill>
                          <a:latin typeface="VTB Group Book" panose="020B0503040504020204" pitchFamily="34" charset="-52"/>
                        </a:rPr>
                        <a:t>Данные</a:t>
                      </a:r>
                      <a:r>
                        <a:rPr lang="en-US" sz="1600" b="0" dirty="0">
                          <a:solidFill>
                            <a:schemeClr val="bg1"/>
                          </a:solidFill>
                          <a:latin typeface="VTB Group Book" panose="020B0503040504020204" pitchFamily="34" charset="-52"/>
                        </a:rPr>
                        <a:t>,  </a:t>
                      </a:r>
                      <a:r>
                        <a:rPr lang="ru-RU" sz="1600" b="0" dirty="0">
                          <a:solidFill>
                            <a:schemeClr val="bg1"/>
                          </a:solidFill>
                          <a:latin typeface="VTB Group Book" panose="020B0503040504020204" pitchFamily="34" charset="-52"/>
                        </a:rPr>
                        <a:t>млрд руб.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9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altLang="en-US" sz="1600" b="0" kern="0" spc="-32" dirty="0">
                          <a:solidFill>
                            <a:srgbClr val="FFFFFF"/>
                          </a:solidFill>
                          <a:latin typeface="VTB Group Book" panose="020B0503040504020204" pitchFamily="34" charset="-52"/>
                          <a:ea typeface="VTB Group" pitchFamily="34" charset="-122"/>
                          <a:cs typeface="VTB Group" pitchFamily="34" charset="-120"/>
                        </a:rPr>
                        <a:t>Данные, млрд руб.</a:t>
                      </a:r>
                      <a:endParaRPr lang="en-US" sz="1600" b="0" dirty="0">
                        <a:latin typeface="VTB Group Book" panose="020B0503040504020204" pitchFamily="34" charset="-52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9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altLang="en-US" sz="1600" b="0" kern="0" spc="-32" dirty="0">
                          <a:solidFill>
                            <a:srgbClr val="FFFFFF"/>
                          </a:solidFill>
                          <a:latin typeface="VTB Group Book" panose="020B0503040504020204" pitchFamily="34" charset="-52"/>
                          <a:ea typeface="VTB Group" pitchFamily="34" charset="-122"/>
                          <a:cs typeface="VTB Group" pitchFamily="34" charset="-120"/>
                        </a:rPr>
                        <a:t>Данные, млрд руб.</a:t>
                      </a:r>
                      <a:endParaRPr lang="en-US" sz="1600" b="0" dirty="0">
                        <a:latin typeface="VTB Group Book" panose="020B0503040504020204" pitchFamily="34" charset="-52"/>
                      </a:endParaRPr>
                    </a:p>
                  </a:txBody>
                  <a:tcPr anchor="ctr">
                    <a:solidFill>
                      <a:srgbClr val="ACB6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6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Название</a:t>
                      </a:r>
                      <a:endParaRPr lang="en-US" sz="1600" dirty="0">
                        <a:latin typeface="VTB Group Book" panose="020B0503040504020204" pitchFamily="34" charset="-52"/>
                      </a:endParaRPr>
                    </a:p>
                  </a:txBody>
                  <a:tcPr marL="144000" marR="144000" marT="72000" marB="72000" anchor="ctr">
                    <a:solidFill>
                      <a:schemeClr val="accent5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6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Название</a:t>
                      </a:r>
                      <a:endParaRPr lang="en-US" sz="1600" dirty="0">
                        <a:latin typeface="VTB Group Book" panose="020B0503040504020204" pitchFamily="34" charset="-52"/>
                      </a:endParaRPr>
                    </a:p>
                  </a:txBody>
                  <a:tcPr marL="144000" marR="144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6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Название</a:t>
                      </a:r>
                      <a:endParaRPr lang="en-US" sz="1600" dirty="0">
                        <a:latin typeface="VTB Group Book" panose="020B0503040504020204" pitchFamily="34" charset="-52"/>
                      </a:endParaRPr>
                    </a:p>
                  </a:txBody>
                  <a:tcPr marL="144000" marR="144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56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Название</a:t>
                      </a:r>
                      <a:endParaRPr lang="en-US" sz="1600" dirty="0">
                        <a:latin typeface="VTB Group Book" panose="020B0503040504020204" pitchFamily="34" charset="-52"/>
                      </a:endParaRPr>
                    </a:p>
                  </a:txBody>
                  <a:tcPr marL="144000" marR="144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56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Название</a:t>
                      </a:r>
                      <a:endParaRPr lang="en-US" sz="1600" dirty="0">
                        <a:latin typeface="VTB Group Book" panose="020B0503040504020204" pitchFamily="34" charset="-52"/>
                      </a:endParaRPr>
                    </a:p>
                  </a:txBody>
                  <a:tcPr marL="144000" marR="144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56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Название</a:t>
                      </a:r>
                      <a:endParaRPr lang="en-US" sz="1600" dirty="0">
                        <a:latin typeface="VTB Group Book" panose="020B0503040504020204" pitchFamily="34" charset="-52"/>
                      </a:endParaRPr>
                    </a:p>
                  </a:txBody>
                  <a:tcPr marL="144000" marR="144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560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Название</a:t>
                      </a:r>
                      <a:endParaRPr lang="en-US" sz="1600" dirty="0">
                        <a:latin typeface="VTB Group Book" panose="020B0503040504020204" pitchFamily="34" charset="-52"/>
                      </a:endParaRPr>
                    </a:p>
                  </a:txBody>
                  <a:tcPr marL="144000" marR="144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006AE5A9-803A-4EA6-AE2F-BD8530DA5AB3}"/>
              </a:ext>
            </a:extLst>
          </p:cNvPr>
          <p:cNvGrpSpPr/>
          <p:nvPr/>
        </p:nvGrpSpPr>
        <p:grpSpPr>
          <a:xfrm>
            <a:off x="584951" y="5484501"/>
            <a:ext cx="238224" cy="238218"/>
            <a:chOff x="584951" y="5246283"/>
            <a:chExt cx="238224" cy="238218"/>
          </a:xfrm>
          <a:solidFill>
            <a:srgbClr val="F3F7FA"/>
          </a:solidFill>
        </p:grpSpPr>
        <p:pic>
          <p:nvPicPr>
            <p:cNvPr id="9" name="Star 3 (Stroke) [Figma I9887:51622;7965:11807]" descr="Star 3 (Stroke). векторный контур">
              <a:extLst>
                <a:ext uri="{FF2B5EF4-FFF2-40B4-BE49-F238E27FC236}">
                  <a16:creationId xmlns:a16="http://schemas.microsoft.com/office/drawing/2014/main" id="{7722AAB4-F6D8-44F8-8221-589399B4FD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84951" y="5246283"/>
              <a:ext cx="238224" cy="238218"/>
            </a:xfrm>
            <a:prstGeom prst="rect">
              <a:avLst/>
            </a:prstGeom>
          </p:spPr>
        </p:pic>
        <p:pic>
          <p:nvPicPr>
            <p:cNvPr id="10" name="Vector 32 (Stroke) [Figma I9887:51622;7965:11808]" descr="Vector 32 (Stroke). векторный контур">
              <a:extLst>
                <a:ext uri="{FF2B5EF4-FFF2-40B4-BE49-F238E27FC236}">
                  <a16:creationId xmlns:a16="http://schemas.microsoft.com/office/drawing/2014/main" id="{47FFCFA4-70FA-46C6-AC9F-EA8C44549C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58176" y="5332205"/>
              <a:ext cx="90798" cy="668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166924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to-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0DC3061-9C6D-4FD0-9DEE-151CF2BD3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6779" y="1378241"/>
            <a:ext cx="2793747" cy="4971600"/>
          </a:xfrm>
          <a:prstGeom prst="roundRect">
            <a:avLst>
              <a:gd name="adj" fmla="val 4345"/>
            </a:avLst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2A3B40-2EC2-4BB3-AD18-2F34D38C3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43F776-FAC9-4DD3-B862-AD568B06002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E9794C1B-C881-42F5-9B4F-0D6130829943}" type="slidenum">
              <a:rPr lang="ru-RU" smtClean="0"/>
              <a:pPr>
                <a:defRPr/>
              </a:pPr>
              <a:t>38</a:t>
            </a:fld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796A4ECF-C001-4DB1-B81E-BA3C72134F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D6DD963C-BA5C-437D-9428-D04684F7B48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20000"/>
          </a:bodyPr>
          <a:lstStyle/>
          <a:p>
            <a:endParaRPr lang="ru-RU" dirty="0"/>
          </a:p>
        </p:txBody>
      </p:sp>
      <p:graphicFrame>
        <p:nvGraphicFramePr>
          <p:cNvPr id="9" name="Таблица 2">
            <a:extLst>
              <a:ext uri="{FF2B5EF4-FFF2-40B4-BE49-F238E27FC236}">
                <a16:creationId xmlns:a16="http://schemas.microsoft.com/office/drawing/2014/main" id="{3397B4F1-5F3B-4B1C-A8DF-1EA4EDFE4B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3014175"/>
              </p:ext>
            </p:extLst>
          </p:nvPr>
        </p:nvGraphicFramePr>
        <p:xfrm>
          <a:off x="371474" y="1376362"/>
          <a:ext cx="8518304" cy="5010531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21295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95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95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95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7348"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</a:pPr>
                      <a:r>
                        <a:rPr lang="ru-RU" sz="1600" b="0" dirty="0">
                          <a:solidFill>
                            <a:schemeClr val="bg1"/>
                          </a:solidFill>
                          <a:latin typeface="VTB Group Book" panose="020B0503040504020204" pitchFamily="34" charset="-52"/>
                        </a:rPr>
                        <a:t>Наименования</a:t>
                      </a:r>
                    </a:p>
                  </a:txBody>
                  <a:tcPr anchor="ctr">
                    <a:solidFill>
                      <a:srgbClr val="0A28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</a:pPr>
                      <a:r>
                        <a:rPr lang="ru-RU" sz="1600" b="0" dirty="0">
                          <a:solidFill>
                            <a:schemeClr val="bg1"/>
                          </a:solidFill>
                          <a:latin typeface="VTB Group Book" panose="020B0503040504020204" pitchFamily="34" charset="-52"/>
                        </a:rPr>
                        <a:t>Данные</a:t>
                      </a:r>
                      <a:r>
                        <a:rPr lang="en-US" sz="1600" b="0" dirty="0">
                          <a:solidFill>
                            <a:schemeClr val="bg1"/>
                          </a:solidFill>
                          <a:latin typeface="VTB Group Book" panose="020B0503040504020204" pitchFamily="34" charset="-52"/>
                        </a:rPr>
                        <a:t>,  </a:t>
                      </a:r>
                      <a:r>
                        <a:rPr lang="ru-RU" sz="1600" b="0" dirty="0">
                          <a:solidFill>
                            <a:schemeClr val="bg1"/>
                          </a:solidFill>
                          <a:latin typeface="VTB Group Book" panose="020B0503040504020204" pitchFamily="34" charset="-52"/>
                        </a:rPr>
                        <a:t>млрд руб.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9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altLang="en-US" sz="1600" b="0" kern="0" spc="-32" dirty="0">
                          <a:solidFill>
                            <a:srgbClr val="FFFFFF"/>
                          </a:solidFill>
                          <a:latin typeface="VTB Group Book" panose="020B0503040504020204" pitchFamily="34" charset="-52"/>
                          <a:ea typeface="VTB Group" pitchFamily="34" charset="-122"/>
                          <a:cs typeface="VTB Group" pitchFamily="34" charset="-120"/>
                        </a:rPr>
                        <a:t>Данные, млрд руб.</a:t>
                      </a:r>
                      <a:endParaRPr lang="en-US" sz="1600" b="0" dirty="0">
                        <a:latin typeface="VTB Group Book" panose="020B0503040504020204" pitchFamily="34" charset="-52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9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altLang="en-US" sz="1600" b="0" kern="0" spc="-32" dirty="0">
                          <a:solidFill>
                            <a:srgbClr val="FFFFFF"/>
                          </a:solidFill>
                          <a:latin typeface="VTB Group Book" panose="020B0503040504020204" pitchFamily="34" charset="-52"/>
                          <a:ea typeface="VTB Group" pitchFamily="34" charset="-122"/>
                          <a:cs typeface="VTB Group" pitchFamily="34" charset="-120"/>
                        </a:rPr>
                        <a:t>Данные, млрд руб.</a:t>
                      </a:r>
                      <a:endParaRPr lang="en-US" sz="1600" b="0" dirty="0">
                        <a:latin typeface="VTB Group Book" panose="020B0503040504020204" pitchFamily="34" charset="-52"/>
                      </a:endParaRPr>
                    </a:p>
                  </a:txBody>
                  <a:tcPr anchor="ctr">
                    <a:solidFill>
                      <a:srgbClr val="ACB6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3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Название</a:t>
                      </a:r>
                      <a:endParaRPr lang="en-US" sz="1600" dirty="0">
                        <a:latin typeface="VTB Group Book" panose="020B0503040504020204" pitchFamily="34" charset="-52"/>
                      </a:endParaRPr>
                    </a:p>
                  </a:txBody>
                  <a:tcPr marL="144000" marR="144000" marT="72000" marB="72000" anchor="ctr">
                    <a:solidFill>
                      <a:schemeClr val="accent5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3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Название</a:t>
                      </a:r>
                      <a:endParaRPr lang="en-US" sz="1600" dirty="0">
                        <a:latin typeface="VTB Group Book" panose="020B0503040504020204" pitchFamily="34" charset="-52"/>
                      </a:endParaRPr>
                    </a:p>
                  </a:txBody>
                  <a:tcPr marL="144000" marR="144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3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Название</a:t>
                      </a:r>
                      <a:endParaRPr lang="en-US" sz="1600" dirty="0">
                        <a:latin typeface="VTB Group Book" panose="020B0503040504020204" pitchFamily="34" charset="-52"/>
                      </a:endParaRPr>
                    </a:p>
                  </a:txBody>
                  <a:tcPr marL="144000" marR="144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3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Название</a:t>
                      </a:r>
                      <a:endParaRPr lang="en-US" sz="1600" dirty="0">
                        <a:latin typeface="VTB Group Book" panose="020B0503040504020204" pitchFamily="34" charset="-52"/>
                      </a:endParaRPr>
                    </a:p>
                  </a:txBody>
                  <a:tcPr marL="144000" marR="144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3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Название</a:t>
                      </a:r>
                      <a:endParaRPr lang="en-US" sz="1600" dirty="0">
                        <a:latin typeface="VTB Group Book" panose="020B0503040504020204" pitchFamily="34" charset="-52"/>
                      </a:endParaRPr>
                    </a:p>
                  </a:txBody>
                  <a:tcPr marL="144000" marR="144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3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Название</a:t>
                      </a:r>
                      <a:endParaRPr lang="en-US" sz="1600" dirty="0">
                        <a:latin typeface="VTB Group Book" panose="020B0503040504020204" pitchFamily="34" charset="-52"/>
                      </a:endParaRPr>
                    </a:p>
                  </a:txBody>
                  <a:tcPr marL="144000" marR="144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73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Название</a:t>
                      </a:r>
                      <a:endParaRPr lang="en-US" sz="1600" dirty="0">
                        <a:latin typeface="VTB Group Book" panose="020B0503040504020204" pitchFamily="34" charset="-52"/>
                      </a:endParaRPr>
                    </a:p>
                  </a:txBody>
                  <a:tcPr marL="144000" marR="144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73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Название</a:t>
                      </a:r>
                      <a:endParaRPr lang="en-US" sz="1600" dirty="0">
                        <a:latin typeface="VTB Group Book" panose="020B0503040504020204" pitchFamily="34" charset="-52"/>
                      </a:endParaRPr>
                    </a:p>
                  </a:txBody>
                  <a:tcPr marL="144000" marR="144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2750128"/>
                  </a:ext>
                </a:extLst>
              </a:tr>
              <a:tr h="4973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Название</a:t>
                      </a:r>
                      <a:endParaRPr lang="en-US" sz="1600" dirty="0">
                        <a:latin typeface="VTB Group Book" panose="020B0503040504020204" pitchFamily="34" charset="-52"/>
                      </a:endParaRPr>
                    </a:p>
                  </a:txBody>
                  <a:tcPr marL="144000" marR="144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ХХ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378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59787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to-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ame — фон [Figma 9887:64059:background]">
            <a:extLst>
              <a:ext uri="{FF2B5EF4-FFF2-40B4-BE49-F238E27FC236}">
                <a16:creationId xmlns:a16="http://schemas.microsoft.com/office/drawing/2014/main" id="{0F9C31B7-AF11-4EEC-A992-5D3467DF65D1}"/>
              </a:ext>
            </a:extLst>
          </p:cNvPr>
          <p:cNvSpPr/>
          <p:nvPr/>
        </p:nvSpPr>
        <p:spPr>
          <a:xfrm>
            <a:off x="6254594" y="1904952"/>
            <a:ext cx="5556111" cy="1149321"/>
          </a:xfrm>
          <a:prstGeom prst="roundRect">
            <a:avLst>
              <a:gd name="adj" fmla="val 8287"/>
            </a:avLst>
          </a:prstGeom>
          <a:solidFill>
            <a:srgbClr val="EAEDF5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Frame — фон [Figma 9887:64067:background]">
            <a:extLst>
              <a:ext uri="{FF2B5EF4-FFF2-40B4-BE49-F238E27FC236}">
                <a16:creationId xmlns:a16="http://schemas.microsoft.com/office/drawing/2014/main" id="{1793EB45-7603-4BF9-8B42-4FBB9CF4B8F1}"/>
              </a:ext>
            </a:extLst>
          </p:cNvPr>
          <p:cNvSpPr/>
          <p:nvPr/>
        </p:nvSpPr>
        <p:spPr>
          <a:xfrm>
            <a:off x="380990" y="3581310"/>
            <a:ext cx="2619310" cy="1466813"/>
          </a:xfrm>
          <a:prstGeom prst="roundRect">
            <a:avLst>
              <a:gd name="adj" fmla="val 6494"/>
            </a:avLst>
          </a:prstGeom>
          <a:solidFill>
            <a:srgbClr val="EAEDF5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Frame — фон [Figma 9887:64072:background]">
            <a:extLst>
              <a:ext uri="{FF2B5EF4-FFF2-40B4-BE49-F238E27FC236}">
                <a16:creationId xmlns:a16="http://schemas.microsoft.com/office/drawing/2014/main" id="{0FCE028B-1E8F-4892-8FD9-66E83FDFE9DD}"/>
              </a:ext>
            </a:extLst>
          </p:cNvPr>
          <p:cNvSpPr/>
          <p:nvPr/>
        </p:nvSpPr>
        <p:spPr>
          <a:xfrm>
            <a:off x="3317792" y="3581310"/>
            <a:ext cx="2619310" cy="1466813"/>
          </a:xfrm>
          <a:prstGeom prst="roundRect">
            <a:avLst>
              <a:gd name="adj" fmla="val 6494"/>
            </a:avLst>
          </a:prstGeom>
          <a:solidFill>
            <a:srgbClr val="EAEDF5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Frame — фон [Figma 9887:64080:background]">
            <a:extLst>
              <a:ext uri="{FF2B5EF4-FFF2-40B4-BE49-F238E27FC236}">
                <a16:creationId xmlns:a16="http://schemas.microsoft.com/office/drawing/2014/main" id="{7758D03C-BAB0-4486-A77B-7F35F0057D34}"/>
              </a:ext>
            </a:extLst>
          </p:cNvPr>
          <p:cNvSpPr/>
          <p:nvPr/>
        </p:nvSpPr>
        <p:spPr>
          <a:xfrm>
            <a:off x="9191395" y="3581310"/>
            <a:ext cx="2619310" cy="1466813"/>
          </a:xfrm>
          <a:prstGeom prst="roundRect">
            <a:avLst>
              <a:gd name="adj" fmla="val 6494"/>
            </a:avLst>
          </a:prstGeom>
          <a:solidFill>
            <a:srgbClr val="EAEDF5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E90E744D-56D6-4EB8-BCA5-75601D24C966}"/>
              </a:ext>
            </a:extLst>
          </p:cNvPr>
          <p:cNvSpPr/>
          <p:nvPr/>
        </p:nvSpPr>
        <p:spPr>
          <a:xfrm>
            <a:off x="382302" y="1904952"/>
            <a:ext cx="5554800" cy="1148400"/>
          </a:xfrm>
          <a:prstGeom prst="roundRect">
            <a:avLst>
              <a:gd name="adj" fmla="val 8946"/>
            </a:avLst>
          </a:prstGeom>
          <a:gradFill>
            <a:gsLst>
              <a:gs pos="30000">
                <a:schemeClr val="accent1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30" name="Прямоугольник: скругленные углы 29">
            <a:extLst>
              <a:ext uri="{FF2B5EF4-FFF2-40B4-BE49-F238E27FC236}">
                <a16:creationId xmlns:a16="http://schemas.microsoft.com/office/drawing/2014/main" id="{5B687359-DD56-4B5C-B771-2FC15E4DFAEF}"/>
              </a:ext>
            </a:extLst>
          </p:cNvPr>
          <p:cNvSpPr/>
          <p:nvPr/>
        </p:nvSpPr>
        <p:spPr>
          <a:xfrm>
            <a:off x="6253848" y="3595750"/>
            <a:ext cx="2620800" cy="1465200"/>
          </a:xfrm>
          <a:prstGeom prst="roundRect">
            <a:avLst>
              <a:gd name="adj" fmla="val 6021"/>
            </a:avLst>
          </a:prstGeom>
          <a:gradFill>
            <a:gsLst>
              <a:gs pos="30000">
                <a:schemeClr val="accent1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E3DB843C-43AE-41BB-9C01-AE0FC38671CD}"/>
              </a:ext>
            </a:extLst>
          </p:cNvPr>
          <p:cNvSpPr/>
          <p:nvPr/>
        </p:nvSpPr>
        <p:spPr>
          <a:xfrm>
            <a:off x="380705" y="5575842"/>
            <a:ext cx="11430000" cy="774000"/>
          </a:xfrm>
          <a:prstGeom prst="roundRect">
            <a:avLst>
              <a:gd name="adj" fmla="val 8946"/>
            </a:avLst>
          </a:prstGeom>
          <a:gradFill>
            <a:gsLst>
              <a:gs pos="30000">
                <a:schemeClr val="accent1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pic>
        <p:nvPicPr>
          <p:cNvPr id="32" name="Vector [Figma 9887:64054]" descr="Vector. векторный контур">
            <a:extLst>
              <a:ext uri="{FF2B5EF4-FFF2-40B4-BE49-F238E27FC236}">
                <a16:creationId xmlns:a16="http://schemas.microsoft.com/office/drawing/2014/main" id="{BED2E8B4-0FE0-4EEE-8928-E6522A4F3B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66814" y="1371566"/>
            <a:ext cx="6258066" cy="533387"/>
          </a:xfrm>
          <a:prstGeom prst="rect">
            <a:avLst/>
          </a:prstGeom>
        </p:spPr>
      </p:pic>
      <p:pic>
        <p:nvPicPr>
          <p:cNvPr id="33" name="Vector [Figma 9887:64063]" descr="Vector. векторный контур">
            <a:extLst>
              <a:ext uri="{FF2B5EF4-FFF2-40B4-BE49-F238E27FC236}">
                <a16:creationId xmlns:a16="http://schemas.microsoft.com/office/drawing/2014/main" id="{3A2C8BF0-A77E-4C9C-BF68-F70A04C2F4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75276" y="3311417"/>
            <a:ext cx="3216492" cy="267140"/>
          </a:xfrm>
          <a:prstGeom prst="rect">
            <a:avLst/>
          </a:prstGeom>
        </p:spPr>
      </p:pic>
      <p:pic>
        <p:nvPicPr>
          <p:cNvPr id="34" name="Vector [Figma 9887:64064]" descr="Vector. векторный контур">
            <a:extLst>
              <a:ext uri="{FF2B5EF4-FFF2-40B4-BE49-F238E27FC236}">
                <a16:creationId xmlns:a16="http://schemas.microsoft.com/office/drawing/2014/main" id="{9819B927-1317-4DD6-B522-6D22D48622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99927" y="3311417"/>
            <a:ext cx="3330789" cy="267140"/>
          </a:xfrm>
          <a:prstGeom prst="rect">
            <a:avLst/>
          </a:prstGeom>
        </p:spPr>
      </p:pic>
      <p:pic>
        <p:nvPicPr>
          <p:cNvPr id="35" name="Line [Figma 9887:64065]" descr="Line. векторный контур">
            <a:extLst>
              <a:ext uri="{FF2B5EF4-FFF2-40B4-BE49-F238E27FC236}">
                <a16:creationId xmlns:a16="http://schemas.microsoft.com/office/drawing/2014/main" id="{52F6B259-FD4A-4579-8986-84461DDB465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68438" y="3054274"/>
            <a:ext cx="73321" cy="527037"/>
          </a:xfrm>
          <a:prstGeom prst="rect">
            <a:avLst/>
          </a:prstGeom>
        </p:spPr>
      </p:pic>
      <p:pic>
        <p:nvPicPr>
          <p:cNvPr id="36" name="Line [Figma 9887:64083]" descr="Line. векторный контур">
            <a:extLst>
              <a:ext uri="{FF2B5EF4-FFF2-40B4-BE49-F238E27FC236}">
                <a16:creationId xmlns:a16="http://schemas.microsoft.com/office/drawing/2014/main" id="{8E035914-F874-4063-BFBD-B54F95415EC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477777" y="5048124"/>
            <a:ext cx="73321" cy="527037"/>
          </a:xfrm>
          <a:prstGeom prst="rect">
            <a:avLst/>
          </a:prstGeom>
        </p:spPr>
      </p:pic>
      <p:pic>
        <p:nvPicPr>
          <p:cNvPr id="37" name="Line [Figma 9887:64084]" descr="Line. векторный контур">
            <a:extLst>
              <a:ext uri="{FF2B5EF4-FFF2-40B4-BE49-F238E27FC236}">
                <a16:creationId xmlns:a16="http://schemas.microsoft.com/office/drawing/2014/main" id="{935941E7-1D5A-4A2D-B8D6-3D32ED3B744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532050" y="5048124"/>
            <a:ext cx="73321" cy="527037"/>
          </a:xfrm>
          <a:prstGeom prst="rect">
            <a:avLst/>
          </a:prstGeom>
        </p:spPr>
      </p:pic>
      <p:pic>
        <p:nvPicPr>
          <p:cNvPr id="38" name="Line [Figma 9887:64085]" descr="Line. векторный контур">
            <a:extLst>
              <a:ext uri="{FF2B5EF4-FFF2-40B4-BE49-F238E27FC236}">
                <a16:creationId xmlns:a16="http://schemas.microsoft.com/office/drawing/2014/main" id="{4F5ECB7F-8BD0-4156-A5AB-5A2205CB9D7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586324" y="5048124"/>
            <a:ext cx="73321" cy="527037"/>
          </a:xfrm>
          <a:prstGeom prst="rect">
            <a:avLst/>
          </a:prstGeom>
        </p:spPr>
      </p:pic>
      <p:pic>
        <p:nvPicPr>
          <p:cNvPr id="39" name="Line [Figma 9887:64086]" descr="Line. векторный контур">
            <a:extLst>
              <a:ext uri="{FF2B5EF4-FFF2-40B4-BE49-F238E27FC236}">
                <a16:creationId xmlns:a16="http://schemas.microsoft.com/office/drawing/2014/main" id="{E0CA5850-33E0-44EF-BBC2-EB1191C0039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670911" y="5048124"/>
            <a:ext cx="12700" cy="527037"/>
          </a:xfrm>
          <a:prstGeom prst="rect">
            <a:avLst/>
          </a:prstGeom>
        </p:spPr>
      </p:pic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916F608-0E4B-45CA-857D-337DC124E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43F776-FAC9-4DD3-B862-AD568B060021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pPr>
              <a:defRPr/>
            </a:pPr>
            <a:fld id="{E9794C1B-C881-42F5-9B4F-0D6130829943}" type="slidenum">
              <a:rPr lang="ru-RU" smtClean="0"/>
              <a:pPr>
                <a:defRPr/>
              </a:pPr>
              <a:t>39</a:t>
            </a:fld>
            <a:endParaRPr lang="ru-RU" dirty="0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3661DF0B-A406-438B-89D2-1E86C2ACA7A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A222BB0A-1BA4-4EAD-83D9-4F6334F7CE2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2AD1FB1-95EA-49F0-A565-217DBDF4F18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B5F0EA96-A3B5-4A57-BA3C-74D0BFB9291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4D83AB78-0155-4580-B4BF-4C40CD1DB3E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818FEDF8-CA00-4EDE-8FBC-CF385F3A870D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8F576663-694A-496D-8743-C9204FE3CBF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931440A1-EB96-4FF1-AB1F-86A9AB1FC70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62ED4605-9DB0-40D0-9C1D-2AA1FCFF985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1FB10D74-B521-4956-903B-2306F230ADF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1" name="Текст 20">
            <a:extLst>
              <a:ext uri="{FF2B5EF4-FFF2-40B4-BE49-F238E27FC236}">
                <a16:creationId xmlns:a16="http://schemas.microsoft.com/office/drawing/2014/main" id="{4EBD6EDD-9FB0-4A9C-8761-FC07B3CACC2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2" name="Текст 21">
            <a:extLst>
              <a:ext uri="{FF2B5EF4-FFF2-40B4-BE49-F238E27FC236}">
                <a16:creationId xmlns:a16="http://schemas.microsoft.com/office/drawing/2014/main" id="{54C640A2-8D84-4D8D-9F5F-CDF029C7FC5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128AC543-61A8-40A8-8013-C48E4089275A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4" name="Текст 23">
            <a:extLst>
              <a:ext uri="{FF2B5EF4-FFF2-40B4-BE49-F238E27FC236}">
                <a16:creationId xmlns:a16="http://schemas.microsoft.com/office/drawing/2014/main" id="{8CA29234-79CC-4E39-A2C8-042750FC7D1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66579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to-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ard — фон [Figma 9043:6401:background]">
            <a:extLst>
              <a:ext uri="{FF2B5EF4-FFF2-40B4-BE49-F238E27FC236}">
                <a16:creationId xmlns:a16="http://schemas.microsoft.com/office/drawing/2014/main" id="{22807317-15DD-4D81-A039-77C3C8E68E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6950" y="1930400"/>
            <a:ext cx="2641600" cy="1689100"/>
          </a:xfrm>
          <a:prstGeom prst="roundRect">
            <a:avLst>
              <a:gd name="adj" fmla="val 5639"/>
            </a:avLst>
          </a:prstGeom>
          <a:solidFill>
            <a:srgbClr val="EAEDF5">
              <a:alpha val="50195"/>
            </a:srgbClr>
          </a:solidFill>
          <a:ln w="12700">
            <a:solidFill>
              <a:srgbClr val="FFFFFF">
                <a:alpha val="0"/>
              </a:srgbClr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TB Group"/>
              </a:defRPr>
            </a:lvl1pPr>
            <a:lvl2pPr marL="742950" indent="-285750">
              <a:defRPr>
                <a:solidFill>
                  <a:schemeClr val="tx1"/>
                </a:solidFill>
                <a:latin typeface="VTB Group"/>
              </a:defRPr>
            </a:lvl2pPr>
            <a:lvl3pPr marL="1143000" indent="-228600">
              <a:defRPr>
                <a:solidFill>
                  <a:schemeClr val="tx1"/>
                </a:solidFill>
                <a:latin typeface="VTB Group"/>
              </a:defRPr>
            </a:lvl3pPr>
            <a:lvl4pPr marL="1600200" indent="-228600">
              <a:defRPr>
                <a:solidFill>
                  <a:schemeClr val="tx1"/>
                </a:solidFill>
                <a:latin typeface="VTB Group"/>
              </a:defRPr>
            </a:lvl4pPr>
            <a:lvl5pPr marL="2057400" indent="-228600">
              <a:defRPr>
                <a:solidFill>
                  <a:schemeClr val="tx1"/>
                </a:solidFill>
                <a:latin typeface="VTB Group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9pPr>
          </a:lstStyle>
          <a:p>
            <a:endParaRPr lang="ru-RU" altLang="ru-RU" dirty="0">
              <a:latin typeface="VTB Group Book" panose="020B0503040504020204" pitchFamily="34" charset="-52"/>
            </a:endParaRPr>
          </a:p>
        </p:txBody>
      </p:sp>
      <p:sp>
        <p:nvSpPr>
          <p:cNvPr id="19" name="Card — фон [Figma 9043:6407:background]">
            <a:extLst>
              <a:ext uri="{FF2B5EF4-FFF2-40B4-BE49-F238E27FC236}">
                <a16:creationId xmlns:a16="http://schemas.microsoft.com/office/drawing/2014/main" id="{03FCBD40-1C61-495B-B0FD-D55037E320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6950" y="4216400"/>
            <a:ext cx="2641600" cy="1689100"/>
          </a:xfrm>
          <a:prstGeom prst="roundRect">
            <a:avLst>
              <a:gd name="adj" fmla="val 5639"/>
            </a:avLst>
          </a:prstGeom>
          <a:solidFill>
            <a:srgbClr val="EAEDF5">
              <a:alpha val="50195"/>
            </a:srgbClr>
          </a:solidFill>
          <a:ln w="12700">
            <a:solidFill>
              <a:srgbClr val="FFFFFF">
                <a:alpha val="0"/>
              </a:srgbClr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TB Group"/>
              </a:defRPr>
            </a:lvl1pPr>
            <a:lvl2pPr marL="742950" indent="-285750">
              <a:defRPr>
                <a:solidFill>
                  <a:schemeClr val="tx1"/>
                </a:solidFill>
                <a:latin typeface="VTB Group"/>
              </a:defRPr>
            </a:lvl2pPr>
            <a:lvl3pPr marL="1143000" indent="-228600">
              <a:defRPr>
                <a:solidFill>
                  <a:schemeClr val="tx1"/>
                </a:solidFill>
                <a:latin typeface="VTB Group"/>
              </a:defRPr>
            </a:lvl3pPr>
            <a:lvl4pPr marL="1600200" indent="-228600">
              <a:defRPr>
                <a:solidFill>
                  <a:schemeClr val="tx1"/>
                </a:solidFill>
                <a:latin typeface="VTB Group"/>
              </a:defRPr>
            </a:lvl4pPr>
            <a:lvl5pPr marL="2057400" indent="-228600">
              <a:defRPr>
                <a:solidFill>
                  <a:schemeClr val="tx1"/>
                </a:solidFill>
                <a:latin typeface="VTB Group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9pPr>
          </a:lstStyle>
          <a:p>
            <a:endParaRPr lang="ru-RU" altLang="ru-RU" dirty="0">
              <a:latin typeface="VTB Group Book" panose="020B0503040504020204" pitchFamily="34" charset="-52"/>
            </a:endParaRPr>
          </a:p>
        </p:txBody>
      </p:sp>
      <p:sp>
        <p:nvSpPr>
          <p:cNvPr id="20" name="Card — фон [Figma 9043:6413:background]">
            <a:extLst>
              <a:ext uri="{FF2B5EF4-FFF2-40B4-BE49-F238E27FC236}">
                <a16:creationId xmlns:a16="http://schemas.microsoft.com/office/drawing/2014/main" id="{080F4A75-D5FA-437A-BB9A-3295D12E2B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1950" y="1930400"/>
            <a:ext cx="3829050" cy="1689100"/>
          </a:xfrm>
          <a:prstGeom prst="roundRect">
            <a:avLst>
              <a:gd name="adj" fmla="val 5639"/>
            </a:avLst>
          </a:prstGeom>
          <a:solidFill>
            <a:srgbClr val="EAEDF5">
              <a:alpha val="50195"/>
            </a:srgbClr>
          </a:solidFill>
          <a:ln w="12700">
            <a:solidFill>
              <a:srgbClr val="FFFFFF">
                <a:alpha val="0"/>
              </a:srgbClr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TB Group"/>
              </a:defRPr>
            </a:lvl1pPr>
            <a:lvl2pPr marL="742950" indent="-285750">
              <a:defRPr>
                <a:solidFill>
                  <a:schemeClr val="tx1"/>
                </a:solidFill>
                <a:latin typeface="VTB Group"/>
              </a:defRPr>
            </a:lvl2pPr>
            <a:lvl3pPr marL="1143000" indent="-228600">
              <a:defRPr>
                <a:solidFill>
                  <a:schemeClr val="tx1"/>
                </a:solidFill>
                <a:latin typeface="VTB Group"/>
              </a:defRPr>
            </a:lvl3pPr>
            <a:lvl4pPr marL="1600200" indent="-228600">
              <a:defRPr>
                <a:solidFill>
                  <a:schemeClr val="tx1"/>
                </a:solidFill>
                <a:latin typeface="VTB Group"/>
              </a:defRPr>
            </a:lvl4pPr>
            <a:lvl5pPr marL="2057400" indent="-228600">
              <a:defRPr>
                <a:solidFill>
                  <a:schemeClr val="tx1"/>
                </a:solidFill>
                <a:latin typeface="VTB Group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9pPr>
          </a:lstStyle>
          <a:p>
            <a:endParaRPr lang="ru-RU" altLang="ru-RU" dirty="0">
              <a:latin typeface="VTB Group Book" panose="020B0503040504020204" pitchFamily="34" charset="-52"/>
            </a:endParaRP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1345A22E-C12E-4F11-B9EE-50CCABA6C1E1}"/>
              </a:ext>
            </a:extLst>
          </p:cNvPr>
          <p:cNvSpPr/>
          <p:nvPr/>
        </p:nvSpPr>
        <p:spPr>
          <a:xfrm>
            <a:off x="371475" y="3195638"/>
            <a:ext cx="3382963" cy="1449387"/>
          </a:xfrm>
          <a:prstGeom prst="roundRect">
            <a:avLst>
              <a:gd name="adj" fmla="val 6803"/>
            </a:avLst>
          </a:prstGeom>
          <a:gradFill flip="none" rotWithShape="1">
            <a:gsLst>
              <a:gs pos="30000">
                <a:schemeClr val="accent1"/>
              </a:gs>
              <a:gs pos="100000">
                <a:schemeClr val="accent4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22" name="Card — фон [Figma 9043:6422:background]">
            <a:extLst>
              <a:ext uri="{FF2B5EF4-FFF2-40B4-BE49-F238E27FC236}">
                <a16:creationId xmlns:a16="http://schemas.microsoft.com/office/drawing/2014/main" id="{B1BF6F54-5DF2-466C-85D1-A1F54F539F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1950" y="4216400"/>
            <a:ext cx="3829050" cy="1689100"/>
          </a:xfrm>
          <a:prstGeom prst="roundRect">
            <a:avLst>
              <a:gd name="adj" fmla="val 5639"/>
            </a:avLst>
          </a:prstGeom>
          <a:solidFill>
            <a:srgbClr val="EAEDF5">
              <a:alpha val="50195"/>
            </a:srgbClr>
          </a:solidFill>
          <a:ln w="12700">
            <a:solidFill>
              <a:srgbClr val="FFFFFF">
                <a:alpha val="0"/>
              </a:srgbClr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TB Group"/>
              </a:defRPr>
            </a:lvl1pPr>
            <a:lvl2pPr marL="742950" indent="-285750">
              <a:defRPr>
                <a:solidFill>
                  <a:schemeClr val="tx1"/>
                </a:solidFill>
                <a:latin typeface="VTB Group"/>
              </a:defRPr>
            </a:lvl2pPr>
            <a:lvl3pPr marL="1143000" indent="-228600">
              <a:defRPr>
                <a:solidFill>
                  <a:schemeClr val="tx1"/>
                </a:solidFill>
                <a:latin typeface="VTB Group"/>
              </a:defRPr>
            </a:lvl3pPr>
            <a:lvl4pPr marL="1600200" indent="-228600">
              <a:defRPr>
                <a:solidFill>
                  <a:schemeClr val="tx1"/>
                </a:solidFill>
                <a:latin typeface="VTB Group"/>
              </a:defRPr>
            </a:lvl4pPr>
            <a:lvl5pPr marL="2057400" indent="-228600">
              <a:defRPr>
                <a:solidFill>
                  <a:schemeClr val="tx1"/>
                </a:solidFill>
                <a:latin typeface="VTB Group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TB Group"/>
              </a:defRPr>
            </a:lvl9pPr>
          </a:lstStyle>
          <a:p>
            <a:endParaRPr lang="ru-RU" altLang="ru-RU" dirty="0">
              <a:latin typeface="VTB Group Book" panose="020B0503040504020204" pitchFamily="34" charset="-52"/>
            </a:endParaRPr>
          </a:p>
        </p:txBody>
      </p:sp>
      <p:sp>
        <p:nvSpPr>
          <p:cNvPr id="4" name="Полилиния: фигура 3">
            <a:extLst>
              <a:ext uri="{FF2B5EF4-FFF2-40B4-BE49-F238E27FC236}">
                <a16:creationId xmlns:a16="http://schemas.microsoft.com/office/drawing/2014/main" id="{84528682-3E3A-492B-8598-E4765BB270C2}"/>
              </a:ext>
            </a:extLst>
          </p:cNvPr>
          <p:cNvSpPr/>
          <p:nvPr/>
        </p:nvSpPr>
        <p:spPr>
          <a:xfrm>
            <a:off x="4279793" y="2712820"/>
            <a:ext cx="527037" cy="2381790"/>
          </a:xfrm>
          <a:custGeom>
            <a:avLst/>
            <a:gdLst>
              <a:gd name="connsiteX0" fmla="*/ 527037 w 527037"/>
              <a:gd name="connsiteY0" fmla="*/ 2345171 h 2381790"/>
              <a:gd name="connsiteX1" fmla="*/ 463539 w 527037"/>
              <a:gd name="connsiteY1" fmla="*/ 2308557 h 2381790"/>
              <a:gd name="connsiteX2" fmla="*/ 463539 w 527037"/>
              <a:gd name="connsiteY2" fmla="*/ 2381791 h 2381790"/>
              <a:gd name="connsiteX3" fmla="*/ 527037 w 527037"/>
              <a:gd name="connsiteY3" fmla="*/ 2345171 h 2381790"/>
              <a:gd name="connsiteX4" fmla="*/ 6350 w 527037"/>
              <a:gd name="connsiteY4" fmla="*/ 2345171 h 2381790"/>
              <a:gd name="connsiteX5" fmla="*/ 0 w 527037"/>
              <a:gd name="connsiteY5" fmla="*/ 2345171 h 2381790"/>
              <a:gd name="connsiteX6" fmla="*/ 0 w 527037"/>
              <a:gd name="connsiteY6" fmla="*/ 2351513 h 2381790"/>
              <a:gd name="connsiteX7" fmla="*/ 6350 w 527037"/>
              <a:gd name="connsiteY7" fmla="*/ 2351513 h 2381790"/>
              <a:gd name="connsiteX8" fmla="*/ 6350 w 527037"/>
              <a:gd name="connsiteY8" fmla="*/ 2345171 h 2381790"/>
              <a:gd name="connsiteX9" fmla="*/ 6350 w 527037"/>
              <a:gd name="connsiteY9" fmla="*/ 36617 h 2381790"/>
              <a:gd name="connsiteX10" fmla="*/ 6350 w 527037"/>
              <a:gd name="connsiteY10" fmla="*/ 30274 h 2381790"/>
              <a:gd name="connsiteX11" fmla="*/ 0 w 527037"/>
              <a:gd name="connsiteY11" fmla="*/ 30274 h 2381790"/>
              <a:gd name="connsiteX12" fmla="*/ 0 w 527037"/>
              <a:gd name="connsiteY12" fmla="*/ 36617 h 2381790"/>
              <a:gd name="connsiteX13" fmla="*/ 6350 w 527037"/>
              <a:gd name="connsiteY13" fmla="*/ 36617 h 2381790"/>
              <a:gd name="connsiteX14" fmla="*/ 527037 w 527037"/>
              <a:gd name="connsiteY14" fmla="*/ 36617 h 2381790"/>
              <a:gd name="connsiteX15" fmla="*/ 463539 w 527037"/>
              <a:gd name="connsiteY15" fmla="*/ 0 h 2381790"/>
              <a:gd name="connsiteX16" fmla="*/ 463539 w 527037"/>
              <a:gd name="connsiteY16" fmla="*/ 73233 h 2381790"/>
              <a:gd name="connsiteX17" fmla="*/ 527037 w 527037"/>
              <a:gd name="connsiteY17" fmla="*/ 36617 h 2381790"/>
              <a:gd name="connsiteX18" fmla="*/ 469888 w 527037"/>
              <a:gd name="connsiteY18" fmla="*/ 2345171 h 2381790"/>
              <a:gd name="connsiteX19" fmla="*/ 469888 w 527037"/>
              <a:gd name="connsiteY19" fmla="*/ 2338829 h 2381790"/>
              <a:gd name="connsiteX20" fmla="*/ 6350 w 527037"/>
              <a:gd name="connsiteY20" fmla="*/ 2338829 h 2381790"/>
              <a:gd name="connsiteX21" fmla="*/ 6350 w 527037"/>
              <a:gd name="connsiteY21" fmla="*/ 2345171 h 2381790"/>
              <a:gd name="connsiteX22" fmla="*/ 6350 w 527037"/>
              <a:gd name="connsiteY22" fmla="*/ 2351513 h 2381790"/>
              <a:gd name="connsiteX23" fmla="*/ 469888 w 527037"/>
              <a:gd name="connsiteY23" fmla="*/ 2351513 h 2381790"/>
              <a:gd name="connsiteX24" fmla="*/ 469888 w 527037"/>
              <a:gd name="connsiteY24" fmla="*/ 2345171 h 2381790"/>
              <a:gd name="connsiteX25" fmla="*/ 6350 w 527037"/>
              <a:gd name="connsiteY25" fmla="*/ 2345171 h 2381790"/>
              <a:gd name="connsiteX26" fmla="*/ 12700 w 527037"/>
              <a:gd name="connsiteY26" fmla="*/ 2345171 h 2381790"/>
              <a:gd name="connsiteX27" fmla="*/ 12700 w 527037"/>
              <a:gd name="connsiteY27" fmla="*/ 36617 h 2381790"/>
              <a:gd name="connsiteX28" fmla="*/ 6350 w 527037"/>
              <a:gd name="connsiteY28" fmla="*/ 36617 h 2381790"/>
              <a:gd name="connsiteX29" fmla="*/ 0 w 527037"/>
              <a:gd name="connsiteY29" fmla="*/ 36617 h 2381790"/>
              <a:gd name="connsiteX30" fmla="*/ 0 w 527037"/>
              <a:gd name="connsiteY30" fmla="*/ 2345171 h 2381790"/>
              <a:gd name="connsiteX31" fmla="*/ 6350 w 527037"/>
              <a:gd name="connsiteY31" fmla="*/ 2345171 h 2381790"/>
              <a:gd name="connsiteX32" fmla="*/ 6350 w 527037"/>
              <a:gd name="connsiteY32" fmla="*/ 36617 h 2381790"/>
              <a:gd name="connsiteX33" fmla="*/ 6350 w 527037"/>
              <a:gd name="connsiteY33" fmla="*/ 42959 h 2381790"/>
              <a:gd name="connsiteX34" fmla="*/ 469888 w 527037"/>
              <a:gd name="connsiteY34" fmla="*/ 42959 h 2381790"/>
              <a:gd name="connsiteX35" fmla="*/ 469888 w 527037"/>
              <a:gd name="connsiteY35" fmla="*/ 36617 h 2381790"/>
              <a:gd name="connsiteX36" fmla="*/ 469888 w 527037"/>
              <a:gd name="connsiteY36" fmla="*/ 30274 h 2381790"/>
              <a:gd name="connsiteX37" fmla="*/ 6350 w 527037"/>
              <a:gd name="connsiteY37" fmla="*/ 30274 h 2381790"/>
              <a:gd name="connsiteX38" fmla="*/ 6350 w 527037"/>
              <a:gd name="connsiteY38" fmla="*/ 36617 h 2381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527037" h="2381790">
                <a:moveTo>
                  <a:pt x="527037" y="2345171"/>
                </a:moveTo>
                <a:lnTo>
                  <a:pt x="463539" y="2308557"/>
                </a:lnTo>
                <a:lnTo>
                  <a:pt x="463539" y="2381791"/>
                </a:lnTo>
                <a:lnTo>
                  <a:pt x="527037" y="2345171"/>
                </a:lnTo>
                <a:close/>
                <a:moveTo>
                  <a:pt x="6350" y="2345171"/>
                </a:moveTo>
                <a:lnTo>
                  <a:pt x="0" y="2345171"/>
                </a:lnTo>
                <a:lnTo>
                  <a:pt x="0" y="2351513"/>
                </a:lnTo>
                <a:lnTo>
                  <a:pt x="6350" y="2351513"/>
                </a:lnTo>
                <a:lnTo>
                  <a:pt x="6350" y="2345171"/>
                </a:lnTo>
                <a:close/>
                <a:moveTo>
                  <a:pt x="6350" y="36617"/>
                </a:moveTo>
                <a:lnTo>
                  <a:pt x="6350" y="30274"/>
                </a:lnTo>
                <a:lnTo>
                  <a:pt x="0" y="30274"/>
                </a:lnTo>
                <a:lnTo>
                  <a:pt x="0" y="36617"/>
                </a:lnTo>
                <a:lnTo>
                  <a:pt x="6350" y="36617"/>
                </a:lnTo>
                <a:close/>
                <a:moveTo>
                  <a:pt x="527037" y="36617"/>
                </a:moveTo>
                <a:lnTo>
                  <a:pt x="463539" y="0"/>
                </a:lnTo>
                <a:lnTo>
                  <a:pt x="463539" y="73233"/>
                </a:lnTo>
                <a:lnTo>
                  <a:pt x="527037" y="36617"/>
                </a:lnTo>
                <a:close/>
                <a:moveTo>
                  <a:pt x="469888" y="2345171"/>
                </a:moveTo>
                <a:lnTo>
                  <a:pt x="469888" y="2338829"/>
                </a:lnTo>
                <a:lnTo>
                  <a:pt x="6350" y="2338829"/>
                </a:lnTo>
                <a:lnTo>
                  <a:pt x="6350" y="2345171"/>
                </a:lnTo>
                <a:lnTo>
                  <a:pt x="6350" y="2351513"/>
                </a:lnTo>
                <a:lnTo>
                  <a:pt x="469888" y="2351513"/>
                </a:lnTo>
                <a:lnTo>
                  <a:pt x="469888" y="2345171"/>
                </a:lnTo>
                <a:close/>
                <a:moveTo>
                  <a:pt x="6350" y="2345171"/>
                </a:moveTo>
                <a:lnTo>
                  <a:pt x="12700" y="2345171"/>
                </a:lnTo>
                <a:lnTo>
                  <a:pt x="12700" y="36617"/>
                </a:lnTo>
                <a:lnTo>
                  <a:pt x="6350" y="36617"/>
                </a:lnTo>
                <a:lnTo>
                  <a:pt x="0" y="36617"/>
                </a:lnTo>
                <a:lnTo>
                  <a:pt x="0" y="2345171"/>
                </a:lnTo>
                <a:lnTo>
                  <a:pt x="6350" y="2345171"/>
                </a:lnTo>
                <a:close/>
                <a:moveTo>
                  <a:pt x="6350" y="36617"/>
                </a:moveTo>
                <a:lnTo>
                  <a:pt x="6350" y="42959"/>
                </a:lnTo>
                <a:lnTo>
                  <a:pt x="469888" y="42959"/>
                </a:lnTo>
                <a:lnTo>
                  <a:pt x="469888" y="36617"/>
                </a:lnTo>
                <a:lnTo>
                  <a:pt x="469888" y="30274"/>
                </a:lnTo>
                <a:lnTo>
                  <a:pt x="6350" y="30274"/>
                </a:lnTo>
                <a:lnTo>
                  <a:pt x="6350" y="36617"/>
                </a:lnTo>
                <a:close/>
              </a:path>
            </a:pathLst>
          </a:custGeom>
          <a:solidFill>
            <a:srgbClr val="ACB6C3"/>
          </a:solidFill>
          <a:ln w="6312" cap="flat">
            <a:solidFill>
              <a:schemeClr val="accent5"/>
            </a:solidFill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5" name="Полилиния: фигура 4">
            <a:extLst>
              <a:ext uri="{FF2B5EF4-FFF2-40B4-BE49-F238E27FC236}">
                <a16:creationId xmlns:a16="http://schemas.microsoft.com/office/drawing/2014/main" id="{99FFCDFD-FF10-447B-9405-8F1990B5D0F5}"/>
              </a:ext>
            </a:extLst>
          </p:cNvPr>
          <p:cNvSpPr/>
          <p:nvPr/>
        </p:nvSpPr>
        <p:spPr>
          <a:xfrm>
            <a:off x="3752756" y="3867099"/>
            <a:ext cx="531697" cy="73233"/>
          </a:xfrm>
          <a:custGeom>
            <a:avLst/>
            <a:gdLst>
              <a:gd name="connsiteX0" fmla="*/ 531697 w 531697"/>
              <a:gd name="connsiteY0" fmla="*/ 36613 h 73233"/>
              <a:gd name="connsiteX1" fmla="*/ 468199 w 531697"/>
              <a:gd name="connsiteY1" fmla="*/ 0 h 73233"/>
              <a:gd name="connsiteX2" fmla="*/ 468199 w 531697"/>
              <a:gd name="connsiteY2" fmla="*/ 73233 h 73233"/>
              <a:gd name="connsiteX3" fmla="*/ 531697 w 531697"/>
              <a:gd name="connsiteY3" fmla="*/ 36613 h 73233"/>
              <a:gd name="connsiteX4" fmla="*/ 0 w 531697"/>
              <a:gd name="connsiteY4" fmla="*/ 36613 h 73233"/>
              <a:gd name="connsiteX5" fmla="*/ 0 w 531697"/>
              <a:gd name="connsiteY5" fmla="*/ 42956 h 73233"/>
              <a:gd name="connsiteX6" fmla="*/ 474549 w 531697"/>
              <a:gd name="connsiteY6" fmla="*/ 42956 h 73233"/>
              <a:gd name="connsiteX7" fmla="*/ 474549 w 531697"/>
              <a:gd name="connsiteY7" fmla="*/ 36613 h 73233"/>
              <a:gd name="connsiteX8" fmla="*/ 474549 w 531697"/>
              <a:gd name="connsiteY8" fmla="*/ 30271 h 73233"/>
              <a:gd name="connsiteX9" fmla="*/ 0 w 531697"/>
              <a:gd name="connsiteY9" fmla="*/ 30271 h 73233"/>
              <a:gd name="connsiteX10" fmla="*/ 0 w 531697"/>
              <a:gd name="connsiteY10" fmla="*/ 36613 h 73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31697" h="73233">
                <a:moveTo>
                  <a:pt x="531697" y="36613"/>
                </a:moveTo>
                <a:lnTo>
                  <a:pt x="468199" y="0"/>
                </a:lnTo>
                <a:lnTo>
                  <a:pt x="468199" y="73233"/>
                </a:lnTo>
                <a:lnTo>
                  <a:pt x="531697" y="36613"/>
                </a:lnTo>
                <a:close/>
                <a:moveTo>
                  <a:pt x="0" y="36613"/>
                </a:moveTo>
                <a:lnTo>
                  <a:pt x="0" y="42956"/>
                </a:lnTo>
                <a:lnTo>
                  <a:pt x="474549" y="42956"/>
                </a:lnTo>
                <a:lnTo>
                  <a:pt x="474549" y="36613"/>
                </a:lnTo>
                <a:lnTo>
                  <a:pt x="474549" y="30271"/>
                </a:lnTo>
                <a:lnTo>
                  <a:pt x="0" y="30271"/>
                </a:lnTo>
                <a:lnTo>
                  <a:pt x="0" y="36613"/>
                </a:lnTo>
                <a:close/>
              </a:path>
            </a:pathLst>
          </a:custGeom>
          <a:solidFill>
            <a:srgbClr val="ACB6C3"/>
          </a:solidFill>
          <a:ln w="6312" cap="flat">
            <a:solidFill>
              <a:schemeClr val="accent5"/>
            </a:solidFill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24" name="Vector 166 [Figma 9887:47604]" descr="Vector 166. векторный контур">
            <a:extLst>
              <a:ext uri="{FF2B5EF4-FFF2-40B4-BE49-F238E27FC236}">
                <a16:creationId xmlns:a16="http://schemas.microsoft.com/office/drawing/2014/main" id="{E4DC4A55-0506-4283-8A91-9E7E4AF283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48364" y="2712821"/>
            <a:ext cx="533387" cy="73321"/>
          </a:xfrm>
          <a:prstGeom prst="rect">
            <a:avLst/>
          </a:prstGeom>
        </p:spPr>
      </p:pic>
      <p:pic>
        <p:nvPicPr>
          <p:cNvPr id="25" name="Vector 167 [Figma 9887:47605]" descr="Vector 167. векторный контур">
            <a:extLst>
              <a:ext uri="{FF2B5EF4-FFF2-40B4-BE49-F238E27FC236}">
                <a16:creationId xmlns:a16="http://schemas.microsoft.com/office/drawing/2014/main" id="{D08E649B-87D0-48B5-A6E3-3F6AE7113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48364" y="5024163"/>
            <a:ext cx="533387" cy="73321"/>
          </a:xfrm>
          <a:prstGeom prst="rect">
            <a:avLst/>
          </a:prstGeom>
        </p:spPr>
      </p:pic>
      <p:sp>
        <p:nvSpPr>
          <p:cNvPr id="31" name="Заголовок 30">
            <a:extLst>
              <a:ext uri="{FF2B5EF4-FFF2-40B4-BE49-F238E27FC236}">
                <a16:creationId xmlns:a16="http://schemas.microsoft.com/office/drawing/2014/main" id="{BE3EEB33-6BA5-4CF3-A949-17C06E5C1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34" name="Текст 33">
            <a:extLst>
              <a:ext uri="{FF2B5EF4-FFF2-40B4-BE49-F238E27FC236}">
                <a16:creationId xmlns:a16="http://schemas.microsoft.com/office/drawing/2014/main" id="{12A8BDFF-A4A7-45AF-B869-C0F886B5EF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C59225FA-C9EE-40DC-B6E9-E8A9F0AA17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3" name="Текст 32">
            <a:extLst>
              <a:ext uri="{FF2B5EF4-FFF2-40B4-BE49-F238E27FC236}">
                <a16:creationId xmlns:a16="http://schemas.microsoft.com/office/drawing/2014/main" id="{7D4DFE38-E42F-4B48-ADA5-7FA8119B414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5" name="Текст 34">
            <a:extLst>
              <a:ext uri="{FF2B5EF4-FFF2-40B4-BE49-F238E27FC236}">
                <a16:creationId xmlns:a16="http://schemas.microsoft.com/office/drawing/2014/main" id="{D06E88D3-5272-40F4-82E7-D9570D7163B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896F2FB4-31CB-4EF8-8F96-98457CCAFC1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7" name="Текст 36">
            <a:extLst>
              <a:ext uri="{FF2B5EF4-FFF2-40B4-BE49-F238E27FC236}">
                <a16:creationId xmlns:a16="http://schemas.microsoft.com/office/drawing/2014/main" id="{F27AD039-956A-43C0-9ED4-2700A2BEE23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8" name="Текст 37">
            <a:extLst>
              <a:ext uri="{FF2B5EF4-FFF2-40B4-BE49-F238E27FC236}">
                <a16:creationId xmlns:a16="http://schemas.microsoft.com/office/drawing/2014/main" id="{BC322615-99E8-4196-B232-3AEB5AED703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9" name="Текст 38">
            <a:extLst>
              <a:ext uri="{FF2B5EF4-FFF2-40B4-BE49-F238E27FC236}">
                <a16:creationId xmlns:a16="http://schemas.microsoft.com/office/drawing/2014/main" id="{B1D3A03C-CD34-43E8-AA16-26A34736C0F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543F776-FAC9-4DD3-B862-AD568B060021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pPr>
              <a:defRPr/>
            </a:pPr>
            <a:fld id="{E9794C1B-C881-42F5-9B4F-0D6130829943}" type="slidenum">
              <a:rPr lang="ru-RU" smtClean="0"/>
              <a:pPr>
                <a:defRPr/>
              </a:pPr>
              <a:t>40</a:t>
            </a:fld>
            <a:endParaRPr lang="ru-RU" dirty="0"/>
          </a:p>
        </p:txBody>
      </p: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223B699A-F1D3-4613-BBBE-81AFFCD04CBA}"/>
              </a:ext>
            </a:extLst>
          </p:cNvPr>
          <p:cNvGrpSpPr/>
          <p:nvPr/>
        </p:nvGrpSpPr>
        <p:grpSpPr>
          <a:xfrm>
            <a:off x="4999340" y="2135556"/>
            <a:ext cx="324068" cy="324065"/>
            <a:chOff x="4999340" y="2135556"/>
            <a:chExt cx="324068" cy="324065"/>
          </a:xfrm>
        </p:grpSpPr>
        <p:pic>
          <p:nvPicPr>
            <p:cNvPr id="41" name="Star 3 (Stroke) [Figma I9887:47609;7965:11807]" descr="Star 3 (Stroke). векторный контур">
              <a:extLst>
                <a:ext uri="{FF2B5EF4-FFF2-40B4-BE49-F238E27FC236}">
                  <a16:creationId xmlns:a16="http://schemas.microsoft.com/office/drawing/2014/main" id="{C340A52A-56CB-4226-846A-2995FAD17C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999340" y="2135556"/>
              <a:ext cx="324068" cy="324065"/>
            </a:xfrm>
            <a:prstGeom prst="rect">
              <a:avLst/>
            </a:prstGeom>
          </p:spPr>
        </p:pic>
        <p:pic>
          <p:nvPicPr>
            <p:cNvPr id="42" name="Vector 32 (Stroke) [Figma I9887:47609;7965:11808]" descr="Vector 32 (Stroke). векторный контур">
              <a:extLst>
                <a:ext uri="{FF2B5EF4-FFF2-40B4-BE49-F238E27FC236}">
                  <a16:creationId xmlns:a16="http://schemas.microsoft.com/office/drawing/2014/main" id="{2981F7EB-A0A2-493C-80A5-76C16851FF6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098950" y="2252433"/>
              <a:ext cx="123518" cy="90981"/>
            </a:xfrm>
            <a:prstGeom prst="rect">
              <a:avLst/>
            </a:prstGeom>
          </p:spPr>
        </p:pic>
      </p:grpSp>
      <p:grpSp>
        <p:nvGrpSpPr>
          <p:cNvPr id="43" name="Группа 42">
            <a:extLst>
              <a:ext uri="{FF2B5EF4-FFF2-40B4-BE49-F238E27FC236}">
                <a16:creationId xmlns:a16="http://schemas.microsoft.com/office/drawing/2014/main" id="{5D3B5101-5777-44C0-8642-B33E10B8AE13}"/>
              </a:ext>
            </a:extLst>
          </p:cNvPr>
          <p:cNvGrpSpPr/>
          <p:nvPr/>
        </p:nvGrpSpPr>
        <p:grpSpPr>
          <a:xfrm>
            <a:off x="5002590" y="4449205"/>
            <a:ext cx="344811" cy="291001"/>
            <a:chOff x="5002590" y="4449205"/>
            <a:chExt cx="344811" cy="291001"/>
          </a:xfrm>
        </p:grpSpPr>
        <p:pic>
          <p:nvPicPr>
            <p:cNvPr id="44" name="Rectangle 9 (Stroke) [Figma I9887:47615;7965:11818]" descr="Rectangle 9 (Stroke). векторный контур">
              <a:extLst>
                <a:ext uri="{FF2B5EF4-FFF2-40B4-BE49-F238E27FC236}">
                  <a16:creationId xmlns:a16="http://schemas.microsoft.com/office/drawing/2014/main" id="{806F1B30-F123-45E9-95C2-7713D5460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5004586" y="4468378"/>
              <a:ext cx="295032" cy="133347"/>
            </a:xfrm>
            <a:prstGeom prst="rect">
              <a:avLst/>
            </a:prstGeom>
          </p:spPr>
        </p:pic>
        <p:pic>
          <p:nvPicPr>
            <p:cNvPr id="45" name="Rectangle 8 (Stroke) [Figma I9887:47615;7965:11819]" descr="Rectangle 8 (Stroke). векторный контур">
              <a:extLst>
                <a:ext uri="{FF2B5EF4-FFF2-40B4-BE49-F238E27FC236}">
                  <a16:creationId xmlns:a16="http://schemas.microsoft.com/office/drawing/2014/main" id="{5A894FFF-5B87-483B-8BAF-5FF94CF0A6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002590" y="4449205"/>
              <a:ext cx="344811" cy="2910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238364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to-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: скругленные углы 32">
            <a:extLst>
              <a:ext uri="{FF2B5EF4-FFF2-40B4-BE49-F238E27FC236}">
                <a16:creationId xmlns:a16="http://schemas.microsoft.com/office/drawing/2014/main" id="{15BBF3A7-A686-4539-B666-2451595D67DC}"/>
              </a:ext>
            </a:extLst>
          </p:cNvPr>
          <p:cNvSpPr/>
          <p:nvPr/>
        </p:nvSpPr>
        <p:spPr>
          <a:xfrm>
            <a:off x="8724682" y="3208945"/>
            <a:ext cx="2894400" cy="1951200"/>
          </a:xfrm>
          <a:prstGeom prst="roundRect">
            <a:avLst>
              <a:gd name="adj" fmla="val 6803"/>
            </a:avLst>
          </a:prstGeom>
          <a:gradFill flip="none" rotWithShape="1">
            <a:gsLst>
              <a:gs pos="30000">
                <a:schemeClr val="accent1"/>
              </a:gs>
              <a:gs pos="100000">
                <a:schemeClr val="accent4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27" name="Highlight Section — фон [Figma 9887:64133:background]">
            <a:extLst>
              <a:ext uri="{FF2B5EF4-FFF2-40B4-BE49-F238E27FC236}">
                <a16:creationId xmlns:a16="http://schemas.microsoft.com/office/drawing/2014/main" id="{E5441A24-5B80-4B2E-8E31-AFCB80769A9D}"/>
              </a:ext>
            </a:extLst>
          </p:cNvPr>
          <p:cNvSpPr/>
          <p:nvPr/>
        </p:nvSpPr>
        <p:spPr>
          <a:xfrm>
            <a:off x="4730632" y="1657309"/>
            <a:ext cx="2730432" cy="2730432"/>
          </a:xfrm>
          <a:prstGeom prst="roundRect">
            <a:avLst>
              <a:gd name="adj" fmla="val 50000"/>
            </a:avLst>
          </a:prstGeom>
          <a:solidFill>
            <a:srgbClr val="EAEDF5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Highlight Section — фон [Figma 9887:64137:background]">
            <a:extLst>
              <a:ext uri="{FF2B5EF4-FFF2-40B4-BE49-F238E27FC236}">
                <a16:creationId xmlns:a16="http://schemas.microsoft.com/office/drawing/2014/main" id="{1FEDDA65-0744-4AC7-96B9-B49EC12C2717}"/>
              </a:ext>
            </a:extLst>
          </p:cNvPr>
          <p:cNvSpPr/>
          <p:nvPr/>
        </p:nvSpPr>
        <p:spPr>
          <a:xfrm>
            <a:off x="3619410" y="3340016"/>
            <a:ext cx="2730432" cy="2730432"/>
          </a:xfrm>
          <a:prstGeom prst="roundRect">
            <a:avLst>
              <a:gd name="adj" fmla="val 50000"/>
            </a:avLst>
          </a:prstGeom>
          <a:solidFill>
            <a:srgbClr val="EAEDF5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29" name="Highlight Section — фон [Figma 9887:64141:background]">
            <a:extLst>
              <a:ext uri="{FF2B5EF4-FFF2-40B4-BE49-F238E27FC236}">
                <a16:creationId xmlns:a16="http://schemas.microsoft.com/office/drawing/2014/main" id="{58C1236C-F7F4-4675-AFB8-8BD6260293A2}"/>
              </a:ext>
            </a:extLst>
          </p:cNvPr>
          <p:cNvSpPr/>
          <p:nvPr/>
        </p:nvSpPr>
        <p:spPr>
          <a:xfrm>
            <a:off x="5841854" y="3340016"/>
            <a:ext cx="2730432" cy="2730432"/>
          </a:xfrm>
          <a:prstGeom prst="roundRect">
            <a:avLst>
              <a:gd name="adj" fmla="val 50000"/>
            </a:avLst>
          </a:prstGeom>
          <a:solidFill>
            <a:srgbClr val="EAEDF5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2" name="Group 2147203508 [Figma 9887:64158]" descr="Group 2147203508. отражение или наклон">
            <a:extLst>
              <a:ext uri="{FF2B5EF4-FFF2-40B4-BE49-F238E27FC236}">
                <a16:creationId xmlns:a16="http://schemas.microsoft.com/office/drawing/2014/main" id="{495514BA-3FF6-468A-8403-33F7B1DAE0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57749" y="4165496"/>
            <a:ext cx="2673283" cy="88898"/>
          </a:xfrm>
          <a:prstGeom prst="rect">
            <a:avLst/>
          </a:prstGeom>
        </p:spPr>
      </p:pic>
      <p:pic>
        <p:nvPicPr>
          <p:cNvPr id="34" name="Group 2147203507 [Figma 9887:64164]" descr="Group 2147203507. отражение или наклон">
            <a:extLst>
              <a:ext uri="{FF2B5EF4-FFF2-40B4-BE49-F238E27FC236}">
                <a16:creationId xmlns:a16="http://schemas.microsoft.com/office/drawing/2014/main" id="{18F9C836-DC88-4F91-8B08-BE7A3EF3DF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67333" y="2712970"/>
            <a:ext cx="4952876" cy="1141384"/>
          </a:xfrm>
          <a:prstGeom prst="rect">
            <a:avLst/>
          </a:prstGeom>
        </p:spPr>
      </p:pic>
      <p:sp>
        <p:nvSpPr>
          <p:cNvPr id="12" name="Заголовок 11">
            <a:extLst>
              <a:ext uri="{FF2B5EF4-FFF2-40B4-BE49-F238E27FC236}">
                <a16:creationId xmlns:a16="http://schemas.microsoft.com/office/drawing/2014/main" id="{7E8AA933-40FF-4A79-91D6-0F7FDE004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BA93573A-2E71-4A31-967A-5E22950C8E64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pPr>
              <a:defRPr/>
            </a:pPr>
            <a:fld id="{36AC9BD9-2152-4D47-BB3C-1D9B4604EA4C}" type="slidenum">
              <a:rPr lang="ru-RU" smtClean="0"/>
              <a:pPr>
                <a:defRPr/>
              </a:pPr>
              <a:t>41</a:t>
            </a:fld>
            <a:endParaRPr lang="ru-RU" dirty="0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A55C24CA-C17F-49B6-8358-A40DA69085A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63F2205E-68E9-418F-AF94-427A3E76EFB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0B8EB33F-7581-46B9-97D0-172C0611933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E6007BF5-C11C-4FE2-ADBD-5830A47FD9BD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41EA0F23-A22F-4C87-B221-CC693176E6F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F3972680-8E26-433D-8243-FB7F8E20D7B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B8A8A6B1-D872-4AED-B29D-FC7ABB3F179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CCA08039-18EA-41E4-9EF5-E9738F0FF7A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1" name="Текст 20">
            <a:extLst>
              <a:ext uri="{FF2B5EF4-FFF2-40B4-BE49-F238E27FC236}">
                <a16:creationId xmlns:a16="http://schemas.microsoft.com/office/drawing/2014/main" id="{3FFC03B1-8228-4DF9-8E5B-0738D84EE77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2" name="Текст 21">
            <a:extLst>
              <a:ext uri="{FF2B5EF4-FFF2-40B4-BE49-F238E27FC236}">
                <a16:creationId xmlns:a16="http://schemas.microsoft.com/office/drawing/2014/main" id="{74DEE890-A1AD-4B40-ABF7-A58960178C9B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D8A980BE-898F-4FF6-A1BF-D04D14ABF44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4" name="Текст 23">
            <a:extLst>
              <a:ext uri="{FF2B5EF4-FFF2-40B4-BE49-F238E27FC236}">
                <a16:creationId xmlns:a16="http://schemas.microsoft.com/office/drawing/2014/main" id="{D94EB22E-5962-43E8-9C1B-3FA9215EBBC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90EDE56F-5A5A-460C-A568-D1E43DC816A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6" name="Текст 25">
            <a:extLst>
              <a:ext uri="{FF2B5EF4-FFF2-40B4-BE49-F238E27FC236}">
                <a16:creationId xmlns:a16="http://schemas.microsoft.com/office/drawing/2014/main" id="{A2674072-D882-4D01-A511-6ECFED5DFAB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2" name="Полилиния: фигура 41">
            <a:extLst>
              <a:ext uri="{FF2B5EF4-FFF2-40B4-BE49-F238E27FC236}">
                <a16:creationId xmlns:a16="http://schemas.microsoft.com/office/drawing/2014/main" id="{97F20B2A-F9B0-49E9-9BFE-88240F1EA9A8}"/>
              </a:ext>
            </a:extLst>
          </p:cNvPr>
          <p:cNvSpPr/>
          <p:nvPr/>
        </p:nvSpPr>
        <p:spPr>
          <a:xfrm>
            <a:off x="4773865" y="3340017"/>
            <a:ext cx="1532747" cy="1047725"/>
          </a:xfrm>
          <a:custGeom>
            <a:avLst/>
            <a:gdLst>
              <a:gd name="connsiteX0" fmla="*/ 210762 w 1532747"/>
              <a:gd name="connsiteY0" fmla="*/ 0 h 1047725"/>
              <a:gd name="connsiteX1" fmla="*/ 1514601 w 1532747"/>
              <a:gd name="connsiteY1" fmla="*/ 959243 h 1047725"/>
              <a:gd name="connsiteX2" fmla="*/ 1532747 w 1532747"/>
              <a:gd name="connsiteY2" fmla="*/ 1029814 h 1047725"/>
              <a:gd name="connsiteX3" fmla="*/ 1461569 w 1532747"/>
              <a:gd name="connsiteY3" fmla="*/ 1040677 h 1047725"/>
              <a:gd name="connsiteX4" fmla="*/ 1321984 w 1532747"/>
              <a:gd name="connsiteY4" fmla="*/ 1047725 h 1047725"/>
              <a:gd name="connsiteX5" fmla="*/ 18145 w 1532747"/>
              <a:gd name="connsiteY5" fmla="*/ 88482 h 1047725"/>
              <a:gd name="connsiteX6" fmla="*/ 0 w 1532747"/>
              <a:gd name="connsiteY6" fmla="*/ 17911 h 1047725"/>
              <a:gd name="connsiteX7" fmla="*/ 71177 w 1532747"/>
              <a:gd name="connsiteY7" fmla="*/ 7048 h 1047725"/>
              <a:gd name="connsiteX8" fmla="*/ 210762 w 1532747"/>
              <a:gd name="connsiteY8" fmla="*/ 0 h 104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32747" h="1047725">
                <a:moveTo>
                  <a:pt x="210762" y="0"/>
                </a:moveTo>
                <a:cubicBezTo>
                  <a:pt x="823377" y="0"/>
                  <a:pt x="1341749" y="403506"/>
                  <a:pt x="1514601" y="959243"/>
                </a:cubicBezTo>
                <a:lnTo>
                  <a:pt x="1532747" y="1029814"/>
                </a:lnTo>
                <a:lnTo>
                  <a:pt x="1461569" y="1040677"/>
                </a:lnTo>
                <a:cubicBezTo>
                  <a:pt x="1415675" y="1045338"/>
                  <a:pt x="1369108" y="1047725"/>
                  <a:pt x="1321984" y="1047725"/>
                </a:cubicBezTo>
                <a:cubicBezTo>
                  <a:pt x="709369" y="1047725"/>
                  <a:pt x="190998" y="644219"/>
                  <a:pt x="18145" y="88482"/>
                </a:cubicBezTo>
                <a:lnTo>
                  <a:pt x="0" y="17911"/>
                </a:lnTo>
                <a:lnTo>
                  <a:pt x="71177" y="7048"/>
                </a:lnTo>
                <a:cubicBezTo>
                  <a:pt x="117071" y="2388"/>
                  <a:pt x="163638" y="0"/>
                  <a:pt x="210762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80000">
                <a:schemeClr val="accent1">
                  <a:alpha val="60000"/>
                </a:schemeClr>
              </a:gs>
            </a:gsLst>
            <a:lin ang="10800000" scaled="0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6" name="Group 2147203507 [Figma 9887:64164]" descr="Group 2147203507. отражение или наклон">
            <a:extLst>
              <a:ext uri="{FF2B5EF4-FFF2-40B4-BE49-F238E27FC236}">
                <a16:creationId xmlns:a16="http://schemas.microsoft.com/office/drawing/2014/main" id="{DD051B44-7C90-4F87-ACD8-42740F9F15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663559" y="2696256"/>
            <a:ext cx="4952876" cy="1141384"/>
          </a:xfrm>
          <a:prstGeom prst="rect">
            <a:avLst/>
          </a:prstGeom>
        </p:spPr>
      </p:pic>
      <p:pic>
        <p:nvPicPr>
          <p:cNvPr id="37" name="Group 2147203507 [Figma 9887:64164]" descr="Group 2147203507. отражение или наклон">
            <a:extLst>
              <a:ext uri="{FF2B5EF4-FFF2-40B4-BE49-F238E27FC236}">
                <a16:creationId xmlns:a16="http://schemas.microsoft.com/office/drawing/2014/main" id="{9B711BEB-03BE-4F2E-B8EA-48FF44231F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 flipV="1">
            <a:off x="1157506" y="4843346"/>
            <a:ext cx="4952876" cy="1141384"/>
          </a:xfrm>
          <a:prstGeom prst="rect">
            <a:avLst/>
          </a:prstGeom>
        </p:spPr>
      </p:pic>
      <p:sp>
        <p:nvSpPr>
          <p:cNvPr id="46" name="Полилиния: фигура 45">
            <a:extLst>
              <a:ext uri="{FF2B5EF4-FFF2-40B4-BE49-F238E27FC236}">
                <a16:creationId xmlns:a16="http://schemas.microsoft.com/office/drawing/2014/main" id="{C31EE020-5324-447A-BFD6-DDB471627E4A}"/>
              </a:ext>
            </a:extLst>
          </p:cNvPr>
          <p:cNvSpPr/>
          <p:nvPr/>
        </p:nvSpPr>
        <p:spPr>
          <a:xfrm>
            <a:off x="5885087" y="3340017"/>
            <a:ext cx="1532747" cy="1047725"/>
          </a:xfrm>
          <a:custGeom>
            <a:avLst/>
            <a:gdLst>
              <a:gd name="connsiteX0" fmla="*/ 1321984 w 1532747"/>
              <a:gd name="connsiteY0" fmla="*/ 0 h 1047725"/>
              <a:gd name="connsiteX1" fmla="*/ 1461569 w 1532747"/>
              <a:gd name="connsiteY1" fmla="*/ 7048 h 1047725"/>
              <a:gd name="connsiteX2" fmla="*/ 1532747 w 1532747"/>
              <a:gd name="connsiteY2" fmla="*/ 17911 h 1047725"/>
              <a:gd name="connsiteX3" fmla="*/ 1514601 w 1532747"/>
              <a:gd name="connsiteY3" fmla="*/ 88482 h 1047725"/>
              <a:gd name="connsiteX4" fmla="*/ 210762 w 1532747"/>
              <a:gd name="connsiteY4" fmla="*/ 1047725 h 1047725"/>
              <a:gd name="connsiteX5" fmla="*/ 71177 w 1532747"/>
              <a:gd name="connsiteY5" fmla="*/ 1040677 h 1047725"/>
              <a:gd name="connsiteX6" fmla="*/ 0 w 1532747"/>
              <a:gd name="connsiteY6" fmla="*/ 1029814 h 1047725"/>
              <a:gd name="connsiteX7" fmla="*/ 18145 w 1532747"/>
              <a:gd name="connsiteY7" fmla="*/ 959243 h 1047725"/>
              <a:gd name="connsiteX8" fmla="*/ 1321984 w 1532747"/>
              <a:gd name="connsiteY8" fmla="*/ 0 h 104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32747" h="1047725">
                <a:moveTo>
                  <a:pt x="1321984" y="0"/>
                </a:moveTo>
                <a:cubicBezTo>
                  <a:pt x="1369108" y="0"/>
                  <a:pt x="1415675" y="2388"/>
                  <a:pt x="1461569" y="7048"/>
                </a:cubicBezTo>
                <a:lnTo>
                  <a:pt x="1532747" y="17911"/>
                </a:lnTo>
                <a:lnTo>
                  <a:pt x="1514601" y="88482"/>
                </a:lnTo>
                <a:cubicBezTo>
                  <a:pt x="1341749" y="644219"/>
                  <a:pt x="823377" y="1047725"/>
                  <a:pt x="210762" y="1047725"/>
                </a:cubicBezTo>
                <a:cubicBezTo>
                  <a:pt x="163638" y="1047725"/>
                  <a:pt x="117071" y="1045338"/>
                  <a:pt x="71177" y="1040677"/>
                </a:cubicBezTo>
                <a:lnTo>
                  <a:pt x="0" y="1029814"/>
                </a:lnTo>
                <a:lnTo>
                  <a:pt x="18145" y="959243"/>
                </a:lnTo>
                <a:cubicBezTo>
                  <a:pt x="190998" y="403506"/>
                  <a:pt x="709369" y="0"/>
                  <a:pt x="1321984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80000">
                <a:schemeClr val="accent1">
                  <a:alpha val="60000"/>
                </a:schemeClr>
              </a:gs>
            </a:gsLst>
            <a:lin ang="10800000" scaled="0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Полилиния: фигура 49">
            <a:extLst>
              <a:ext uri="{FF2B5EF4-FFF2-40B4-BE49-F238E27FC236}">
                <a16:creationId xmlns:a16="http://schemas.microsoft.com/office/drawing/2014/main" id="{1AD1667F-E3BE-4AD6-B068-F64883DDE088}"/>
              </a:ext>
            </a:extLst>
          </p:cNvPr>
          <p:cNvSpPr/>
          <p:nvPr/>
        </p:nvSpPr>
        <p:spPr>
          <a:xfrm>
            <a:off x="5841854" y="3914062"/>
            <a:ext cx="507988" cy="1582340"/>
          </a:xfrm>
          <a:custGeom>
            <a:avLst/>
            <a:gdLst>
              <a:gd name="connsiteX0" fmla="*/ 253994 w 507988"/>
              <a:gd name="connsiteY0" fmla="*/ 0 h 1582340"/>
              <a:gd name="connsiteX1" fmla="*/ 274831 w 507988"/>
              <a:gd name="connsiteY1" fmla="*/ 27865 h 1582340"/>
              <a:gd name="connsiteX2" fmla="*/ 507988 w 507988"/>
              <a:gd name="connsiteY2" fmla="*/ 791170 h 1582340"/>
              <a:gd name="connsiteX3" fmla="*/ 274831 w 507988"/>
              <a:gd name="connsiteY3" fmla="*/ 1554475 h 1582340"/>
              <a:gd name="connsiteX4" fmla="*/ 253994 w 507988"/>
              <a:gd name="connsiteY4" fmla="*/ 1582340 h 1582340"/>
              <a:gd name="connsiteX5" fmla="*/ 233157 w 507988"/>
              <a:gd name="connsiteY5" fmla="*/ 1554475 h 1582340"/>
              <a:gd name="connsiteX6" fmla="*/ 0 w 507988"/>
              <a:gd name="connsiteY6" fmla="*/ 791170 h 1582340"/>
              <a:gd name="connsiteX7" fmla="*/ 233157 w 507988"/>
              <a:gd name="connsiteY7" fmla="*/ 27865 h 1582340"/>
              <a:gd name="connsiteX8" fmla="*/ 253994 w 507988"/>
              <a:gd name="connsiteY8" fmla="*/ 0 h 1582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07988" h="1582340">
                <a:moveTo>
                  <a:pt x="253994" y="0"/>
                </a:moveTo>
                <a:lnTo>
                  <a:pt x="274831" y="27865"/>
                </a:lnTo>
                <a:cubicBezTo>
                  <a:pt x="422034" y="245755"/>
                  <a:pt x="507988" y="508425"/>
                  <a:pt x="507988" y="791170"/>
                </a:cubicBezTo>
                <a:cubicBezTo>
                  <a:pt x="507988" y="1073916"/>
                  <a:pt x="422034" y="1336586"/>
                  <a:pt x="274831" y="1554475"/>
                </a:cubicBezTo>
                <a:lnTo>
                  <a:pt x="253994" y="1582340"/>
                </a:lnTo>
                <a:lnTo>
                  <a:pt x="233157" y="1554475"/>
                </a:lnTo>
                <a:cubicBezTo>
                  <a:pt x="85954" y="1336586"/>
                  <a:pt x="0" y="1073916"/>
                  <a:pt x="0" y="791170"/>
                </a:cubicBezTo>
                <a:cubicBezTo>
                  <a:pt x="0" y="508425"/>
                  <a:pt x="85954" y="245755"/>
                  <a:pt x="233157" y="27865"/>
                </a:cubicBezTo>
                <a:lnTo>
                  <a:pt x="253994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80000">
                <a:schemeClr val="accent1">
                  <a:alpha val="60000"/>
                </a:schemeClr>
              </a:gs>
            </a:gsLst>
            <a:lin ang="16200000" scaled="0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>
            <a:noAutofit/>
          </a:bodyPr>
          <a:lstStyle/>
          <a:p>
            <a:endParaRPr lang="ru-RU" dirty="0">
              <a:latin typeface="VTB Group Book" panose="020B0503040504020204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5609759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to-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rame — фон [Figma 9887:63741:background]">
            <a:extLst>
              <a:ext uri="{FF2B5EF4-FFF2-40B4-BE49-F238E27FC236}">
                <a16:creationId xmlns:a16="http://schemas.microsoft.com/office/drawing/2014/main" id="{4E61E89A-1767-4942-886D-0B103F5E618C}"/>
              </a:ext>
            </a:extLst>
          </p:cNvPr>
          <p:cNvSpPr/>
          <p:nvPr/>
        </p:nvSpPr>
        <p:spPr>
          <a:xfrm>
            <a:off x="380990" y="1377916"/>
            <a:ext cx="5651359" cy="4971926"/>
          </a:xfrm>
          <a:prstGeom prst="roundRect">
            <a:avLst>
              <a:gd name="adj" fmla="val 1916"/>
            </a:avLst>
          </a:prstGeom>
          <a:solidFill>
            <a:srgbClr val="EAEDF5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7EF8FFC3-DC25-4063-BE43-A1D781F08B9C}"/>
              </a:ext>
            </a:extLst>
          </p:cNvPr>
          <p:cNvGrpSpPr/>
          <p:nvPr/>
        </p:nvGrpSpPr>
        <p:grpSpPr>
          <a:xfrm>
            <a:off x="6159345" y="1377916"/>
            <a:ext cx="5652001" cy="4970133"/>
            <a:chOff x="6159345" y="1377916"/>
            <a:chExt cx="5652001" cy="4970133"/>
          </a:xfrm>
        </p:grpSpPr>
        <p:sp>
          <p:nvSpPr>
            <p:cNvPr id="41" name="Frame — фон [Figma 9887:63741:background]">
              <a:extLst>
                <a:ext uri="{FF2B5EF4-FFF2-40B4-BE49-F238E27FC236}">
                  <a16:creationId xmlns:a16="http://schemas.microsoft.com/office/drawing/2014/main" id="{4E7CB7BC-0825-453C-B415-03100B43A5A7}"/>
                </a:ext>
              </a:extLst>
            </p:cNvPr>
            <p:cNvSpPr/>
            <p:nvPr userDrawn="1"/>
          </p:nvSpPr>
          <p:spPr>
            <a:xfrm>
              <a:off x="6159345" y="1528994"/>
              <a:ext cx="5651359" cy="4819055"/>
            </a:xfrm>
            <a:prstGeom prst="roundRect">
              <a:avLst>
                <a:gd name="adj" fmla="val 1916"/>
              </a:avLst>
            </a:prstGeom>
            <a:solidFill>
              <a:srgbClr val="EAEDF5">
                <a:alpha val="5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42" name="Прямоугольник: скругленные верхние углы 41">
              <a:extLst>
                <a:ext uri="{FF2B5EF4-FFF2-40B4-BE49-F238E27FC236}">
                  <a16:creationId xmlns:a16="http://schemas.microsoft.com/office/drawing/2014/main" id="{372C5484-2BED-4332-84CF-FA0F827E3BDF}"/>
                </a:ext>
              </a:extLst>
            </p:cNvPr>
            <p:cNvSpPr/>
            <p:nvPr userDrawn="1"/>
          </p:nvSpPr>
          <p:spPr>
            <a:xfrm>
              <a:off x="6159346" y="1377916"/>
              <a:ext cx="5652000" cy="788400"/>
            </a:xfrm>
            <a:prstGeom prst="round2SameRect">
              <a:avLst>
                <a:gd name="adj1" fmla="val 10626"/>
                <a:gd name="adj2" fmla="val 0"/>
              </a:avLst>
            </a:prstGeom>
            <a:gradFill>
              <a:gsLst>
                <a:gs pos="30000">
                  <a:schemeClr val="accent1"/>
                </a:gs>
                <a:gs pos="100000">
                  <a:schemeClr val="accent4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600" dirty="0">
                <a:latin typeface="VTB Group Book" panose="020B0503040504020204" pitchFamily="34" charset="-52"/>
              </a:endParaRPr>
            </a:p>
          </p:txBody>
        </p:sp>
      </p:grpSp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27882CD4-8E6A-4E8B-9F69-2AB982015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7019289-1BC9-412B-A650-2085BD26E941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pPr>
              <a:defRPr/>
            </a:pPr>
            <a:fld id="{53BF891E-63B0-45CA-9A92-96A490F157EC}" type="slidenum">
              <a:rPr lang="ru-RU" smtClean="0"/>
              <a:pPr>
                <a:defRPr/>
              </a:pPr>
              <a:t>42</a:t>
            </a:fld>
            <a:endParaRPr lang="ru-RU" dirty="0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2143E614-7ED4-4F92-B32A-6A8E258775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C0F5A812-32EB-4A43-9386-3B359805882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3571F336-9987-41B3-A74E-DFEAF7517BD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EB8A0EFB-0BAD-4109-8752-B074586FAFC8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761FD80-8CD9-493C-B615-81D6543CBB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EDB259DA-52BC-4D80-B0FB-045AA5955768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C3FD742A-99C0-4C41-A64D-D480100F2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343C429A-180A-45FF-B733-76AEA2C05798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CCEC896C-F0E6-4483-8FEC-035832B31CA7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C9F24896-80F6-40B4-B3E3-642BCA93CE1D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1" name="Текст 20">
            <a:extLst>
              <a:ext uri="{FF2B5EF4-FFF2-40B4-BE49-F238E27FC236}">
                <a16:creationId xmlns:a16="http://schemas.microsoft.com/office/drawing/2014/main" id="{F3B4272C-3ACF-4DE8-A30D-1D2B71028C7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2" name="Текст 21">
            <a:extLst>
              <a:ext uri="{FF2B5EF4-FFF2-40B4-BE49-F238E27FC236}">
                <a16:creationId xmlns:a16="http://schemas.microsoft.com/office/drawing/2014/main" id="{C89DE554-3BA6-4BF8-9EEC-1514B5801F0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40CF016D-3D75-49FB-A174-27C7F3AB7CD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4" name="Текст 23">
            <a:extLst>
              <a:ext uri="{FF2B5EF4-FFF2-40B4-BE49-F238E27FC236}">
                <a16:creationId xmlns:a16="http://schemas.microsoft.com/office/drawing/2014/main" id="{EF14F160-C4AA-4D99-BB0F-E1399E07809F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44F2A91E-7B7A-4547-8403-64EDC125CBA8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6" name="Текст 25">
            <a:extLst>
              <a:ext uri="{FF2B5EF4-FFF2-40B4-BE49-F238E27FC236}">
                <a16:creationId xmlns:a16="http://schemas.microsoft.com/office/drawing/2014/main" id="{59FAF9BF-18BC-40B2-ACB7-887CA672428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4666242B-4669-4E69-8898-4794CCB9103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553EFF15-B56B-44DB-BE43-4904AD06AF64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25A89802-82B9-4859-BC8D-BA58C8A61870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0" name="Текст 29">
            <a:extLst>
              <a:ext uri="{FF2B5EF4-FFF2-40B4-BE49-F238E27FC236}">
                <a16:creationId xmlns:a16="http://schemas.microsoft.com/office/drawing/2014/main" id="{C0CC608C-FEE2-4CB2-8149-68FA347FF6AD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1" name="Текст 30">
            <a:extLst>
              <a:ext uri="{FF2B5EF4-FFF2-40B4-BE49-F238E27FC236}">
                <a16:creationId xmlns:a16="http://schemas.microsoft.com/office/drawing/2014/main" id="{D917C2D1-71F4-42BA-BEBD-EA05F165CA3B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F0F6122F-041B-430B-9F08-CC2E3612993D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3" name="Текст 32">
            <a:extLst>
              <a:ext uri="{FF2B5EF4-FFF2-40B4-BE49-F238E27FC236}">
                <a16:creationId xmlns:a16="http://schemas.microsoft.com/office/drawing/2014/main" id="{ECD1898A-26F6-45D5-822A-2D6DC1EAA9CF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4" name="Текст 33">
            <a:extLst>
              <a:ext uri="{FF2B5EF4-FFF2-40B4-BE49-F238E27FC236}">
                <a16:creationId xmlns:a16="http://schemas.microsoft.com/office/drawing/2014/main" id="{0E1F4D49-307B-45FE-A381-5A51E3B6A023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5" name="Текст 34">
            <a:extLst>
              <a:ext uri="{FF2B5EF4-FFF2-40B4-BE49-F238E27FC236}">
                <a16:creationId xmlns:a16="http://schemas.microsoft.com/office/drawing/2014/main" id="{F1029DEA-E7CF-43B9-BE83-C5545FF3D709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D8413B01-2218-47A8-8874-5E4F1CF01BC3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/>
        <p:txBody>
          <a:bodyPr>
            <a:normAutofit lnSpcReduction="10000"/>
          </a:bodyPr>
          <a:lstStyle/>
          <a:p>
            <a:endParaRPr lang="ru-RU" dirty="0"/>
          </a:p>
        </p:txBody>
      </p:sp>
      <p:sp>
        <p:nvSpPr>
          <p:cNvPr id="51" name="Ellipse 4995 [Figma 9887:63795]">
            <a:extLst>
              <a:ext uri="{FF2B5EF4-FFF2-40B4-BE49-F238E27FC236}">
                <a16:creationId xmlns:a16="http://schemas.microsoft.com/office/drawing/2014/main" id="{6B49B9CE-A18E-4079-8140-92345881BC46}"/>
              </a:ext>
            </a:extLst>
          </p:cNvPr>
          <p:cNvSpPr/>
          <p:nvPr/>
        </p:nvSpPr>
        <p:spPr>
          <a:xfrm>
            <a:off x="1562061" y="3769325"/>
            <a:ext cx="790861" cy="790861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Ellipse 5000 [Figma 9887:63798]">
            <a:extLst>
              <a:ext uri="{FF2B5EF4-FFF2-40B4-BE49-F238E27FC236}">
                <a16:creationId xmlns:a16="http://schemas.microsoft.com/office/drawing/2014/main" id="{25AE542A-9402-401F-B1BF-E5AB77B01880}"/>
              </a:ext>
            </a:extLst>
          </p:cNvPr>
          <p:cNvSpPr/>
          <p:nvPr/>
        </p:nvSpPr>
        <p:spPr>
          <a:xfrm>
            <a:off x="2977251" y="5157708"/>
            <a:ext cx="790861" cy="790861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Ellipse 4999 [Figma 9887:63801]">
            <a:extLst>
              <a:ext uri="{FF2B5EF4-FFF2-40B4-BE49-F238E27FC236}">
                <a16:creationId xmlns:a16="http://schemas.microsoft.com/office/drawing/2014/main" id="{8433CCB0-C892-4B9C-A2C0-74465ADB8C7E}"/>
              </a:ext>
            </a:extLst>
          </p:cNvPr>
          <p:cNvSpPr/>
          <p:nvPr/>
        </p:nvSpPr>
        <p:spPr>
          <a:xfrm>
            <a:off x="3144560" y="4322109"/>
            <a:ext cx="345390" cy="345390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Ellipse 4996 [Figma 9887:63804]">
            <a:extLst>
              <a:ext uri="{FF2B5EF4-FFF2-40B4-BE49-F238E27FC236}">
                <a16:creationId xmlns:a16="http://schemas.microsoft.com/office/drawing/2014/main" id="{F81AF946-7533-4DFC-BDFE-B5C6C81EBC9C}"/>
              </a:ext>
            </a:extLst>
          </p:cNvPr>
          <p:cNvSpPr/>
          <p:nvPr/>
        </p:nvSpPr>
        <p:spPr>
          <a:xfrm>
            <a:off x="2545626" y="3516175"/>
            <a:ext cx="506276" cy="506276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Ellipse 4997 [Figma 9887:63810]">
            <a:extLst>
              <a:ext uri="{FF2B5EF4-FFF2-40B4-BE49-F238E27FC236}">
                <a16:creationId xmlns:a16="http://schemas.microsoft.com/office/drawing/2014/main" id="{EB746982-91BD-49C2-99EA-5F66D6DD4689}"/>
              </a:ext>
            </a:extLst>
          </p:cNvPr>
          <p:cNvSpPr/>
          <p:nvPr/>
        </p:nvSpPr>
        <p:spPr>
          <a:xfrm>
            <a:off x="2283875" y="2919836"/>
            <a:ext cx="572751" cy="572751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Ellipse 4998 [Figma 9887:63813]">
            <a:extLst>
              <a:ext uri="{FF2B5EF4-FFF2-40B4-BE49-F238E27FC236}">
                <a16:creationId xmlns:a16="http://schemas.microsoft.com/office/drawing/2014/main" id="{A451D591-D75E-4773-92EC-2A5A6A2DEFAD}"/>
              </a:ext>
            </a:extLst>
          </p:cNvPr>
          <p:cNvSpPr/>
          <p:nvPr/>
        </p:nvSpPr>
        <p:spPr>
          <a:xfrm>
            <a:off x="4086712" y="3590711"/>
            <a:ext cx="705837" cy="705837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Ellipse 5001 [Figma 9887:63807]">
            <a:extLst>
              <a:ext uri="{FF2B5EF4-FFF2-40B4-BE49-F238E27FC236}">
                <a16:creationId xmlns:a16="http://schemas.microsoft.com/office/drawing/2014/main" id="{6EE7EE98-852A-4FB8-9BD1-7046DE534F4E}"/>
              </a:ext>
            </a:extLst>
          </p:cNvPr>
          <p:cNvSpPr/>
          <p:nvPr/>
        </p:nvSpPr>
        <p:spPr>
          <a:xfrm>
            <a:off x="3543218" y="4947667"/>
            <a:ext cx="295948" cy="295948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grpSp>
        <p:nvGrpSpPr>
          <p:cNvPr id="57" name="Группа 56">
            <a:extLst>
              <a:ext uri="{FF2B5EF4-FFF2-40B4-BE49-F238E27FC236}">
                <a16:creationId xmlns:a16="http://schemas.microsoft.com/office/drawing/2014/main" id="{56B8F475-4B57-4E79-891E-092BE6377499}"/>
              </a:ext>
            </a:extLst>
          </p:cNvPr>
          <p:cNvGrpSpPr/>
          <p:nvPr/>
        </p:nvGrpSpPr>
        <p:grpSpPr>
          <a:xfrm>
            <a:off x="6350055" y="1573595"/>
            <a:ext cx="427216" cy="391855"/>
            <a:chOff x="6350055" y="1573595"/>
            <a:chExt cx="427216" cy="391855"/>
          </a:xfrm>
        </p:grpSpPr>
        <p:pic>
          <p:nvPicPr>
            <p:cNvPr id="58" name="Vector [Figma I9887:63823;7965:11814]" descr="Vector. векторный контур">
              <a:extLst>
                <a:ext uri="{FF2B5EF4-FFF2-40B4-BE49-F238E27FC236}">
                  <a16:creationId xmlns:a16="http://schemas.microsoft.com/office/drawing/2014/main" id="{36837741-9456-42E6-A338-ED153B575B5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350055" y="1573595"/>
              <a:ext cx="281892" cy="391855"/>
            </a:xfrm>
            <a:prstGeom prst="rect">
              <a:avLst/>
            </a:prstGeom>
          </p:spPr>
        </p:pic>
        <p:pic>
          <p:nvPicPr>
            <p:cNvPr id="59" name="Union [Figma I9887:63823;7965:11815]" descr="Union. векторный контур">
              <a:extLst>
                <a:ext uri="{FF2B5EF4-FFF2-40B4-BE49-F238E27FC236}">
                  <a16:creationId xmlns:a16="http://schemas.microsoft.com/office/drawing/2014/main" id="{70CD8616-BA89-4A04-9AE8-D42624E44A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592115" y="1573595"/>
              <a:ext cx="185156" cy="3918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40418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to-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BF6EBB9D-D33D-4C3C-A43C-A61696B912C7}"/>
              </a:ext>
            </a:extLst>
          </p:cNvPr>
          <p:cNvGrpSpPr/>
          <p:nvPr/>
        </p:nvGrpSpPr>
        <p:grpSpPr>
          <a:xfrm>
            <a:off x="371792" y="1377916"/>
            <a:ext cx="5670659" cy="3545820"/>
            <a:chOff x="371792" y="1377916"/>
            <a:chExt cx="5670659" cy="3545820"/>
          </a:xfrm>
        </p:grpSpPr>
        <p:sp>
          <p:nvSpPr>
            <p:cNvPr id="20" name="Прямоугольник: скругленные углы 19">
              <a:extLst>
                <a:ext uri="{FF2B5EF4-FFF2-40B4-BE49-F238E27FC236}">
                  <a16:creationId xmlns:a16="http://schemas.microsoft.com/office/drawing/2014/main" id="{CE144C13-8847-4010-AE81-4BFB66494D1D}"/>
                </a:ext>
              </a:extLst>
            </p:cNvPr>
            <p:cNvSpPr/>
            <p:nvPr userDrawn="1"/>
          </p:nvSpPr>
          <p:spPr>
            <a:xfrm>
              <a:off x="371792" y="2086656"/>
              <a:ext cx="5648400" cy="2837080"/>
            </a:xfrm>
            <a:prstGeom prst="roundRect">
              <a:avLst>
                <a:gd name="adj" fmla="val 3311"/>
              </a:avLst>
            </a:prstGeom>
            <a:solidFill>
              <a:srgbClr val="EAEDF5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VTB Group Book" panose="020B0503040504020204" pitchFamily="34" charset="-52"/>
              </a:endParaRPr>
            </a:p>
          </p:txBody>
        </p:sp>
        <p:sp>
          <p:nvSpPr>
            <p:cNvPr id="21" name="Прямоугольник: скругленные верхние углы 20">
              <a:extLst>
                <a:ext uri="{FF2B5EF4-FFF2-40B4-BE49-F238E27FC236}">
                  <a16:creationId xmlns:a16="http://schemas.microsoft.com/office/drawing/2014/main" id="{1915CB13-250E-41DD-A382-CCF06D7E1F56}"/>
                </a:ext>
              </a:extLst>
            </p:cNvPr>
            <p:cNvSpPr/>
            <p:nvPr userDrawn="1"/>
          </p:nvSpPr>
          <p:spPr>
            <a:xfrm>
              <a:off x="390451" y="1377916"/>
              <a:ext cx="5652000" cy="788400"/>
            </a:xfrm>
            <a:prstGeom prst="round2SameRect">
              <a:avLst>
                <a:gd name="adj1" fmla="val 10626"/>
                <a:gd name="adj2" fmla="val 0"/>
              </a:avLst>
            </a:prstGeom>
            <a:gradFill>
              <a:gsLst>
                <a:gs pos="30000">
                  <a:schemeClr val="accent1"/>
                </a:gs>
                <a:gs pos="100000">
                  <a:schemeClr val="accent4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600" dirty="0">
                <a:latin typeface="VTB Group Book" panose="020B0503040504020204" pitchFamily="34" charset="-52"/>
              </a:endParaRPr>
            </a:p>
          </p:txBody>
        </p:sp>
      </p:grp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15F1FE90-564F-4D2D-9918-A43FF8B39468}"/>
              </a:ext>
            </a:extLst>
          </p:cNvPr>
          <p:cNvGrpSpPr/>
          <p:nvPr/>
        </p:nvGrpSpPr>
        <p:grpSpPr>
          <a:xfrm>
            <a:off x="6155955" y="1377916"/>
            <a:ext cx="5655391" cy="3543201"/>
            <a:chOff x="6155955" y="1377916"/>
            <a:chExt cx="5655391" cy="3543201"/>
          </a:xfrm>
        </p:grpSpPr>
        <p:sp>
          <p:nvSpPr>
            <p:cNvPr id="23" name="Прямоугольник: скругленные углы 22">
              <a:extLst>
                <a:ext uri="{FF2B5EF4-FFF2-40B4-BE49-F238E27FC236}">
                  <a16:creationId xmlns:a16="http://schemas.microsoft.com/office/drawing/2014/main" id="{1968C89E-D1DA-46FA-BC08-EB0EFB74311A}"/>
                </a:ext>
              </a:extLst>
            </p:cNvPr>
            <p:cNvSpPr/>
            <p:nvPr userDrawn="1"/>
          </p:nvSpPr>
          <p:spPr>
            <a:xfrm>
              <a:off x="6155955" y="2084037"/>
              <a:ext cx="5648400" cy="2837080"/>
            </a:xfrm>
            <a:prstGeom prst="roundRect">
              <a:avLst>
                <a:gd name="adj" fmla="val 3311"/>
              </a:avLst>
            </a:prstGeom>
            <a:solidFill>
              <a:srgbClr val="EAEDF5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VTB Group Book" panose="020B0503040504020204" pitchFamily="34" charset="-52"/>
              </a:endParaRPr>
            </a:p>
          </p:txBody>
        </p:sp>
        <p:sp>
          <p:nvSpPr>
            <p:cNvPr id="24" name="Прямоугольник: скругленные верхние углы 23">
              <a:extLst>
                <a:ext uri="{FF2B5EF4-FFF2-40B4-BE49-F238E27FC236}">
                  <a16:creationId xmlns:a16="http://schemas.microsoft.com/office/drawing/2014/main" id="{D67136B7-FE02-48E0-9138-CA9DE745213F}"/>
                </a:ext>
              </a:extLst>
            </p:cNvPr>
            <p:cNvSpPr/>
            <p:nvPr userDrawn="1"/>
          </p:nvSpPr>
          <p:spPr>
            <a:xfrm>
              <a:off x="6159346" y="1377916"/>
              <a:ext cx="5652000" cy="788400"/>
            </a:xfrm>
            <a:prstGeom prst="round2SameRect">
              <a:avLst>
                <a:gd name="adj1" fmla="val 10626"/>
                <a:gd name="adj2" fmla="val 0"/>
              </a:avLst>
            </a:prstGeom>
            <a:solidFill>
              <a:srgbClr val="EAED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600" dirty="0">
                <a:latin typeface="VTB Group Book" panose="020B0503040504020204" pitchFamily="34" charset="-52"/>
              </a:endParaRPr>
            </a:p>
          </p:txBody>
        </p:sp>
      </p:grpSp>
      <p:sp>
        <p:nvSpPr>
          <p:cNvPr id="25" name="Frame 2147204062 — фон [Figma 9887:51620:background]">
            <a:extLst>
              <a:ext uri="{FF2B5EF4-FFF2-40B4-BE49-F238E27FC236}">
                <a16:creationId xmlns:a16="http://schemas.microsoft.com/office/drawing/2014/main" id="{A701A9D1-42D9-494C-A28B-5CECF2B86CBA}"/>
              </a:ext>
            </a:extLst>
          </p:cNvPr>
          <p:cNvSpPr/>
          <p:nvPr/>
        </p:nvSpPr>
        <p:spPr>
          <a:xfrm>
            <a:off x="380990" y="5048124"/>
            <a:ext cx="11423364" cy="1301717"/>
          </a:xfrm>
          <a:prstGeom prst="roundRect">
            <a:avLst>
              <a:gd name="adj" fmla="val 7317"/>
            </a:avLst>
          </a:prstGeom>
          <a:solidFill>
            <a:srgbClr val="EAEDF5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30" name="Заголовок 29">
            <a:extLst>
              <a:ext uri="{FF2B5EF4-FFF2-40B4-BE49-F238E27FC236}">
                <a16:creationId xmlns:a16="http://schemas.microsoft.com/office/drawing/2014/main" id="{0FFCDF5B-4079-42F3-9676-05A5E1498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DF9AFE4-36F4-4F94-84E6-8EEE2017E4E2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pPr>
              <a:defRPr/>
            </a:pPr>
            <a:fld id="{36AC9BD9-2152-4D47-BB3C-1D9B4604EA4C}" type="slidenum">
              <a:rPr lang="ru-RU" smtClean="0"/>
              <a:pPr>
                <a:defRPr/>
              </a:pPr>
              <a:t>43</a:t>
            </a:fld>
            <a:endParaRPr lang="ru-RU" dirty="0"/>
          </a:p>
        </p:txBody>
      </p:sp>
      <p:sp>
        <p:nvSpPr>
          <p:cNvPr id="31" name="Текст 30">
            <a:extLst>
              <a:ext uri="{FF2B5EF4-FFF2-40B4-BE49-F238E27FC236}">
                <a16:creationId xmlns:a16="http://schemas.microsoft.com/office/drawing/2014/main" id="{4D451AEC-E740-422C-822E-CD1B736F605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2" name="Текст 31">
            <a:extLst>
              <a:ext uri="{FF2B5EF4-FFF2-40B4-BE49-F238E27FC236}">
                <a16:creationId xmlns:a16="http://schemas.microsoft.com/office/drawing/2014/main" id="{A0B3A451-07D3-4518-A86D-716E6F3515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3" name="Текст 32">
            <a:extLst>
              <a:ext uri="{FF2B5EF4-FFF2-40B4-BE49-F238E27FC236}">
                <a16:creationId xmlns:a16="http://schemas.microsoft.com/office/drawing/2014/main" id="{5983BA6B-4744-4521-9EB9-AFF6CA69DC8A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4" name="Текст 33">
            <a:extLst>
              <a:ext uri="{FF2B5EF4-FFF2-40B4-BE49-F238E27FC236}">
                <a16:creationId xmlns:a16="http://schemas.microsoft.com/office/drawing/2014/main" id="{B1BCCF3F-D99F-4579-B880-807AAE4596D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ru-RU"/>
          </a:p>
        </p:txBody>
      </p:sp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DE29F8D7-FE75-44FF-BFFF-AA1084221B4F}"/>
              </a:ext>
            </a:extLst>
          </p:cNvPr>
          <p:cNvGrpSpPr/>
          <p:nvPr/>
        </p:nvGrpSpPr>
        <p:grpSpPr>
          <a:xfrm>
            <a:off x="610347" y="1588229"/>
            <a:ext cx="364406" cy="364397"/>
            <a:chOff x="610347" y="1588229"/>
            <a:chExt cx="364406" cy="364397"/>
          </a:xfrm>
        </p:grpSpPr>
        <p:pic>
          <p:nvPicPr>
            <p:cNvPr id="36" name="Star 3 (Stroke) [Figma I9887:51536;7965:11807]" descr="Star 3 (Stroke). векторный контур">
              <a:extLst>
                <a:ext uri="{FF2B5EF4-FFF2-40B4-BE49-F238E27FC236}">
                  <a16:creationId xmlns:a16="http://schemas.microsoft.com/office/drawing/2014/main" id="{E682EA72-1502-4E79-8AF0-45030BE7C2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10347" y="1588229"/>
              <a:ext cx="364406" cy="364397"/>
            </a:xfrm>
            <a:prstGeom prst="rect">
              <a:avLst/>
            </a:prstGeom>
          </p:spPr>
        </p:pic>
        <p:pic>
          <p:nvPicPr>
            <p:cNvPr id="37" name="Vector 32 (Stroke) [Figma I9887:51536;7965:11808]" descr="Vector 32 (Stroke). векторный контур">
              <a:extLst>
                <a:ext uri="{FF2B5EF4-FFF2-40B4-BE49-F238E27FC236}">
                  <a16:creationId xmlns:a16="http://schemas.microsoft.com/office/drawing/2014/main" id="{C7E0A7A2-41E0-4B65-9831-A405866F63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22356" y="1719641"/>
              <a:ext cx="138893" cy="102292"/>
            </a:xfrm>
            <a:prstGeom prst="rect">
              <a:avLst/>
            </a:prstGeom>
          </p:spPr>
        </p:pic>
      </p:grpSp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6205E07D-DF60-4E4E-9809-464A9354CCF5}"/>
              </a:ext>
            </a:extLst>
          </p:cNvPr>
          <p:cNvGrpSpPr/>
          <p:nvPr/>
        </p:nvGrpSpPr>
        <p:grpSpPr>
          <a:xfrm>
            <a:off x="6385528" y="1588229"/>
            <a:ext cx="364406" cy="364397"/>
            <a:chOff x="6385528" y="1588229"/>
            <a:chExt cx="364406" cy="364397"/>
          </a:xfrm>
        </p:grpSpPr>
        <p:pic>
          <p:nvPicPr>
            <p:cNvPr id="39" name="Star 3 (Stroke) [Figma I9887:51579;7965:11807]" descr="Star 3 (Stroke). векторный контур">
              <a:extLst>
                <a:ext uri="{FF2B5EF4-FFF2-40B4-BE49-F238E27FC236}">
                  <a16:creationId xmlns:a16="http://schemas.microsoft.com/office/drawing/2014/main" id="{5F5845D0-15DD-4C52-A24B-B957EB3DAD9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385528" y="1588229"/>
              <a:ext cx="364406" cy="364397"/>
            </a:xfrm>
            <a:prstGeom prst="rect">
              <a:avLst/>
            </a:prstGeom>
          </p:spPr>
        </p:pic>
        <p:pic>
          <p:nvPicPr>
            <p:cNvPr id="40" name="Vector 32 (Stroke) [Figma I9887:51579;7965:11808]" descr="Vector 32 (Stroke). векторный контур">
              <a:extLst>
                <a:ext uri="{FF2B5EF4-FFF2-40B4-BE49-F238E27FC236}">
                  <a16:creationId xmlns:a16="http://schemas.microsoft.com/office/drawing/2014/main" id="{85981F41-4D0A-4636-BE73-1EA1CA4B898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497537" y="1719641"/>
              <a:ext cx="138893" cy="102292"/>
            </a:xfrm>
            <a:prstGeom prst="rect">
              <a:avLst/>
            </a:prstGeom>
          </p:spPr>
        </p:pic>
      </p:grpSp>
      <p:grpSp>
        <p:nvGrpSpPr>
          <p:cNvPr id="41" name="Группа 40">
            <a:extLst>
              <a:ext uri="{FF2B5EF4-FFF2-40B4-BE49-F238E27FC236}">
                <a16:creationId xmlns:a16="http://schemas.microsoft.com/office/drawing/2014/main" id="{D4162324-A5F8-4203-A9B0-D80187DB2AD6}"/>
              </a:ext>
            </a:extLst>
          </p:cNvPr>
          <p:cNvGrpSpPr/>
          <p:nvPr/>
        </p:nvGrpSpPr>
        <p:grpSpPr>
          <a:xfrm>
            <a:off x="584951" y="5246283"/>
            <a:ext cx="238224" cy="238218"/>
            <a:chOff x="584951" y="5246283"/>
            <a:chExt cx="238224" cy="238218"/>
          </a:xfrm>
        </p:grpSpPr>
        <p:pic>
          <p:nvPicPr>
            <p:cNvPr id="42" name="Star 3 (Stroke) [Figma I9887:51622;7965:11807]" descr="Star 3 (Stroke). векторный контур">
              <a:extLst>
                <a:ext uri="{FF2B5EF4-FFF2-40B4-BE49-F238E27FC236}">
                  <a16:creationId xmlns:a16="http://schemas.microsoft.com/office/drawing/2014/main" id="{44E36F9B-7D78-4439-AFA3-2D899C00C1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84951" y="5246283"/>
              <a:ext cx="238224" cy="238218"/>
            </a:xfrm>
            <a:prstGeom prst="rect">
              <a:avLst/>
            </a:prstGeom>
          </p:spPr>
        </p:pic>
        <p:pic>
          <p:nvPicPr>
            <p:cNvPr id="43" name="Vector 32 (Stroke) [Figma I9887:51622;7965:11808]" descr="Vector 32 (Stroke). векторный контур">
              <a:extLst>
                <a:ext uri="{FF2B5EF4-FFF2-40B4-BE49-F238E27FC236}">
                  <a16:creationId xmlns:a16="http://schemas.microsoft.com/office/drawing/2014/main" id="{6029ACA9-CCB4-4739-B706-B9F56FEE000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58176" y="5332205"/>
              <a:ext cx="90798" cy="66872"/>
            </a:xfrm>
            <a:prstGeom prst="rect">
              <a:avLst/>
            </a:prstGeom>
          </p:spPr>
        </p:pic>
      </p:grpSp>
      <p:graphicFrame>
        <p:nvGraphicFramePr>
          <p:cNvPr id="46" name="Диаграмма 45">
            <a:extLst>
              <a:ext uri="{FF2B5EF4-FFF2-40B4-BE49-F238E27FC236}">
                <a16:creationId xmlns:a16="http://schemas.microsoft.com/office/drawing/2014/main" id="{17D6F7AC-735D-4821-BA09-1F015A6140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10475793"/>
              </p:ext>
            </p:extLst>
          </p:nvPr>
        </p:nvGraphicFramePr>
        <p:xfrm>
          <a:off x="461010" y="2298700"/>
          <a:ext cx="5374640" cy="24971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graphicFrame>
        <p:nvGraphicFramePr>
          <p:cNvPr id="26" name="Диаграмма 25">
            <a:extLst>
              <a:ext uri="{FF2B5EF4-FFF2-40B4-BE49-F238E27FC236}">
                <a16:creationId xmlns:a16="http://schemas.microsoft.com/office/drawing/2014/main" id="{F2E47667-9B93-445D-ACEC-914AD6C56A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5117075"/>
              </p:ext>
            </p:extLst>
          </p:nvPr>
        </p:nvGraphicFramePr>
        <p:xfrm>
          <a:off x="6292835" y="2290704"/>
          <a:ext cx="5374640" cy="24971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</p:spTree>
    <p:extLst>
      <p:ext uri="{BB962C8B-B14F-4D97-AF65-F5344CB8AC3E}">
        <p14:creationId xmlns:p14="http://schemas.microsoft.com/office/powerpoint/2010/main" val="21964598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to-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6C0F9147-10D7-45BA-BE78-0CBE6E95753A}"/>
              </a:ext>
            </a:extLst>
          </p:cNvPr>
          <p:cNvGrpSpPr/>
          <p:nvPr/>
        </p:nvGrpSpPr>
        <p:grpSpPr>
          <a:xfrm>
            <a:off x="371474" y="1367182"/>
            <a:ext cx="5652000" cy="4982660"/>
            <a:chOff x="371474" y="1367182"/>
            <a:chExt cx="5652000" cy="4982660"/>
          </a:xfrm>
        </p:grpSpPr>
        <p:sp>
          <p:nvSpPr>
            <p:cNvPr id="21" name="Прямоугольник: скругленные верхние углы 20">
              <a:extLst>
                <a:ext uri="{FF2B5EF4-FFF2-40B4-BE49-F238E27FC236}">
                  <a16:creationId xmlns:a16="http://schemas.microsoft.com/office/drawing/2014/main" id="{25F8F2EB-150D-420A-AA90-7534FCAA0574}"/>
                </a:ext>
              </a:extLst>
            </p:cNvPr>
            <p:cNvSpPr/>
            <p:nvPr userDrawn="1"/>
          </p:nvSpPr>
          <p:spPr>
            <a:xfrm>
              <a:off x="371474" y="1367182"/>
              <a:ext cx="5652000" cy="788400"/>
            </a:xfrm>
            <a:prstGeom prst="round2SameRect">
              <a:avLst>
                <a:gd name="adj1" fmla="val 14734"/>
                <a:gd name="adj2" fmla="val 0"/>
              </a:avLst>
            </a:prstGeom>
            <a:solidFill>
              <a:srgbClr val="EAED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VTB Group Book" panose="020B0503040504020204" pitchFamily="34" charset="-52"/>
              </a:endParaRPr>
            </a:p>
          </p:txBody>
        </p:sp>
        <p:sp>
          <p:nvSpPr>
            <p:cNvPr id="22" name="Frame — фон [Figma 9043:6367:background]">
              <a:extLst>
                <a:ext uri="{FF2B5EF4-FFF2-40B4-BE49-F238E27FC236}">
                  <a16:creationId xmlns:a16="http://schemas.microsoft.com/office/drawing/2014/main" id="{4D5EF00D-5714-4DE0-8B67-2A7982BDE1B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380999" y="2155582"/>
              <a:ext cx="5641976" cy="4194260"/>
            </a:xfrm>
            <a:prstGeom prst="round2SameRect">
              <a:avLst>
                <a:gd name="adj1" fmla="val 2146"/>
                <a:gd name="adj2" fmla="val 0"/>
              </a:avLst>
            </a:prstGeom>
            <a:solidFill>
              <a:srgbClr val="EAEDF5">
                <a:alpha val="50195"/>
              </a:srgbClr>
            </a:solidFill>
            <a:ln w="12700">
              <a:solidFill>
                <a:srgbClr val="FFFFFF">
                  <a:alpha val="0"/>
                </a:srgbClr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TB Group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TB Group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TB Group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TB Group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TB Group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9pPr>
            </a:lstStyle>
            <a:p>
              <a:pPr eaLnBrk="1" hangingPunct="1">
                <a:defRPr/>
              </a:pPr>
              <a:endParaRPr lang="ru-RU" altLang="ru-RU" dirty="0">
                <a:latin typeface="VTB Group Book" panose="020B0503040504020204" pitchFamily="34" charset="-52"/>
              </a:endParaRPr>
            </a:p>
          </p:txBody>
        </p:sp>
      </p:grp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42D12503-7A67-446B-ADA7-376613A77576}"/>
              </a:ext>
            </a:extLst>
          </p:cNvPr>
          <p:cNvGrpSpPr/>
          <p:nvPr/>
        </p:nvGrpSpPr>
        <p:grpSpPr>
          <a:xfrm>
            <a:off x="6159499" y="1376363"/>
            <a:ext cx="5661026" cy="4973478"/>
            <a:chOff x="6159499" y="1376363"/>
            <a:chExt cx="5661026" cy="4973478"/>
          </a:xfrm>
        </p:grpSpPr>
        <p:sp>
          <p:nvSpPr>
            <p:cNvPr id="24" name="Прямоугольник: скругленные верхние углы 23">
              <a:extLst>
                <a:ext uri="{FF2B5EF4-FFF2-40B4-BE49-F238E27FC236}">
                  <a16:creationId xmlns:a16="http://schemas.microsoft.com/office/drawing/2014/main" id="{8D1EAD19-B3DE-4190-A328-C107BD01739C}"/>
                </a:ext>
              </a:extLst>
            </p:cNvPr>
            <p:cNvSpPr/>
            <p:nvPr userDrawn="1"/>
          </p:nvSpPr>
          <p:spPr>
            <a:xfrm>
              <a:off x="6159499" y="1376363"/>
              <a:ext cx="5652000" cy="788400"/>
            </a:xfrm>
            <a:prstGeom prst="round2SameRect">
              <a:avLst>
                <a:gd name="adj1" fmla="val 14734"/>
                <a:gd name="adj2" fmla="val 0"/>
              </a:avLst>
            </a:prstGeom>
            <a:gradFill>
              <a:gsLst>
                <a:gs pos="30000">
                  <a:schemeClr val="accent1"/>
                </a:gs>
                <a:gs pos="100000">
                  <a:schemeClr val="accent4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>
                <a:latin typeface="VTB Group Book" panose="020B0503040504020204" pitchFamily="34" charset="-52"/>
              </a:endParaRPr>
            </a:p>
          </p:txBody>
        </p:sp>
        <p:sp>
          <p:nvSpPr>
            <p:cNvPr id="25" name="Frame — фон [Figma 9043:6367:background]">
              <a:extLst>
                <a:ext uri="{FF2B5EF4-FFF2-40B4-BE49-F238E27FC236}">
                  <a16:creationId xmlns:a16="http://schemas.microsoft.com/office/drawing/2014/main" id="{80AEBCB1-E879-4C9F-AFA2-A53AF7BB8CA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rot="10800000">
              <a:off x="6169025" y="2164763"/>
              <a:ext cx="5651500" cy="4185078"/>
            </a:xfrm>
            <a:prstGeom prst="round2SameRect">
              <a:avLst>
                <a:gd name="adj1" fmla="val 2146"/>
                <a:gd name="adj2" fmla="val 0"/>
              </a:avLst>
            </a:prstGeom>
            <a:solidFill>
              <a:srgbClr val="EAEDF5">
                <a:alpha val="50195"/>
              </a:srgbClr>
            </a:solidFill>
            <a:ln w="12700">
              <a:solidFill>
                <a:srgbClr val="FFFFFF">
                  <a:alpha val="0"/>
                </a:srgbClr>
              </a:solidFill>
              <a:round/>
              <a:headEnd/>
              <a:tailEnd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VTB Group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TB Group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TB Group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TB Group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TB Group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TB Group"/>
                </a:defRPr>
              </a:lvl9pPr>
            </a:lstStyle>
            <a:p>
              <a:pPr eaLnBrk="1" hangingPunct="1">
                <a:defRPr/>
              </a:pPr>
              <a:endParaRPr lang="ru-RU" altLang="ru-RU" dirty="0">
                <a:latin typeface="VTB Group Book" panose="020B0503040504020204" pitchFamily="34" charset="-52"/>
              </a:endParaRPr>
            </a:p>
          </p:txBody>
        </p:sp>
      </p:grp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C94BDC33-9FB0-4EA5-931C-AB92F9707218}"/>
              </a:ext>
            </a:extLst>
          </p:cNvPr>
          <p:cNvGrpSpPr/>
          <p:nvPr/>
        </p:nvGrpSpPr>
        <p:grpSpPr>
          <a:xfrm>
            <a:off x="571700" y="1555910"/>
            <a:ext cx="427213" cy="427225"/>
            <a:chOff x="571700" y="1555910"/>
            <a:chExt cx="427213" cy="427225"/>
          </a:xfrm>
        </p:grpSpPr>
        <p:pic>
          <p:nvPicPr>
            <p:cNvPr id="27" name="Star 3 (Stroke) [Figma I9887:64182;7965:11807]" descr="Star 3 (Stroke). векторный контур">
              <a:extLst>
                <a:ext uri="{FF2B5EF4-FFF2-40B4-BE49-F238E27FC236}">
                  <a16:creationId xmlns:a16="http://schemas.microsoft.com/office/drawing/2014/main" id="{72C0593D-2FD7-465F-A0D7-AEA5F125FF1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71700" y="1555910"/>
              <a:ext cx="427213" cy="427225"/>
            </a:xfrm>
            <a:prstGeom prst="rect">
              <a:avLst/>
            </a:prstGeom>
          </p:spPr>
        </p:pic>
        <p:pic>
          <p:nvPicPr>
            <p:cNvPr id="28" name="Vector 32 (Stroke) [Figma I9887:64182;7965:11808]" descr="Vector 32 (Stroke). векторный контур">
              <a:extLst>
                <a:ext uri="{FF2B5EF4-FFF2-40B4-BE49-F238E27FC236}">
                  <a16:creationId xmlns:a16="http://schemas.microsoft.com/office/drawing/2014/main" id="{5F5CCF04-4D1E-422B-9273-6A99B4AD3C2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03015" y="1709992"/>
              <a:ext cx="162833" cy="119928"/>
            </a:xfrm>
            <a:prstGeom prst="rect">
              <a:avLst/>
            </a:prstGeom>
          </p:spPr>
        </p:pic>
      </p:grp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ADA34274-4DA4-4832-A9A3-AF54D8124DB7}"/>
              </a:ext>
            </a:extLst>
          </p:cNvPr>
          <p:cNvGrpSpPr/>
          <p:nvPr/>
        </p:nvGrpSpPr>
        <p:grpSpPr>
          <a:xfrm>
            <a:off x="6366413" y="1588676"/>
            <a:ext cx="396084" cy="363305"/>
            <a:chOff x="6366413" y="1588676"/>
            <a:chExt cx="396084" cy="363305"/>
          </a:xfrm>
        </p:grpSpPr>
        <p:pic>
          <p:nvPicPr>
            <p:cNvPr id="30" name="Vector [Figma I9887:64221;7965:11814]" descr="Vector. векторный контур">
              <a:extLst>
                <a:ext uri="{FF2B5EF4-FFF2-40B4-BE49-F238E27FC236}">
                  <a16:creationId xmlns:a16="http://schemas.microsoft.com/office/drawing/2014/main" id="{726EE6BE-6E25-48E3-955B-5395ED591C2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366413" y="1588676"/>
              <a:ext cx="261351" cy="363305"/>
            </a:xfrm>
            <a:prstGeom prst="rect">
              <a:avLst/>
            </a:prstGeom>
          </p:spPr>
        </p:pic>
        <p:pic>
          <p:nvPicPr>
            <p:cNvPr id="31" name="Union [Figma I9887:64221;7965:11815]" descr="Union. векторный контур">
              <a:extLst>
                <a:ext uri="{FF2B5EF4-FFF2-40B4-BE49-F238E27FC236}">
                  <a16:creationId xmlns:a16="http://schemas.microsoft.com/office/drawing/2014/main" id="{6F1C3275-62CD-4345-95A3-245884A1B57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590834" y="1588676"/>
              <a:ext cx="171663" cy="363305"/>
            </a:xfrm>
            <a:prstGeom prst="rect">
              <a:avLst/>
            </a:prstGeom>
          </p:spPr>
        </p:pic>
      </p:grp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07DE412F-C23C-4EA7-9E49-2DA9BC949951}"/>
              </a:ext>
            </a:extLst>
          </p:cNvPr>
          <p:cNvGrpSpPr/>
          <p:nvPr/>
        </p:nvGrpSpPr>
        <p:grpSpPr>
          <a:xfrm>
            <a:off x="6409780" y="2416884"/>
            <a:ext cx="335147" cy="307422"/>
            <a:chOff x="6409780" y="2416884"/>
            <a:chExt cx="335147" cy="307422"/>
          </a:xfrm>
        </p:grpSpPr>
        <p:pic>
          <p:nvPicPr>
            <p:cNvPr id="33" name="Vector [Figma I9887:64227;7965:11814]" descr="Vector. векторный контур">
              <a:extLst>
                <a:ext uri="{FF2B5EF4-FFF2-40B4-BE49-F238E27FC236}">
                  <a16:creationId xmlns:a16="http://schemas.microsoft.com/office/drawing/2014/main" id="{05FEDF07-6FEF-4C38-855E-DE64F82EB78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409780" y="2416884"/>
              <a:ext cx="221141" cy="307422"/>
            </a:xfrm>
            <a:prstGeom prst="rect">
              <a:avLst/>
            </a:prstGeom>
          </p:spPr>
        </p:pic>
        <p:pic>
          <p:nvPicPr>
            <p:cNvPr id="34" name="Union [Figma I9887:64227;7965:11815]" descr="Union. векторный контур">
              <a:extLst>
                <a:ext uri="{FF2B5EF4-FFF2-40B4-BE49-F238E27FC236}">
                  <a16:creationId xmlns:a16="http://schemas.microsoft.com/office/drawing/2014/main" id="{8802873E-EB35-408C-BCF0-1B7833EF98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599674" y="2416884"/>
              <a:ext cx="145253" cy="307422"/>
            </a:xfrm>
            <a:prstGeom prst="rect">
              <a:avLst/>
            </a:prstGeom>
          </p:spPr>
        </p:pic>
      </p:grpSp>
      <p:sp>
        <p:nvSpPr>
          <p:cNvPr id="35" name="Текст 73">
            <a:extLst>
              <a:ext uri="{FF2B5EF4-FFF2-40B4-BE49-F238E27FC236}">
                <a16:creationId xmlns:a16="http://schemas.microsoft.com/office/drawing/2014/main" id="{2DFAB8E7-0F23-44B0-9D5A-89331B3EB64D}"/>
              </a:ext>
            </a:extLst>
          </p:cNvPr>
          <p:cNvSpPr txBox="1">
            <a:spLocks/>
          </p:cNvSpPr>
          <p:nvPr/>
        </p:nvSpPr>
        <p:spPr>
          <a:xfrm>
            <a:off x="6372735" y="3423620"/>
            <a:ext cx="415242" cy="30742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rtl="0" eaLnBrk="0" fontAlgn="base" hangingPunct="0">
              <a:lnSpc>
                <a:spcPts val="26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00" kern="400" spc="-1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VTB Group Book" panose="020B0503040504020204" pitchFamily="34" charset="-52"/>
              </a:rPr>
              <a:t>01</a:t>
            </a:r>
            <a:endParaRPr lang="ru-RU" dirty="0">
              <a:latin typeface="VTB Group Book" panose="020B0503040504020204" pitchFamily="34" charset="-52"/>
            </a:endParaRPr>
          </a:p>
        </p:txBody>
      </p:sp>
      <p:graphicFrame>
        <p:nvGraphicFramePr>
          <p:cNvPr id="36" name="Диаграмма 35">
            <a:extLst>
              <a:ext uri="{FF2B5EF4-FFF2-40B4-BE49-F238E27FC236}">
                <a16:creationId xmlns:a16="http://schemas.microsoft.com/office/drawing/2014/main" id="{4630304A-9914-47CA-9EF3-26BCF696B9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5439926"/>
              </p:ext>
            </p:extLst>
          </p:nvPr>
        </p:nvGraphicFramePr>
        <p:xfrm>
          <a:off x="703014" y="2523364"/>
          <a:ext cx="5142767" cy="29767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37" name="Текст 69">
            <a:extLst>
              <a:ext uri="{FF2B5EF4-FFF2-40B4-BE49-F238E27FC236}">
                <a16:creationId xmlns:a16="http://schemas.microsoft.com/office/drawing/2014/main" id="{77A40BDF-AD93-40AE-9FAD-F3E76641870A}"/>
              </a:ext>
            </a:extLst>
          </p:cNvPr>
          <p:cNvSpPr txBox="1">
            <a:spLocks/>
          </p:cNvSpPr>
          <p:nvPr/>
        </p:nvSpPr>
        <p:spPr>
          <a:xfrm>
            <a:off x="1222476" y="5274615"/>
            <a:ext cx="297049" cy="16259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ctr" rtl="0" eaLnBrk="0" fontAlgn="base" hangingPunct="0">
              <a:lnSpc>
                <a:spcPts val="14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200" spc="-100" baseline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VTB Group Book" panose="020B0503040504020204" pitchFamily="34" charset="-52"/>
              </a:rPr>
              <a:t>01</a:t>
            </a:r>
          </a:p>
        </p:txBody>
      </p:sp>
      <p:sp>
        <p:nvSpPr>
          <p:cNvPr id="38" name="Текст 69">
            <a:extLst>
              <a:ext uri="{FF2B5EF4-FFF2-40B4-BE49-F238E27FC236}">
                <a16:creationId xmlns:a16="http://schemas.microsoft.com/office/drawing/2014/main" id="{3127FA04-0045-42C0-8083-D6F54B023380}"/>
              </a:ext>
            </a:extLst>
          </p:cNvPr>
          <p:cNvSpPr txBox="1">
            <a:spLocks/>
          </p:cNvSpPr>
          <p:nvPr/>
        </p:nvSpPr>
        <p:spPr>
          <a:xfrm>
            <a:off x="703015" y="3217257"/>
            <a:ext cx="297049" cy="16259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ctr" rtl="0" eaLnBrk="0" fontAlgn="base" hangingPunct="0">
              <a:lnSpc>
                <a:spcPts val="14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200" spc="-100" baseline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VTB Group Book" panose="020B0503040504020204" pitchFamily="34" charset="-52"/>
              </a:rPr>
              <a:t>01</a:t>
            </a:r>
          </a:p>
        </p:txBody>
      </p:sp>
      <p:sp>
        <p:nvSpPr>
          <p:cNvPr id="39" name="Текст 69">
            <a:extLst>
              <a:ext uri="{FF2B5EF4-FFF2-40B4-BE49-F238E27FC236}">
                <a16:creationId xmlns:a16="http://schemas.microsoft.com/office/drawing/2014/main" id="{BE61C3C3-A8DF-4380-8D49-4F84418EA193}"/>
              </a:ext>
            </a:extLst>
          </p:cNvPr>
          <p:cNvSpPr txBox="1">
            <a:spLocks/>
          </p:cNvSpPr>
          <p:nvPr/>
        </p:nvSpPr>
        <p:spPr>
          <a:xfrm>
            <a:off x="1371000" y="2590431"/>
            <a:ext cx="297049" cy="16259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ctr" rtl="0" eaLnBrk="0" fontAlgn="base" hangingPunct="0">
              <a:lnSpc>
                <a:spcPts val="14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200" spc="-100" baseline="0">
                <a:solidFill>
                  <a:schemeClr val="accent3"/>
                </a:solidFill>
                <a:latin typeface="+mj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VTB Group Book" panose="020B0503040504020204" pitchFamily="34" charset="-52"/>
              </a:rPr>
              <a:t>01</a:t>
            </a:r>
          </a:p>
        </p:txBody>
      </p:sp>
      <p:sp>
        <p:nvSpPr>
          <p:cNvPr id="40" name="Полилиния: фигура 39">
            <a:extLst>
              <a:ext uri="{FF2B5EF4-FFF2-40B4-BE49-F238E27FC236}">
                <a16:creationId xmlns:a16="http://schemas.microsoft.com/office/drawing/2014/main" id="{4E4409A7-1AB9-4AED-83F4-3ACF12C8A9AF}"/>
              </a:ext>
            </a:extLst>
          </p:cNvPr>
          <p:cNvSpPr/>
          <p:nvPr/>
        </p:nvSpPr>
        <p:spPr>
          <a:xfrm>
            <a:off x="1358900" y="2771778"/>
            <a:ext cx="536575" cy="368300"/>
          </a:xfrm>
          <a:custGeom>
            <a:avLst/>
            <a:gdLst>
              <a:gd name="connsiteX0" fmla="*/ 536575 w 536575"/>
              <a:gd name="connsiteY0" fmla="*/ 368300 h 368300"/>
              <a:gd name="connsiteX1" fmla="*/ 317500 w 536575"/>
              <a:gd name="connsiteY1" fmla="*/ 0 h 368300"/>
              <a:gd name="connsiteX2" fmla="*/ 0 w 536575"/>
              <a:gd name="connsiteY2" fmla="*/ 0 h 368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6575" h="368300">
                <a:moveTo>
                  <a:pt x="536575" y="368300"/>
                </a:moveTo>
                <a:lnTo>
                  <a:pt x="317500" y="0"/>
                </a:lnTo>
                <a:lnTo>
                  <a:pt x="0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41" name="Полилиния: фигура 40">
            <a:extLst>
              <a:ext uri="{FF2B5EF4-FFF2-40B4-BE49-F238E27FC236}">
                <a16:creationId xmlns:a16="http://schemas.microsoft.com/office/drawing/2014/main" id="{53F02F0F-95EE-4E37-B7A1-4F595FB7FA71}"/>
              </a:ext>
            </a:extLst>
          </p:cNvPr>
          <p:cNvSpPr/>
          <p:nvPr/>
        </p:nvSpPr>
        <p:spPr>
          <a:xfrm>
            <a:off x="2420938" y="2498728"/>
            <a:ext cx="222250" cy="488950"/>
          </a:xfrm>
          <a:custGeom>
            <a:avLst/>
            <a:gdLst>
              <a:gd name="connsiteX0" fmla="*/ 0 w 222250"/>
              <a:gd name="connsiteY0" fmla="*/ 488950 h 488950"/>
              <a:gd name="connsiteX1" fmla="*/ 0 w 222250"/>
              <a:gd name="connsiteY1" fmla="*/ 0 h 488950"/>
              <a:gd name="connsiteX2" fmla="*/ 222250 w 222250"/>
              <a:gd name="connsiteY2" fmla="*/ 0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2250" h="488950">
                <a:moveTo>
                  <a:pt x="0" y="488950"/>
                </a:moveTo>
                <a:lnTo>
                  <a:pt x="0" y="0"/>
                </a:lnTo>
                <a:lnTo>
                  <a:pt x="222250" y="0"/>
                </a:lnTo>
              </a:path>
            </a:pathLst>
          </a:custGeom>
          <a:noFill/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42" name="Текст 69">
            <a:extLst>
              <a:ext uri="{FF2B5EF4-FFF2-40B4-BE49-F238E27FC236}">
                <a16:creationId xmlns:a16="http://schemas.microsoft.com/office/drawing/2014/main" id="{C0649339-5BE0-4B63-82A5-57481C119D3D}"/>
              </a:ext>
            </a:extLst>
          </p:cNvPr>
          <p:cNvSpPr txBox="1">
            <a:spLocks/>
          </p:cNvSpPr>
          <p:nvPr/>
        </p:nvSpPr>
        <p:spPr>
          <a:xfrm>
            <a:off x="2383538" y="2304671"/>
            <a:ext cx="297049" cy="162591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ctr" rtl="0" eaLnBrk="0" fontAlgn="base" hangingPunct="0">
              <a:lnSpc>
                <a:spcPts val="14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200" spc="-100" baseline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VTB Group Book" panose="020B0503040504020204" pitchFamily="34" charset="-52"/>
              </a:rPr>
              <a:t>01</a:t>
            </a:r>
          </a:p>
        </p:txBody>
      </p:sp>
      <p:sp>
        <p:nvSpPr>
          <p:cNvPr id="13" name="Заголовок 12">
            <a:extLst>
              <a:ext uri="{FF2B5EF4-FFF2-40B4-BE49-F238E27FC236}">
                <a16:creationId xmlns:a16="http://schemas.microsoft.com/office/drawing/2014/main" id="{2BC057FB-3255-45FD-AE7E-C215459E5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5023068-7EBB-4B1F-9DB1-2D70319E834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pPr>
              <a:defRPr/>
            </a:pPr>
            <a:fld id="{36AC9BD9-2152-4D47-BB3C-1D9B4604EA4C}" type="slidenum">
              <a:rPr lang="ru-RU" smtClean="0"/>
              <a:pPr>
                <a:defRPr/>
              </a:pPr>
              <a:t>44</a:t>
            </a:fld>
            <a:endParaRPr lang="ru-RU" dirty="0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08AF6DD1-18C2-423A-B97C-6741A8D1AE4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BC4261F6-8B52-4D16-B839-9D47025AB8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C00EF6BC-4619-49A7-ADA0-8AD9C88A7EB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7268FE83-C2B0-4F75-8799-63C4310660C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119E3E4F-669E-4DFE-9C11-5D12FAC2A72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D1155767-38C7-4A3D-B8CD-0F03E48E4BC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87686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to-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Диаграмма 29">
            <a:extLst>
              <a:ext uri="{FF2B5EF4-FFF2-40B4-BE49-F238E27FC236}">
                <a16:creationId xmlns:a16="http://schemas.microsoft.com/office/drawing/2014/main" id="{0EC780BE-53FF-47D6-86F6-62CD8DE289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43651027"/>
              </p:ext>
            </p:extLst>
          </p:nvPr>
        </p:nvGraphicFramePr>
        <p:xfrm>
          <a:off x="5029073" y="1214438"/>
          <a:ext cx="6852406" cy="5262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1" name="Frame — фон [Figma 9887:63875:background]">
            <a:extLst>
              <a:ext uri="{FF2B5EF4-FFF2-40B4-BE49-F238E27FC236}">
                <a16:creationId xmlns:a16="http://schemas.microsoft.com/office/drawing/2014/main" id="{38F1A590-A502-4F27-B52A-EF2B27AF9142}"/>
              </a:ext>
            </a:extLst>
          </p:cNvPr>
          <p:cNvSpPr/>
          <p:nvPr/>
        </p:nvSpPr>
        <p:spPr>
          <a:xfrm>
            <a:off x="380990" y="4861870"/>
            <a:ext cx="4463938" cy="1614976"/>
          </a:xfrm>
          <a:prstGeom prst="roundRect">
            <a:avLst>
              <a:gd name="adj" fmla="val 5898"/>
            </a:avLst>
          </a:prstGeom>
          <a:solidFill>
            <a:srgbClr val="EAEDF5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Frame — фон [Figma 9887:63875:background]">
            <a:extLst>
              <a:ext uri="{FF2B5EF4-FFF2-40B4-BE49-F238E27FC236}">
                <a16:creationId xmlns:a16="http://schemas.microsoft.com/office/drawing/2014/main" id="{86F8910E-D7EB-4C7D-B702-A9809E25EB40}"/>
              </a:ext>
            </a:extLst>
          </p:cNvPr>
          <p:cNvSpPr/>
          <p:nvPr/>
        </p:nvSpPr>
        <p:spPr>
          <a:xfrm>
            <a:off x="380990" y="1377916"/>
            <a:ext cx="4463938" cy="1614976"/>
          </a:xfrm>
          <a:prstGeom prst="roundRect">
            <a:avLst>
              <a:gd name="adj" fmla="val 5898"/>
            </a:avLst>
          </a:prstGeom>
          <a:solidFill>
            <a:srgbClr val="EAEDF5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Frame 2147204092 — фон [Figma 9887:63916:background]">
            <a:extLst>
              <a:ext uri="{FF2B5EF4-FFF2-40B4-BE49-F238E27FC236}">
                <a16:creationId xmlns:a16="http://schemas.microsoft.com/office/drawing/2014/main" id="{452A5654-CD22-448C-ACD1-E4F894F711E6}"/>
              </a:ext>
            </a:extLst>
          </p:cNvPr>
          <p:cNvSpPr/>
          <p:nvPr/>
        </p:nvSpPr>
        <p:spPr>
          <a:xfrm>
            <a:off x="11032849" y="3129207"/>
            <a:ext cx="996925" cy="215895"/>
          </a:xfrm>
          <a:prstGeom prst="roundRect">
            <a:avLst>
              <a:gd name="adj" fmla="val 29412"/>
            </a:avLst>
          </a:prstGeom>
          <a:solidFill>
            <a:schemeClr val="accent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Frame — фон [Figma 9887:63875:background]">
            <a:extLst>
              <a:ext uri="{FF2B5EF4-FFF2-40B4-BE49-F238E27FC236}">
                <a16:creationId xmlns:a16="http://schemas.microsoft.com/office/drawing/2014/main" id="{D2E50FC5-7CF0-40F8-9885-A606563C0853}"/>
              </a:ext>
            </a:extLst>
          </p:cNvPr>
          <p:cNvSpPr/>
          <p:nvPr/>
        </p:nvSpPr>
        <p:spPr>
          <a:xfrm>
            <a:off x="380990" y="3110434"/>
            <a:ext cx="4463938" cy="1614976"/>
          </a:xfrm>
          <a:prstGeom prst="roundRect">
            <a:avLst>
              <a:gd name="adj" fmla="val 5898"/>
            </a:avLst>
          </a:prstGeom>
          <a:solidFill>
            <a:srgbClr val="EAEDF5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Текст 54">
            <a:extLst>
              <a:ext uri="{FF2B5EF4-FFF2-40B4-BE49-F238E27FC236}">
                <a16:creationId xmlns:a16="http://schemas.microsoft.com/office/drawing/2014/main" id="{2D6E7EB2-6C3B-45BB-9E50-709D2DE9883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738D2F11-8D74-4F5C-A21B-39B8773D1C4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2" name="Заголовок 51">
            <a:extLst>
              <a:ext uri="{FF2B5EF4-FFF2-40B4-BE49-F238E27FC236}">
                <a16:creationId xmlns:a16="http://schemas.microsoft.com/office/drawing/2014/main" id="{F3D442AD-E76B-41C1-8066-6E008B595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5023068-7EBB-4B1F-9DB1-2D70319E834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pPr>
              <a:defRPr/>
            </a:pPr>
            <a:fld id="{36AC9BD9-2152-4D47-BB3C-1D9B4604EA4C}" type="slidenum">
              <a:rPr lang="ru-RU" smtClean="0"/>
              <a:pPr>
                <a:defRPr/>
              </a:pPr>
              <a:t>45</a:t>
            </a:fld>
            <a:endParaRPr lang="ru-RU" dirty="0"/>
          </a:p>
        </p:txBody>
      </p:sp>
      <p:sp>
        <p:nvSpPr>
          <p:cNvPr id="53" name="Текст 52">
            <a:extLst>
              <a:ext uri="{FF2B5EF4-FFF2-40B4-BE49-F238E27FC236}">
                <a16:creationId xmlns:a16="http://schemas.microsoft.com/office/drawing/2014/main" id="{0549BFD8-037A-4666-93FE-B59E8AC7F01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4" name="Текст 53">
            <a:extLst>
              <a:ext uri="{FF2B5EF4-FFF2-40B4-BE49-F238E27FC236}">
                <a16:creationId xmlns:a16="http://schemas.microsoft.com/office/drawing/2014/main" id="{1110A61F-6F25-43A7-B2BA-40F1B44547D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7" name="Текст 56">
            <a:extLst>
              <a:ext uri="{FF2B5EF4-FFF2-40B4-BE49-F238E27FC236}">
                <a16:creationId xmlns:a16="http://schemas.microsoft.com/office/drawing/2014/main" id="{7B47DC67-121C-4FD3-B214-A76420AE014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8" name="Текст 57">
            <a:extLst>
              <a:ext uri="{FF2B5EF4-FFF2-40B4-BE49-F238E27FC236}">
                <a16:creationId xmlns:a16="http://schemas.microsoft.com/office/drawing/2014/main" id="{08423D2E-763E-4408-9F76-FF1578587A4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9" name="Текст 58">
            <a:extLst>
              <a:ext uri="{FF2B5EF4-FFF2-40B4-BE49-F238E27FC236}">
                <a16:creationId xmlns:a16="http://schemas.microsoft.com/office/drawing/2014/main" id="{03A1A7CC-F5D8-40CD-AAD2-EC40051EF4C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0" name="Текст 59">
            <a:extLst>
              <a:ext uri="{FF2B5EF4-FFF2-40B4-BE49-F238E27FC236}">
                <a16:creationId xmlns:a16="http://schemas.microsoft.com/office/drawing/2014/main" id="{D9696CA3-BCED-49E3-81CB-4DF20D8E225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1" name="Текст 60">
            <a:extLst>
              <a:ext uri="{FF2B5EF4-FFF2-40B4-BE49-F238E27FC236}">
                <a16:creationId xmlns:a16="http://schemas.microsoft.com/office/drawing/2014/main" id="{96EA8FB9-BEBA-4527-ACB2-9EA74F0CC43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2" name="Текст 61">
            <a:extLst>
              <a:ext uri="{FF2B5EF4-FFF2-40B4-BE49-F238E27FC236}">
                <a16:creationId xmlns:a16="http://schemas.microsoft.com/office/drawing/2014/main" id="{92A1C0BC-CE5C-4936-8007-E936A4D9400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3" name="Текст 62">
            <a:extLst>
              <a:ext uri="{FF2B5EF4-FFF2-40B4-BE49-F238E27FC236}">
                <a16:creationId xmlns:a16="http://schemas.microsoft.com/office/drawing/2014/main" id="{68E2AF52-838B-45DF-B75E-D529B502FDB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4" name="Текст 63">
            <a:extLst>
              <a:ext uri="{FF2B5EF4-FFF2-40B4-BE49-F238E27FC236}">
                <a16:creationId xmlns:a16="http://schemas.microsoft.com/office/drawing/2014/main" id="{F71F76D4-411D-4058-A754-84A19C9080A4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5" name="Текст 64">
            <a:extLst>
              <a:ext uri="{FF2B5EF4-FFF2-40B4-BE49-F238E27FC236}">
                <a16:creationId xmlns:a16="http://schemas.microsoft.com/office/drawing/2014/main" id="{5ABAFE11-540B-470F-AB95-43FB883CC9A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>
            <a:normAutofit fontScale="40000" lnSpcReduction="20000"/>
          </a:bodyPr>
          <a:lstStyle/>
          <a:p>
            <a:endParaRPr lang="ru-RU"/>
          </a:p>
        </p:txBody>
      </p:sp>
      <p:sp>
        <p:nvSpPr>
          <p:cNvPr id="66" name="Текст 65">
            <a:extLst>
              <a:ext uri="{FF2B5EF4-FFF2-40B4-BE49-F238E27FC236}">
                <a16:creationId xmlns:a16="http://schemas.microsoft.com/office/drawing/2014/main" id="{7B393F3B-428B-4E36-90FB-5E682110766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>
            <a:normAutofit fontScale="40000" lnSpcReduction="20000"/>
          </a:bodyPr>
          <a:lstStyle/>
          <a:p>
            <a:endParaRPr lang="ru-RU"/>
          </a:p>
        </p:txBody>
      </p:sp>
      <p:sp>
        <p:nvSpPr>
          <p:cNvPr id="67" name="Текст 66">
            <a:extLst>
              <a:ext uri="{FF2B5EF4-FFF2-40B4-BE49-F238E27FC236}">
                <a16:creationId xmlns:a16="http://schemas.microsoft.com/office/drawing/2014/main" id="{69E5370D-270F-448E-9D6A-56504C8A6620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>
            <a:normAutofit fontScale="40000" lnSpcReduction="20000"/>
          </a:bodyPr>
          <a:lstStyle/>
          <a:p>
            <a:endParaRPr lang="ru-RU"/>
          </a:p>
        </p:txBody>
      </p:sp>
      <p:sp>
        <p:nvSpPr>
          <p:cNvPr id="68" name="Текст 67">
            <a:extLst>
              <a:ext uri="{FF2B5EF4-FFF2-40B4-BE49-F238E27FC236}">
                <a16:creationId xmlns:a16="http://schemas.microsoft.com/office/drawing/2014/main" id="{153DFBCE-F88F-47F8-938B-294D84E3F1E2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>
            <a:normAutofit fontScale="40000" lnSpcReduction="20000"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02469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to-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FAB63A-95B2-4D4C-BF62-3A31FD328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9563017-C8F2-4E7D-9F81-B297512C515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pPr>
              <a:defRPr/>
            </a:pPr>
            <a:fld id="{36AC9BD9-2152-4D47-BB3C-1D9B4604EA4C}" type="slidenum">
              <a:rPr lang="ru-RU" smtClean="0"/>
              <a:pPr>
                <a:defRPr/>
              </a:pPr>
              <a:t>46</a:t>
            </a:fld>
            <a:endParaRPr lang="ru-RU" dirty="0"/>
          </a:p>
        </p:txBody>
      </p:sp>
      <p:graphicFrame>
        <p:nvGraphicFramePr>
          <p:cNvPr id="9" name="Таблица 2">
            <a:extLst>
              <a:ext uri="{FF2B5EF4-FFF2-40B4-BE49-F238E27FC236}">
                <a16:creationId xmlns:a16="http://schemas.microsoft.com/office/drawing/2014/main" id="{B77CCFFD-DAA4-479B-B08B-447F27AD0F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2111946"/>
              </p:ext>
            </p:extLst>
          </p:nvPr>
        </p:nvGraphicFramePr>
        <p:xfrm>
          <a:off x="371475" y="1376361"/>
          <a:ext cx="11439536" cy="4894260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28598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4971">
                  <a:extLst>
                    <a:ext uri="{9D8B030D-6E8A-4147-A177-3AD203B41FA5}">
                      <a16:colId xmlns:a16="http://schemas.microsoft.com/office/drawing/2014/main" val="989797410"/>
                    </a:ext>
                  </a:extLst>
                </a:gridCol>
                <a:gridCol w="714971">
                  <a:extLst>
                    <a:ext uri="{9D8B030D-6E8A-4147-A177-3AD203B41FA5}">
                      <a16:colId xmlns:a16="http://schemas.microsoft.com/office/drawing/2014/main" val="1371981354"/>
                    </a:ext>
                  </a:extLst>
                </a:gridCol>
                <a:gridCol w="714971">
                  <a:extLst>
                    <a:ext uri="{9D8B030D-6E8A-4147-A177-3AD203B41FA5}">
                      <a16:colId xmlns:a16="http://schemas.microsoft.com/office/drawing/2014/main" val="882941044"/>
                    </a:ext>
                  </a:extLst>
                </a:gridCol>
                <a:gridCol w="7149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4971">
                  <a:extLst>
                    <a:ext uri="{9D8B030D-6E8A-4147-A177-3AD203B41FA5}">
                      <a16:colId xmlns:a16="http://schemas.microsoft.com/office/drawing/2014/main" val="102689505"/>
                    </a:ext>
                  </a:extLst>
                </a:gridCol>
                <a:gridCol w="714971">
                  <a:extLst>
                    <a:ext uri="{9D8B030D-6E8A-4147-A177-3AD203B41FA5}">
                      <a16:colId xmlns:a16="http://schemas.microsoft.com/office/drawing/2014/main" val="3407901112"/>
                    </a:ext>
                  </a:extLst>
                </a:gridCol>
                <a:gridCol w="714971">
                  <a:extLst>
                    <a:ext uri="{9D8B030D-6E8A-4147-A177-3AD203B41FA5}">
                      <a16:colId xmlns:a16="http://schemas.microsoft.com/office/drawing/2014/main" val="1019945440"/>
                    </a:ext>
                  </a:extLst>
                </a:gridCol>
                <a:gridCol w="7149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4971">
                  <a:extLst>
                    <a:ext uri="{9D8B030D-6E8A-4147-A177-3AD203B41FA5}">
                      <a16:colId xmlns:a16="http://schemas.microsoft.com/office/drawing/2014/main" val="3029295106"/>
                    </a:ext>
                  </a:extLst>
                </a:gridCol>
                <a:gridCol w="714971">
                  <a:extLst>
                    <a:ext uri="{9D8B030D-6E8A-4147-A177-3AD203B41FA5}">
                      <a16:colId xmlns:a16="http://schemas.microsoft.com/office/drawing/2014/main" val="132519632"/>
                    </a:ext>
                  </a:extLst>
                </a:gridCol>
                <a:gridCol w="714971">
                  <a:extLst>
                    <a:ext uri="{9D8B030D-6E8A-4147-A177-3AD203B41FA5}">
                      <a16:colId xmlns:a16="http://schemas.microsoft.com/office/drawing/2014/main" val="3777044788"/>
                    </a:ext>
                  </a:extLst>
                </a:gridCol>
              </a:tblGrid>
              <a:tr h="407855"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</a:pPr>
                      <a:r>
                        <a:rPr lang="ru-RU" sz="1600" b="0" dirty="0">
                          <a:solidFill>
                            <a:schemeClr val="bg1"/>
                          </a:solidFill>
                          <a:latin typeface="VTB Group Book" panose="020B0503040504020204" pitchFamily="34" charset="-52"/>
                        </a:rPr>
                        <a:t>Наименования</a:t>
                      </a:r>
                    </a:p>
                  </a:txBody>
                  <a:tcPr anchor="ctr">
                    <a:solidFill>
                      <a:srgbClr val="0A2896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</a:pPr>
                      <a:r>
                        <a:rPr lang="ru-RU" sz="1600" b="0" dirty="0">
                          <a:effectLst/>
                          <a:latin typeface="VTB Group Book" panose="020B0503040504020204" pitchFamily="34" charset="-52"/>
                        </a:rPr>
                        <a:t>2020</a:t>
                      </a:r>
                      <a:endParaRPr lang="ru-RU" sz="1600" b="0" dirty="0">
                        <a:solidFill>
                          <a:schemeClr val="bg1"/>
                        </a:solidFill>
                        <a:latin typeface="VTB Group Book" panose="020B0503040504020204" pitchFamily="34" charset="-52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9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dirty="0">
                          <a:effectLst/>
                          <a:latin typeface="VTB Group Book" panose="020B0503040504020204" pitchFamily="34" charset="-52"/>
                        </a:rPr>
                        <a:t>2020</a:t>
                      </a:r>
                      <a:endParaRPr lang="ru-RU" sz="1600" b="0" dirty="0">
                        <a:solidFill>
                          <a:schemeClr val="bg1"/>
                        </a:solidFill>
                        <a:latin typeface="VTB Group Book" panose="020B0503040504020204" pitchFamily="34" charset="-52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9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0" dirty="0">
                          <a:effectLst/>
                          <a:latin typeface="VTB Group Book" panose="020B0503040504020204" pitchFamily="34" charset="-52"/>
                        </a:rPr>
                        <a:t>2020</a:t>
                      </a:r>
                      <a:endParaRPr lang="en-US" sz="1600" b="0" dirty="0">
                        <a:latin typeface="VTB Group Book" panose="020B0503040504020204" pitchFamily="34" charset="-52"/>
                      </a:endParaRPr>
                    </a:p>
                  </a:txBody>
                  <a:tcPr anchor="ctr">
                    <a:solidFill>
                      <a:srgbClr val="ACB6C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855"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</a:pPr>
                      <a:endParaRPr lang="ru-RU" sz="1600" b="0" dirty="0">
                        <a:solidFill>
                          <a:schemeClr val="bg1"/>
                        </a:solidFill>
                        <a:latin typeface="VTB Group Book" panose="020B0503040504020204" pitchFamily="34" charset="-52"/>
                      </a:endParaRPr>
                    </a:p>
                  </a:txBody>
                  <a:tcPr anchor="ctr">
                    <a:solidFill>
                      <a:srgbClr val="EAE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</a:pPr>
                      <a:r>
                        <a:rPr lang="en-US" sz="1600">
                          <a:solidFill>
                            <a:srgbClr val="6B7683"/>
                          </a:solidFill>
                          <a:effectLst/>
                          <a:latin typeface="VTB Group Light" panose="020B0403040504020204" pitchFamily="34" charset="-52"/>
                        </a:rPr>
                        <a:t>Q1</a:t>
                      </a:r>
                      <a:endParaRPr lang="ru-RU" sz="1600" b="0" dirty="0">
                        <a:solidFill>
                          <a:srgbClr val="6B7683"/>
                        </a:solidFill>
                        <a:latin typeface="VTB Group Light" panose="020B0403040504020204" pitchFamily="34" charset="-52"/>
                      </a:endParaRPr>
                    </a:p>
                  </a:txBody>
                  <a:tcPr anchor="ctr">
                    <a:solidFill>
                      <a:srgbClr val="EAE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</a:pPr>
                      <a:r>
                        <a:rPr lang="en-US" sz="1600">
                          <a:solidFill>
                            <a:srgbClr val="6B7683"/>
                          </a:solidFill>
                          <a:effectLst/>
                          <a:latin typeface="VTB Group Light" panose="020B0403040504020204" pitchFamily="34" charset="-52"/>
                        </a:rPr>
                        <a:t>Q1</a:t>
                      </a:r>
                      <a:endParaRPr lang="ru-RU" sz="1600" b="0" dirty="0">
                        <a:solidFill>
                          <a:srgbClr val="6B7683"/>
                        </a:solidFill>
                        <a:latin typeface="VTB Group Light" panose="020B0403040504020204" pitchFamily="34" charset="-52"/>
                      </a:endParaRPr>
                    </a:p>
                  </a:txBody>
                  <a:tcPr anchor="ctr">
                    <a:solidFill>
                      <a:srgbClr val="EAE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</a:pPr>
                      <a:r>
                        <a:rPr lang="en-US" sz="1600">
                          <a:solidFill>
                            <a:srgbClr val="6B7683"/>
                          </a:solidFill>
                          <a:effectLst/>
                          <a:latin typeface="VTB Group Light" panose="020B0403040504020204" pitchFamily="34" charset="-52"/>
                        </a:rPr>
                        <a:t>Q1</a:t>
                      </a:r>
                      <a:endParaRPr lang="ru-RU" sz="1600" b="0" dirty="0">
                        <a:solidFill>
                          <a:srgbClr val="6B7683"/>
                        </a:solidFill>
                        <a:latin typeface="VTB Group Light" panose="020B0403040504020204" pitchFamily="34" charset="-52"/>
                      </a:endParaRPr>
                    </a:p>
                  </a:txBody>
                  <a:tcPr anchor="ctr">
                    <a:solidFill>
                      <a:srgbClr val="EAE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20"/>
                        </a:lnSpc>
                      </a:pPr>
                      <a:r>
                        <a:rPr lang="en-US" sz="1600">
                          <a:solidFill>
                            <a:srgbClr val="6B7683"/>
                          </a:solidFill>
                          <a:effectLst/>
                          <a:latin typeface="VTB Group Light" panose="020B0403040504020204" pitchFamily="34" charset="-52"/>
                        </a:rPr>
                        <a:t>Q1</a:t>
                      </a:r>
                      <a:endParaRPr lang="ru-RU" sz="1600" b="0" dirty="0">
                        <a:solidFill>
                          <a:srgbClr val="6B7683"/>
                        </a:solidFill>
                        <a:latin typeface="VTB Group Light" panose="020B0403040504020204" pitchFamily="34" charset="-52"/>
                      </a:endParaRPr>
                    </a:p>
                  </a:txBody>
                  <a:tcPr anchor="ctr">
                    <a:solidFill>
                      <a:srgbClr val="EAED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9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rgbClr val="6B7683"/>
                          </a:solidFill>
                          <a:effectLst/>
                          <a:latin typeface="VTB Group Light" panose="020B0403040504020204" pitchFamily="34" charset="-52"/>
                        </a:rPr>
                        <a:t>Q1</a:t>
                      </a:r>
                      <a:endParaRPr lang="en-US" sz="1600" b="0" dirty="0">
                        <a:solidFill>
                          <a:srgbClr val="6B7683"/>
                        </a:solidFill>
                        <a:latin typeface="VTB Group Light" panose="020B0403040504020204" pitchFamily="34" charset="-52"/>
                      </a:endParaRPr>
                    </a:p>
                  </a:txBody>
                  <a:tcPr anchor="ctr">
                    <a:solidFill>
                      <a:srgbClr val="EAED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9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rgbClr val="6B7683"/>
                          </a:solidFill>
                          <a:effectLst/>
                          <a:latin typeface="VTB Group Light" panose="020B0403040504020204" pitchFamily="34" charset="-52"/>
                        </a:rPr>
                        <a:t>Q1</a:t>
                      </a:r>
                      <a:endParaRPr lang="en-US" sz="1600" b="0" dirty="0">
                        <a:solidFill>
                          <a:srgbClr val="6B7683"/>
                        </a:solidFill>
                        <a:latin typeface="VTB Group Light" panose="020B0403040504020204" pitchFamily="34" charset="-52"/>
                      </a:endParaRPr>
                    </a:p>
                  </a:txBody>
                  <a:tcPr anchor="ctr">
                    <a:solidFill>
                      <a:srgbClr val="EAED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9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rgbClr val="6B7683"/>
                          </a:solidFill>
                          <a:effectLst/>
                          <a:latin typeface="VTB Group Light" panose="020B0403040504020204" pitchFamily="34" charset="-52"/>
                        </a:rPr>
                        <a:t>Q1</a:t>
                      </a:r>
                      <a:endParaRPr lang="en-US" sz="1600" b="0" dirty="0">
                        <a:solidFill>
                          <a:srgbClr val="6B7683"/>
                        </a:solidFill>
                        <a:latin typeface="VTB Group Light" panose="020B0403040504020204" pitchFamily="34" charset="-52"/>
                      </a:endParaRPr>
                    </a:p>
                  </a:txBody>
                  <a:tcPr anchor="ctr">
                    <a:solidFill>
                      <a:srgbClr val="EAED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9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rgbClr val="6B7683"/>
                          </a:solidFill>
                          <a:effectLst/>
                          <a:latin typeface="VTB Group Light" panose="020B0403040504020204" pitchFamily="34" charset="-52"/>
                        </a:rPr>
                        <a:t>Q1</a:t>
                      </a:r>
                      <a:endParaRPr lang="en-US" sz="1600" b="0" dirty="0">
                        <a:solidFill>
                          <a:srgbClr val="6B7683"/>
                        </a:solidFill>
                        <a:latin typeface="VTB Group Light" panose="020B0403040504020204" pitchFamily="34" charset="-52"/>
                      </a:endParaRPr>
                    </a:p>
                  </a:txBody>
                  <a:tcPr anchor="ctr">
                    <a:solidFill>
                      <a:srgbClr val="EAED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9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rgbClr val="6B7683"/>
                          </a:solidFill>
                          <a:effectLst/>
                          <a:latin typeface="VTB Group Light" panose="020B0403040504020204" pitchFamily="34" charset="-52"/>
                        </a:rPr>
                        <a:t>Q1</a:t>
                      </a:r>
                      <a:endParaRPr lang="en-US" sz="1600" b="0" dirty="0">
                        <a:solidFill>
                          <a:srgbClr val="6B7683"/>
                        </a:solidFill>
                        <a:latin typeface="VTB Group Light" panose="020B0403040504020204" pitchFamily="34" charset="-52"/>
                      </a:endParaRPr>
                    </a:p>
                  </a:txBody>
                  <a:tcPr anchor="ctr">
                    <a:solidFill>
                      <a:srgbClr val="EAED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9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rgbClr val="6B7683"/>
                          </a:solidFill>
                          <a:effectLst/>
                          <a:latin typeface="VTB Group Light" panose="020B0403040504020204" pitchFamily="34" charset="-52"/>
                        </a:rPr>
                        <a:t>Q1</a:t>
                      </a:r>
                      <a:endParaRPr lang="en-US" sz="1600" b="0" dirty="0">
                        <a:solidFill>
                          <a:srgbClr val="6B7683"/>
                        </a:solidFill>
                        <a:latin typeface="VTB Group Light" panose="020B0403040504020204" pitchFamily="34" charset="-52"/>
                      </a:endParaRPr>
                    </a:p>
                  </a:txBody>
                  <a:tcPr anchor="ctr">
                    <a:solidFill>
                      <a:srgbClr val="EAED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9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rgbClr val="6B7683"/>
                          </a:solidFill>
                          <a:effectLst/>
                          <a:latin typeface="VTB Group Light" panose="020B0403040504020204" pitchFamily="34" charset="-52"/>
                        </a:rPr>
                        <a:t>Q1</a:t>
                      </a:r>
                      <a:endParaRPr lang="en-US" sz="1600" b="0" dirty="0">
                        <a:solidFill>
                          <a:srgbClr val="6B7683"/>
                        </a:solidFill>
                        <a:latin typeface="VTB Group Light" panose="020B0403040504020204" pitchFamily="34" charset="-52"/>
                      </a:endParaRPr>
                    </a:p>
                  </a:txBody>
                  <a:tcPr anchor="ctr">
                    <a:solidFill>
                      <a:srgbClr val="EAED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ts val="19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>
                          <a:solidFill>
                            <a:srgbClr val="6B7683"/>
                          </a:solidFill>
                          <a:effectLst/>
                          <a:latin typeface="VTB Group Light" panose="020B0403040504020204" pitchFamily="34" charset="-52"/>
                        </a:rPr>
                        <a:t>Q1</a:t>
                      </a:r>
                      <a:endParaRPr lang="en-US" sz="1600" b="0" dirty="0">
                        <a:solidFill>
                          <a:srgbClr val="6B7683"/>
                        </a:solidFill>
                        <a:latin typeface="VTB Group Light" panose="020B0403040504020204" pitchFamily="34" charset="-52"/>
                      </a:endParaRPr>
                    </a:p>
                  </a:txBody>
                  <a:tcPr anchor="ctr">
                    <a:solidFill>
                      <a:srgbClr val="EAE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8997109"/>
                  </a:ext>
                </a:extLst>
              </a:tr>
              <a:tr h="4078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Название</a:t>
                      </a:r>
                      <a:endParaRPr lang="en-US" sz="1600" dirty="0">
                        <a:latin typeface="VTB Group Book" panose="020B0503040504020204" pitchFamily="34" charset="-52"/>
                      </a:endParaRPr>
                    </a:p>
                  </a:txBody>
                  <a:tcPr marL="144000" marR="144000" marT="72000" marB="72000" anchor="ctr"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8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Название</a:t>
                      </a:r>
                      <a:endParaRPr lang="en-US" sz="1600" dirty="0">
                        <a:latin typeface="VTB Group Book" panose="020B0503040504020204" pitchFamily="34" charset="-52"/>
                      </a:endParaRPr>
                    </a:p>
                  </a:txBody>
                  <a:tcPr marL="144000" marR="144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8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Название</a:t>
                      </a:r>
                      <a:endParaRPr lang="en-US" sz="1600" dirty="0">
                        <a:latin typeface="VTB Group Book" panose="020B0503040504020204" pitchFamily="34" charset="-52"/>
                      </a:endParaRPr>
                    </a:p>
                  </a:txBody>
                  <a:tcPr marL="144000" marR="144000" marT="72000" marB="72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78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Название</a:t>
                      </a:r>
                      <a:endParaRPr lang="en-US" sz="1600" dirty="0">
                        <a:latin typeface="VTB Group Book" panose="020B0503040504020204" pitchFamily="34" charset="-52"/>
                      </a:endParaRPr>
                    </a:p>
                  </a:txBody>
                  <a:tcPr marL="144000" marR="144000" marT="72000" marB="720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8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Название</a:t>
                      </a:r>
                      <a:endParaRPr lang="en-US" sz="1600" dirty="0">
                        <a:latin typeface="VTB Group Book" panose="020B0503040504020204" pitchFamily="34" charset="-52"/>
                      </a:endParaRPr>
                    </a:p>
                  </a:txBody>
                  <a:tcPr marL="144000" marR="144000" marT="72000" marB="72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78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Название</a:t>
                      </a:r>
                      <a:endParaRPr lang="en-US" sz="1600" dirty="0">
                        <a:latin typeface="VTB Group Book" panose="020B0503040504020204" pitchFamily="34" charset="-52"/>
                      </a:endParaRPr>
                    </a:p>
                  </a:txBody>
                  <a:tcPr marL="144000" marR="144000" marT="72000" marB="72000" anchor="ctr">
                    <a:solidFill>
                      <a:schemeClr val="accent5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alpha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8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Название</a:t>
                      </a:r>
                      <a:endParaRPr lang="en-US" sz="1600" dirty="0">
                        <a:latin typeface="VTB Group Book" panose="020B0503040504020204" pitchFamily="34" charset="-52"/>
                      </a:endParaRPr>
                    </a:p>
                  </a:txBody>
                  <a:tcPr marL="144000" marR="144000" marT="72000" marB="72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78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Название</a:t>
                      </a:r>
                      <a:endParaRPr lang="en-US" sz="1600" dirty="0">
                        <a:latin typeface="VTB Group Book" panose="020B0503040504020204" pitchFamily="34" charset="-52"/>
                      </a:endParaRPr>
                    </a:p>
                  </a:txBody>
                  <a:tcPr marL="144000" marR="144000" marT="72000" marB="72000" anchor="ctr">
                    <a:solidFill>
                      <a:srgbClr val="DCE0EB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CE0EB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CE0EB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CE0EB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CE0EB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CE0EB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CE0EB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CE0EB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CE0EB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CE0EB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CE0EB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CE0EB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CE0EB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1977304"/>
                  </a:ext>
                </a:extLst>
              </a:tr>
              <a:tr h="4078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Название</a:t>
                      </a:r>
                      <a:endParaRPr lang="en-US" sz="1600" dirty="0">
                        <a:latin typeface="VTB Group Book" panose="020B0503040504020204" pitchFamily="34" charset="-52"/>
                      </a:endParaRPr>
                    </a:p>
                  </a:txBody>
                  <a:tcPr marL="144000" marR="144000" marT="72000" marB="72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1830334"/>
                  </a:ext>
                </a:extLst>
              </a:tr>
              <a:tr h="4078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altLang="en-US" sz="1600" b="0" i="0" u="none" strike="noStrike" kern="0" cap="none" spc="-15" normalizeH="0" baseline="0" noProof="0" dirty="0">
                          <a:ln>
                            <a:noFill/>
                          </a:ln>
                          <a:solidFill>
                            <a:srgbClr val="6B7683"/>
                          </a:solidFill>
                          <a:effectLst/>
                          <a:uLnTx/>
                          <a:uFillTx/>
                          <a:latin typeface="VTB Group Light" pitchFamily="34" charset="0"/>
                          <a:ea typeface="VTB Group Light" pitchFamily="34" charset="-122"/>
                          <a:cs typeface="VTB Group Light" pitchFamily="34" charset="-120"/>
                        </a:rPr>
                        <a:t>Название</a:t>
                      </a:r>
                      <a:endParaRPr lang="en-US" sz="1600" dirty="0">
                        <a:latin typeface="VTB Group Book" panose="020B0503040504020204" pitchFamily="34" charset="-52"/>
                      </a:endParaRPr>
                    </a:p>
                  </a:txBody>
                  <a:tcPr marL="144000" marR="144000" marT="72000" marB="72000" anchor="ctr">
                    <a:solidFill>
                      <a:srgbClr val="DCE0EB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CE0EB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CE0EB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CE0EB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CE0EB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CE0EB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CE0EB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CE0EB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CE0EB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CE0EB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CE0EB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CE0EB">
                        <a:alpha val="4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VTB Group Book" panose="020B0503040504020204" pitchFamily="34" charset="-52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CE0EB">
                        <a:alpha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8389135"/>
                  </a:ext>
                </a:extLst>
              </a:tr>
            </a:tbl>
          </a:graphicData>
        </a:graphic>
      </p:graphicFrame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04F68805-F514-4D6B-B1C4-085D5AB2F2B2}"/>
              </a:ext>
            </a:extLst>
          </p:cNvPr>
          <p:cNvSpPr/>
          <p:nvPr/>
        </p:nvSpPr>
        <p:spPr>
          <a:xfrm>
            <a:off x="4949190" y="2731770"/>
            <a:ext cx="1638300" cy="1600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4E151916-98DA-4578-908D-986A61D40A15}"/>
              </a:ext>
            </a:extLst>
          </p:cNvPr>
          <p:cNvSpPr/>
          <p:nvPr/>
        </p:nvSpPr>
        <p:spPr>
          <a:xfrm>
            <a:off x="4949190" y="3138170"/>
            <a:ext cx="2298700" cy="1600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7DD4CC1D-1D0A-4B2F-8971-79F8B17FD929}"/>
              </a:ext>
            </a:extLst>
          </p:cNvPr>
          <p:cNvSpPr/>
          <p:nvPr/>
        </p:nvSpPr>
        <p:spPr>
          <a:xfrm>
            <a:off x="4244975" y="3549650"/>
            <a:ext cx="4427855" cy="1600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5E6318A8-DA33-4F4F-A34A-02C802922A01}"/>
              </a:ext>
            </a:extLst>
          </p:cNvPr>
          <p:cNvSpPr/>
          <p:nvPr/>
        </p:nvSpPr>
        <p:spPr>
          <a:xfrm>
            <a:off x="7127875" y="3937000"/>
            <a:ext cx="4427855" cy="1600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F6F0E420-A788-479F-8D7B-48A7A196AC41}"/>
              </a:ext>
            </a:extLst>
          </p:cNvPr>
          <p:cNvSpPr/>
          <p:nvPr/>
        </p:nvSpPr>
        <p:spPr>
          <a:xfrm>
            <a:off x="7778115" y="5979795"/>
            <a:ext cx="1638300" cy="1600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9298840B-ECEA-4984-AACF-3147F47BA240}"/>
              </a:ext>
            </a:extLst>
          </p:cNvPr>
          <p:cNvSpPr/>
          <p:nvPr/>
        </p:nvSpPr>
        <p:spPr>
          <a:xfrm>
            <a:off x="8585200" y="5165725"/>
            <a:ext cx="2970530" cy="1600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6BE6DBBE-558D-49D1-8D7A-32B18C611A80}"/>
              </a:ext>
            </a:extLst>
          </p:cNvPr>
          <p:cNvSpPr/>
          <p:nvPr/>
        </p:nvSpPr>
        <p:spPr>
          <a:xfrm>
            <a:off x="3554412" y="4768850"/>
            <a:ext cx="4427855" cy="1600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0868514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to-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9F30040C-C439-428F-89D9-D957F83CFFAB}"/>
              </a:ext>
            </a:extLst>
          </p:cNvPr>
          <p:cNvSpPr/>
          <p:nvPr/>
        </p:nvSpPr>
        <p:spPr>
          <a:xfrm>
            <a:off x="1860503" y="1377160"/>
            <a:ext cx="8470689" cy="496800"/>
          </a:xfrm>
          <a:prstGeom prst="roundRect">
            <a:avLst>
              <a:gd name="adj" fmla="val 16615"/>
            </a:avLst>
          </a:prstGeom>
          <a:gradFill>
            <a:gsLst>
              <a:gs pos="30000">
                <a:schemeClr val="accent1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sp>
        <p:nvSpPr>
          <p:cNvPr id="26" name="Плашка — фон [Figma 9887:52786:background]">
            <a:extLst>
              <a:ext uri="{FF2B5EF4-FFF2-40B4-BE49-F238E27FC236}">
                <a16:creationId xmlns:a16="http://schemas.microsoft.com/office/drawing/2014/main" id="{7F2CED6C-AB11-4ACD-B9B3-6B88456CF29E}"/>
              </a:ext>
            </a:extLst>
          </p:cNvPr>
          <p:cNvSpPr/>
          <p:nvPr/>
        </p:nvSpPr>
        <p:spPr>
          <a:xfrm>
            <a:off x="1860503" y="2000200"/>
            <a:ext cx="4171846" cy="2111322"/>
          </a:xfrm>
          <a:prstGeom prst="roundRect">
            <a:avLst>
              <a:gd name="adj" fmla="val 4511"/>
            </a:avLst>
          </a:prstGeom>
          <a:solidFill>
            <a:srgbClr val="EAEDF5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Frame 2147204139 — фон [Figma 9887:52787:background]">
            <a:extLst>
              <a:ext uri="{FF2B5EF4-FFF2-40B4-BE49-F238E27FC236}">
                <a16:creationId xmlns:a16="http://schemas.microsoft.com/office/drawing/2014/main" id="{06E18AF1-1254-4899-9888-3EB53156358E}"/>
              </a:ext>
            </a:extLst>
          </p:cNvPr>
          <p:cNvSpPr/>
          <p:nvPr/>
        </p:nvSpPr>
        <p:spPr>
          <a:xfrm>
            <a:off x="6159346" y="2000200"/>
            <a:ext cx="4171846" cy="2111322"/>
          </a:xfrm>
          <a:prstGeom prst="roundRect">
            <a:avLst>
              <a:gd name="adj" fmla="val 4511"/>
            </a:avLst>
          </a:prstGeom>
          <a:solidFill>
            <a:srgbClr val="EAEDF5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Frame 2147204140 — фон [Figma 9887:52788:background]">
            <a:extLst>
              <a:ext uri="{FF2B5EF4-FFF2-40B4-BE49-F238E27FC236}">
                <a16:creationId xmlns:a16="http://schemas.microsoft.com/office/drawing/2014/main" id="{9FC4BBF2-5C18-4612-A10D-A1651B8FE19D}"/>
              </a:ext>
            </a:extLst>
          </p:cNvPr>
          <p:cNvSpPr/>
          <p:nvPr/>
        </p:nvSpPr>
        <p:spPr>
          <a:xfrm>
            <a:off x="1860503" y="4238519"/>
            <a:ext cx="4171846" cy="2111322"/>
          </a:xfrm>
          <a:prstGeom prst="roundRect">
            <a:avLst>
              <a:gd name="adj" fmla="val 4511"/>
            </a:avLst>
          </a:prstGeom>
          <a:solidFill>
            <a:srgbClr val="EAEDF5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Frame 2147204141 — фон [Figma 9887:52789:background]">
            <a:extLst>
              <a:ext uri="{FF2B5EF4-FFF2-40B4-BE49-F238E27FC236}">
                <a16:creationId xmlns:a16="http://schemas.microsoft.com/office/drawing/2014/main" id="{7E042C94-3C75-4B37-BD08-5185CAADB32D}"/>
              </a:ext>
            </a:extLst>
          </p:cNvPr>
          <p:cNvSpPr/>
          <p:nvPr/>
        </p:nvSpPr>
        <p:spPr>
          <a:xfrm>
            <a:off x="6159346" y="4238519"/>
            <a:ext cx="4171846" cy="2111322"/>
          </a:xfrm>
          <a:prstGeom prst="roundRect">
            <a:avLst>
              <a:gd name="adj" fmla="val 4511"/>
            </a:avLst>
          </a:prstGeom>
          <a:solidFill>
            <a:srgbClr val="EAEDF5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Заголовок 57">
            <a:extLst>
              <a:ext uri="{FF2B5EF4-FFF2-40B4-BE49-F238E27FC236}">
                <a16:creationId xmlns:a16="http://schemas.microsoft.com/office/drawing/2014/main" id="{6B6FB768-DE28-4109-BF58-64CC86909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59" name="Текст 58">
            <a:extLst>
              <a:ext uri="{FF2B5EF4-FFF2-40B4-BE49-F238E27FC236}">
                <a16:creationId xmlns:a16="http://schemas.microsoft.com/office/drawing/2014/main" id="{B94D501F-2042-40D6-B6D8-A624026E92C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0" name="Текст 59">
            <a:extLst>
              <a:ext uri="{FF2B5EF4-FFF2-40B4-BE49-F238E27FC236}">
                <a16:creationId xmlns:a16="http://schemas.microsoft.com/office/drawing/2014/main" id="{69507595-163A-4F52-9FA4-675251B6F3D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1" name="Текст 60">
            <a:extLst>
              <a:ext uri="{FF2B5EF4-FFF2-40B4-BE49-F238E27FC236}">
                <a16:creationId xmlns:a16="http://schemas.microsoft.com/office/drawing/2014/main" id="{61ECA13C-731E-49B2-AE95-CE7797672C47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2" name="Текст 61">
            <a:extLst>
              <a:ext uri="{FF2B5EF4-FFF2-40B4-BE49-F238E27FC236}">
                <a16:creationId xmlns:a16="http://schemas.microsoft.com/office/drawing/2014/main" id="{10B8AB4F-6BF2-4906-8FB6-9CA7C59B6CE7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3" name="Текст 62">
            <a:extLst>
              <a:ext uri="{FF2B5EF4-FFF2-40B4-BE49-F238E27FC236}">
                <a16:creationId xmlns:a16="http://schemas.microsoft.com/office/drawing/2014/main" id="{A1BF8F35-701D-488E-B6D0-206B38C9BF3C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4" name="Текст 63">
            <a:extLst>
              <a:ext uri="{FF2B5EF4-FFF2-40B4-BE49-F238E27FC236}">
                <a16:creationId xmlns:a16="http://schemas.microsoft.com/office/drawing/2014/main" id="{91B3C061-90CC-4EC5-A9C1-91DFF97111A3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5" name="Текст 64">
            <a:extLst>
              <a:ext uri="{FF2B5EF4-FFF2-40B4-BE49-F238E27FC236}">
                <a16:creationId xmlns:a16="http://schemas.microsoft.com/office/drawing/2014/main" id="{2E16FEF2-A22B-458A-82A5-183B7C16C7F5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6" name="Текст 65">
            <a:extLst>
              <a:ext uri="{FF2B5EF4-FFF2-40B4-BE49-F238E27FC236}">
                <a16:creationId xmlns:a16="http://schemas.microsoft.com/office/drawing/2014/main" id="{2AB58DD1-803C-4312-8501-3BDBF0B6F9E7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7" name="Текст 66">
            <a:extLst>
              <a:ext uri="{FF2B5EF4-FFF2-40B4-BE49-F238E27FC236}">
                <a16:creationId xmlns:a16="http://schemas.microsoft.com/office/drawing/2014/main" id="{65863600-1D8F-433C-ADD9-1BFCD0608378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8" name="Текст 67">
            <a:extLst>
              <a:ext uri="{FF2B5EF4-FFF2-40B4-BE49-F238E27FC236}">
                <a16:creationId xmlns:a16="http://schemas.microsoft.com/office/drawing/2014/main" id="{C380F020-A186-42E0-AFC0-CA1A52D243EF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/>
        <p:txBody>
          <a:bodyPr/>
          <a:lstStyle/>
          <a:p>
            <a:endParaRPr lang="ru-RU"/>
          </a:p>
        </p:txBody>
      </p:sp>
      <p:grpSp>
        <p:nvGrpSpPr>
          <p:cNvPr id="69" name="Группа 68">
            <a:extLst>
              <a:ext uri="{FF2B5EF4-FFF2-40B4-BE49-F238E27FC236}">
                <a16:creationId xmlns:a16="http://schemas.microsoft.com/office/drawing/2014/main" id="{7756721C-6B68-4CE8-8882-2EC617EA29B2}"/>
              </a:ext>
            </a:extLst>
          </p:cNvPr>
          <p:cNvGrpSpPr/>
          <p:nvPr/>
        </p:nvGrpSpPr>
        <p:grpSpPr>
          <a:xfrm>
            <a:off x="3645541" y="2329350"/>
            <a:ext cx="587494" cy="541746"/>
            <a:chOff x="3645541" y="2329350"/>
            <a:chExt cx="587494" cy="541746"/>
          </a:xfrm>
        </p:grpSpPr>
        <p:pic>
          <p:nvPicPr>
            <p:cNvPr id="70" name="Rectangle 16 (Stroke) [Figma I9887:52786;9037:3452;7965:11804]" descr="Rectangle 16 (Stroke). векторный контур">
              <a:extLst>
                <a:ext uri="{FF2B5EF4-FFF2-40B4-BE49-F238E27FC236}">
                  <a16:creationId xmlns:a16="http://schemas.microsoft.com/office/drawing/2014/main" id="{D2BBD275-4B72-49B2-981C-7BF854A4E90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45541" y="2329350"/>
              <a:ext cx="587494" cy="541746"/>
            </a:xfrm>
            <a:prstGeom prst="rect">
              <a:avLst/>
            </a:prstGeom>
          </p:spPr>
        </p:pic>
        <p:pic>
          <p:nvPicPr>
            <p:cNvPr id="71" name="Vector 43 (Stroke) [Figma I9887:52786;9037:3452;7965:11803]" descr="Vector 43 (Stroke). векторный контур">
              <a:extLst>
                <a:ext uri="{FF2B5EF4-FFF2-40B4-BE49-F238E27FC236}">
                  <a16:creationId xmlns:a16="http://schemas.microsoft.com/office/drawing/2014/main" id="{AD53416E-9616-4E74-8610-48D369FD270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802045" y="2526790"/>
              <a:ext cx="272076" cy="199846"/>
            </a:xfrm>
            <a:prstGeom prst="rect">
              <a:avLst/>
            </a:prstGeom>
          </p:spPr>
        </p:pic>
      </p:grpSp>
      <p:grpSp>
        <p:nvGrpSpPr>
          <p:cNvPr id="72" name="Группа 71">
            <a:extLst>
              <a:ext uri="{FF2B5EF4-FFF2-40B4-BE49-F238E27FC236}">
                <a16:creationId xmlns:a16="http://schemas.microsoft.com/office/drawing/2014/main" id="{5131B47A-90EA-4178-8C48-F3AEB0811347}"/>
              </a:ext>
            </a:extLst>
          </p:cNvPr>
          <p:cNvGrpSpPr/>
          <p:nvPr/>
        </p:nvGrpSpPr>
        <p:grpSpPr>
          <a:xfrm>
            <a:off x="7944383" y="2329350"/>
            <a:ext cx="587497" cy="538868"/>
            <a:chOff x="7944383" y="2329350"/>
            <a:chExt cx="587497" cy="538868"/>
          </a:xfrm>
        </p:grpSpPr>
        <p:pic>
          <p:nvPicPr>
            <p:cNvPr id="73" name="Vector [Figma I9887:52787;9037:3452;7965:11814]" descr="Vector. векторный контур">
              <a:extLst>
                <a:ext uri="{FF2B5EF4-FFF2-40B4-BE49-F238E27FC236}">
                  <a16:creationId xmlns:a16="http://schemas.microsoft.com/office/drawing/2014/main" id="{6E7CCF1D-6A27-4A20-9F24-B77D35EF05A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44383" y="2329350"/>
              <a:ext cx="387650" cy="538868"/>
            </a:xfrm>
            <a:prstGeom prst="rect">
              <a:avLst/>
            </a:prstGeom>
          </p:spPr>
        </p:pic>
        <p:pic>
          <p:nvPicPr>
            <p:cNvPr id="74" name="Union [Figma I9887:52787;9037:3452;7965:11815]" descr="Union. векторный контур">
              <a:extLst>
                <a:ext uri="{FF2B5EF4-FFF2-40B4-BE49-F238E27FC236}">
                  <a16:creationId xmlns:a16="http://schemas.microsoft.com/office/drawing/2014/main" id="{6F55AB56-D292-437C-8AC3-DFD0E39DA6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277257" y="2329350"/>
              <a:ext cx="254623" cy="538868"/>
            </a:xfrm>
            <a:prstGeom prst="rect">
              <a:avLst/>
            </a:prstGeom>
          </p:spPr>
        </p:pic>
      </p:grpSp>
      <p:grpSp>
        <p:nvGrpSpPr>
          <p:cNvPr id="75" name="Группа 74">
            <a:extLst>
              <a:ext uri="{FF2B5EF4-FFF2-40B4-BE49-F238E27FC236}">
                <a16:creationId xmlns:a16="http://schemas.microsoft.com/office/drawing/2014/main" id="{FCA5F224-96BD-4B0F-BB05-33435955AFCA}"/>
              </a:ext>
            </a:extLst>
          </p:cNvPr>
          <p:cNvGrpSpPr/>
          <p:nvPr/>
        </p:nvGrpSpPr>
        <p:grpSpPr>
          <a:xfrm>
            <a:off x="3686058" y="4543361"/>
            <a:ext cx="512836" cy="587484"/>
            <a:chOff x="3686058" y="4543361"/>
            <a:chExt cx="512836" cy="587484"/>
          </a:xfrm>
        </p:grpSpPr>
        <p:pic>
          <p:nvPicPr>
            <p:cNvPr id="76" name="Vector 51 (Stroke) [Figma I9887:52788;9037:3452;7965:11843]" descr="Vector 51 (Stroke). векторный контур">
              <a:extLst>
                <a:ext uri="{FF2B5EF4-FFF2-40B4-BE49-F238E27FC236}">
                  <a16:creationId xmlns:a16="http://schemas.microsoft.com/office/drawing/2014/main" id="{0646BC5B-C4D0-4A5B-9A5B-5FA3DDDC401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686058" y="4543361"/>
              <a:ext cx="512836" cy="476709"/>
            </a:xfrm>
            <a:prstGeom prst="rect">
              <a:avLst/>
            </a:prstGeom>
          </p:spPr>
        </p:pic>
        <p:pic>
          <p:nvPicPr>
            <p:cNvPr id="77" name="Vector 52 [Figma I9887:52788;9037:3452;7965:11844]" descr="Vector 52. векторный контур">
              <a:extLst>
                <a:ext uri="{FF2B5EF4-FFF2-40B4-BE49-F238E27FC236}">
                  <a16:creationId xmlns:a16="http://schemas.microsoft.com/office/drawing/2014/main" id="{02A28A59-7950-4781-9CD3-3943F70D78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3849780" y="5036962"/>
              <a:ext cx="175762" cy="93883"/>
            </a:xfrm>
            <a:prstGeom prst="rect">
              <a:avLst/>
            </a:prstGeom>
          </p:spPr>
        </p:pic>
      </p:grpSp>
      <p:grpSp>
        <p:nvGrpSpPr>
          <p:cNvPr id="78" name="Группа 77">
            <a:extLst>
              <a:ext uri="{FF2B5EF4-FFF2-40B4-BE49-F238E27FC236}">
                <a16:creationId xmlns:a16="http://schemas.microsoft.com/office/drawing/2014/main" id="{E45563A9-BB3A-49CE-B1BD-2B057F081BFC}"/>
              </a:ext>
            </a:extLst>
          </p:cNvPr>
          <p:cNvGrpSpPr/>
          <p:nvPr/>
        </p:nvGrpSpPr>
        <p:grpSpPr>
          <a:xfrm>
            <a:off x="7944383" y="4547429"/>
            <a:ext cx="587503" cy="587509"/>
            <a:chOff x="7944383" y="4547429"/>
            <a:chExt cx="587503" cy="587509"/>
          </a:xfrm>
        </p:grpSpPr>
        <p:pic>
          <p:nvPicPr>
            <p:cNvPr id="79" name="Vector 39 (Stroke) [Figma I9887:52789;9037:3452;7965:11822]" descr="Vector 39 (Stroke). векторный контур">
              <a:extLst>
                <a:ext uri="{FF2B5EF4-FFF2-40B4-BE49-F238E27FC236}">
                  <a16:creationId xmlns:a16="http://schemas.microsoft.com/office/drawing/2014/main" id="{FA210CA7-1955-452F-A1D7-53948171A90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944389" y="4547429"/>
              <a:ext cx="587494" cy="329869"/>
            </a:xfrm>
            <a:prstGeom prst="rect">
              <a:avLst/>
            </a:prstGeom>
          </p:spPr>
        </p:pic>
        <p:pic>
          <p:nvPicPr>
            <p:cNvPr id="80" name="Vector 40 (Stroke) [Figma I9887:52789;9037:3452;7965:11823]" descr="Vector 40 (Stroke). векторный контур">
              <a:extLst>
                <a:ext uri="{FF2B5EF4-FFF2-40B4-BE49-F238E27FC236}">
                  <a16:creationId xmlns:a16="http://schemas.microsoft.com/office/drawing/2014/main" id="{3AA8647E-C835-4D14-A7CA-D537D08DE76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944383" y="4818314"/>
              <a:ext cx="587503" cy="3166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0861863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to-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Frame 2147203874 — фон [Figma I9887:67799;8945:740:background]">
            <a:extLst>
              <a:ext uri="{FF2B5EF4-FFF2-40B4-BE49-F238E27FC236}">
                <a16:creationId xmlns:a16="http://schemas.microsoft.com/office/drawing/2014/main" id="{E5524595-90E6-4371-A855-F79C9B7B4AC5}"/>
              </a:ext>
            </a:extLst>
          </p:cNvPr>
          <p:cNvSpPr/>
          <p:nvPr/>
        </p:nvSpPr>
        <p:spPr>
          <a:xfrm>
            <a:off x="2400240" y="5924564"/>
            <a:ext cx="1981150" cy="565136"/>
          </a:xfrm>
          <a:prstGeom prst="roundRect">
            <a:avLst>
              <a:gd name="adj" fmla="val 11236"/>
            </a:avLst>
          </a:prstGeom>
          <a:solidFill>
            <a:srgbClr val="EAE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Frame 2147203874 — фон [Figma I9887:67799;8945:740:background]">
            <a:extLst>
              <a:ext uri="{FF2B5EF4-FFF2-40B4-BE49-F238E27FC236}">
                <a16:creationId xmlns:a16="http://schemas.microsoft.com/office/drawing/2014/main" id="{B17E59BD-7C7A-4EAA-A702-FC3EE411A932}"/>
              </a:ext>
            </a:extLst>
          </p:cNvPr>
          <p:cNvSpPr/>
          <p:nvPr/>
        </p:nvSpPr>
        <p:spPr>
          <a:xfrm>
            <a:off x="1123922" y="2324042"/>
            <a:ext cx="1981150" cy="565136"/>
          </a:xfrm>
          <a:prstGeom prst="roundRect">
            <a:avLst>
              <a:gd name="adj" fmla="val 11236"/>
            </a:avLst>
          </a:prstGeom>
          <a:solidFill>
            <a:srgbClr val="EAE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Frame 2147203874 — фон [Figma I9887:67799;8945:740:background]">
            <a:extLst>
              <a:ext uri="{FF2B5EF4-FFF2-40B4-BE49-F238E27FC236}">
                <a16:creationId xmlns:a16="http://schemas.microsoft.com/office/drawing/2014/main" id="{28738878-5C37-4C50-B8D2-7819ACF158A6}"/>
              </a:ext>
            </a:extLst>
          </p:cNvPr>
          <p:cNvSpPr/>
          <p:nvPr/>
        </p:nvSpPr>
        <p:spPr>
          <a:xfrm>
            <a:off x="3663858" y="1639685"/>
            <a:ext cx="1981150" cy="565136"/>
          </a:xfrm>
          <a:prstGeom prst="roundRect">
            <a:avLst>
              <a:gd name="adj" fmla="val 11236"/>
            </a:avLst>
          </a:prstGeom>
          <a:solidFill>
            <a:srgbClr val="EAE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Frame 2147203874 — фон [Figma I9887:67799;8945:740:background]">
            <a:extLst>
              <a:ext uri="{FF2B5EF4-FFF2-40B4-BE49-F238E27FC236}">
                <a16:creationId xmlns:a16="http://schemas.microsoft.com/office/drawing/2014/main" id="{51CBFCDA-5CE5-4BF1-B56A-343BA7831F2A}"/>
              </a:ext>
            </a:extLst>
          </p:cNvPr>
          <p:cNvSpPr/>
          <p:nvPr/>
        </p:nvSpPr>
        <p:spPr>
          <a:xfrm>
            <a:off x="4921127" y="5237179"/>
            <a:ext cx="1981150" cy="565136"/>
          </a:xfrm>
          <a:prstGeom prst="roundRect">
            <a:avLst>
              <a:gd name="adj" fmla="val 11236"/>
            </a:avLst>
          </a:prstGeom>
          <a:solidFill>
            <a:srgbClr val="EAE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Frame 2147203874 — фон [Figma I9887:67799;8945:740:background]">
            <a:extLst>
              <a:ext uri="{FF2B5EF4-FFF2-40B4-BE49-F238E27FC236}">
                <a16:creationId xmlns:a16="http://schemas.microsoft.com/office/drawing/2014/main" id="{6E08822F-8AE3-43E7-9960-1E59B2AD2304}"/>
              </a:ext>
            </a:extLst>
          </p:cNvPr>
          <p:cNvSpPr/>
          <p:nvPr/>
        </p:nvSpPr>
        <p:spPr>
          <a:xfrm>
            <a:off x="6188225" y="2158782"/>
            <a:ext cx="1981150" cy="565136"/>
          </a:xfrm>
          <a:prstGeom prst="roundRect">
            <a:avLst>
              <a:gd name="adj" fmla="val 11236"/>
            </a:avLst>
          </a:prstGeom>
          <a:solidFill>
            <a:srgbClr val="EAE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Frame 2147203874 — фон [Figma I9887:67799;8945:740:background]">
            <a:extLst>
              <a:ext uri="{FF2B5EF4-FFF2-40B4-BE49-F238E27FC236}">
                <a16:creationId xmlns:a16="http://schemas.microsoft.com/office/drawing/2014/main" id="{9A20CAF3-013B-4257-8683-77B0CD91B868}"/>
              </a:ext>
            </a:extLst>
          </p:cNvPr>
          <p:cNvSpPr/>
          <p:nvPr/>
        </p:nvSpPr>
        <p:spPr>
          <a:xfrm>
            <a:off x="7753156" y="5924564"/>
            <a:ext cx="1981150" cy="565136"/>
          </a:xfrm>
          <a:prstGeom prst="roundRect">
            <a:avLst>
              <a:gd name="adj" fmla="val 11236"/>
            </a:avLst>
          </a:prstGeom>
          <a:solidFill>
            <a:srgbClr val="EAE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Frame 2147203874 — фон [Figma I9887:67799;8945:740:background]">
            <a:extLst>
              <a:ext uri="{FF2B5EF4-FFF2-40B4-BE49-F238E27FC236}">
                <a16:creationId xmlns:a16="http://schemas.microsoft.com/office/drawing/2014/main" id="{A3E81D71-6E64-4652-AEA5-5B64798FBD2A}"/>
              </a:ext>
            </a:extLst>
          </p:cNvPr>
          <p:cNvSpPr/>
          <p:nvPr/>
        </p:nvSpPr>
        <p:spPr>
          <a:xfrm>
            <a:off x="9092973" y="1639685"/>
            <a:ext cx="1981150" cy="565136"/>
          </a:xfrm>
          <a:prstGeom prst="roundRect">
            <a:avLst>
              <a:gd name="adj" fmla="val 11236"/>
            </a:avLst>
          </a:prstGeom>
          <a:solidFill>
            <a:srgbClr val="EAE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4AE051-0A65-4FDB-B348-DD380F9BC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2E42A98-BD6E-47D6-89BA-351076BCA83F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pPr>
              <a:defRPr/>
            </a:pPr>
            <a:fld id="{36AC9BD9-2152-4D47-BB3C-1D9B4604EA4C}" type="slidenum">
              <a:rPr lang="ru-RU" smtClean="0"/>
              <a:pPr>
                <a:defRPr/>
              </a:pPr>
              <a:t>48</a:t>
            </a:fld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3ABBD38-6723-423B-B53A-F6FE4980896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CBE11B4-3D0E-43B9-8E41-A5C93317651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46B830A-CB3D-47FD-8DC9-A4B1762B917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2025BA3-F1AB-429D-AC5A-828E3420FE3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3BEC7BD6-6926-407F-B420-EB89DB172EFE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4" name="Текст 53">
            <a:extLst>
              <a:ext uri="{FF2B5EF4-FFF2-40B4-BE49-F238E27FC236}">
                <a16:creationId xmlns:a16="http://schemas.microsoft.com/office/drawing/2014/main" id="{4FF21348-B585-4BEC-B9D1-596602EF241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5" name="Текст 54">
            <a:extLst>
              <a:ext uri="{FF2B5EF4-FFF2-40B4-BE49-F238E27FC236}">
                <a16:creationId xmlns:a16="http://schemas.microsoft.com/office/drawing/2014/main" id="{46613F3C-4B8B-4817-9BCD-6A88EF18B323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9C956933-FB2B-4300-9A9B-7A1BCFE9F05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7" name="Текст 56">
            <a:extLst>
              <a:ext uri="{FF2B5EF4-FFF2-40B4-BE49-F238E27FC236}">
                <a16:creationId xmlns:a16="http://schemas.microsoft.com/office/drawing/2014/main" id="{B09140AD-0C46-4F6E-BC6F-C9289A6BD1E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8" name="Текст 57">
            <a:extLst>
              <a:ext uri="{FF2B5EF4-FFF2-40B4-BE49-F238E27FC236}">
                <a16:creationId xmlns:a16="http://schemas.microsoft.com/office/drawing/2014/main" id="{D9F75CEA-7AF8-4F45-9DCB-EB1D946E299E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9" name="Текст 58">
            <a:extLst>
              <a:ext uri="{FF2B5EF4-FFF2-40B4-BE49-F238E27FC236}">
                <a16:creationId xmlns:a16="http://schemas.microsoft.com/office/drawing/2014/main" id="{49F50952-E8B4-4D6D-9371-D1DE5DBF5DF4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0" name="Текст 59">
            <a:extLst>
              <a:ext uri="{FF2B5EF4-FFF2-40B4-BE49-F238E27FC236}">
                <a16:creationId xmlns:a16="http://schemas.microsoft.com/office/drawing/2014/main" id="{617A248B-D5F4-475F-8574-5479F31940AC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1" name="Текст 60">
            <a:extLst>
              <a:ext uri="{FF2B5EF4-FFF2-40B4-BE49-F238E27FC236}">
                <a16:creationId xmlns:a16="http://schemas.microsoft.com/office/drawing/2014/main" id="{3F952513-9327-45C8-B5A2-14F38805CD5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2" name="Текст 61">
            <a:extLst>
              <a:ext uri="{FF2B5EF4-FFF2-40B4-BE49-F238E27FC236}">
                <a16:creationId xmlns:a16="http://schemas.microsoft.com/office/drawing/2014/main" id="{734590FD-4DFB-487E-95DE-6F4FF0DB1098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3" name="Текст 62">
            <a:extLst>
              <a:ext uri="{FF2B5EF4-FFF2-40B4-BE49-F238E27FC236}">
                <a16:creationId xmlns:a16="http://schemas.microsoft.com/office/drawing/2014/main" id="{0E48420D-EFF5-4C7F-8820-ED747C8147D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4" name="Текст 63">
            <a:extLst>
              <a:ext uri="{FF2B5EF4-FFF2-40B4-BE49-F238E27FC236}">
                <a16:creationId xmlns:a16="http://schemas.microsoft.com/office/drawing/2014/main" id="{3DDC6446-F48D-45D5-A1E7-E3D7813147B4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5" name="Текст 64">
            <a:extLst>
              <a:ext uri="{FF2B5EF4-FFF2-40B4-BE49-F238E27FC236}">
                <a16:creationId xmlns:a16="http://schemas.microsoft.com/office/drawing/2014/main" id="{3FE1A5BA-EFAB-4E28-A0E6-8020D6023678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6" name="Текст 65">
            <a:extLst>
              <a:ext uri="{FF2B5EF4-FFF2-40B4-BE49-F238E27FC236}">
                <a16:creationId xmlns:a16="http://schemas.microsoft.com/office/drawing/2014/main" id="{4831CD25-25BC-40A6-A7F2-61EC57D4F8DA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7" name="Текст 66">
            <a:extLst>
              <a:ext uri="{FF2B5EF4-FFF2-40B4-BE49-F238E27FC236}">
                <a16:creationId xmlns:a16="http://schemas.microsoft.com/office/drawing/2014/main" id="{88ADF4E7-73EB-4118-A577-CA5AE609713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8" name="Текст 67">
            <a:extLst>
              <a:ext uri="{FF2B5EF4-FFF2-40B4-BE49-F238E27FC236}">
                <a16:creationId xmlns:a16="http://schemas.microsoft.com/office/drawing/2014/main" id="{44068263-6807-48FD-8A58-EFE4B1BC4533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9" name="Текст 68">
            <a:extLst>
              <a:ext uri="{FF2B5EF4-FFF2-40B4-BE49-F238E27FC236}">
                <a16:creationId xmlns:a16="http://schemas.microsoft.com/office/drawing/2014/main" id="{21209208-95A1-41CC-8E83-76B9F59F386B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4" name="Group 2131328504 [Figma 9887:67789]" descr="Group 2131328504. отражение или наклон">
            <a:extLst>
              <a:ext uri="{FF2B5EF4-FFF2-40B4-BE49-F238E27FC236}">
                <a16:creationId xmlns:a16="http://schemas.microsoft.com/office/drawing/2014/main" id="{EA9B98D6-B40E-48EF-89F1-7C9F748CB6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21127" y="3800380"/>
            <a:ext cx="241294" cy="895328"/>
          </a:xfrm>
          <a:prstGeom prst="rect">
            <a:avLst/>
          </a:prstGeom>
        </p:spPr>
      </p:pic>
      <p:pic>
        <p:nvPicPr>
          <p:cNvPr id="25" name="Group 2131328504 [Figma 9887:67794]" descr="Group 2131328504. отражение или наклон">
            <a:extLst>
              <a:ext uri="{FF2B5EF4-FFF2-40B4-BE49-F238E27FC236}">
                <a16:creationId xmlns:a16="http://schemas.microsoft.com/office/drawing/2014/main" id="{5A06014C-8454-40EA-97C9-4ECC2E05DE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00240" y="3800380"/>
            <a:ext cx="241294" cy="1587460"/>
          </a:xfrm>
          <a:prstGeom prst="rect">
            <a:avLst/>
          </a:prstGeom>
        </p:spPr>
      </p:pic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D1A0B754-5370-490A-88F7-24B9A7CD5DC1}"/>
              </a:ext>
            </a:extLst>
          </p:cNvPr>
          <p:cNvGrpSpPr/>
          <p:nvPr/>
        </p:nvGrpSpPr>
        <p:grpSpPr>
          <a:xfrm>
            <a:off x="1123922" y="2984425"/>
            <a:ext cx="241294" cy="1092173"/>
            <a:chOff x="1123922" y="2984425"/>
            <a:chExt cx="241294" cy="1092173"/>
          </a:xfrm>
        </p:grpSpPr>
        <p:sp>
          <p:nvSpPr>
            <p:cNvPr id="27" name="Ellipse 4969 [Figma I9887:67801;8945:721]">
              <a:extLst>
                <a:ext uri="{FF2B5EF4-FFF2-40B4-BE49-F238E27FC236}">
                  <a16:creationId xmlns:a16="http://schemas.microsoft.com/office/drawing/2014/main" id="{2B832F33-B159-4837-B4B1-EB4EBC4F94BA}"/>
                </a:ext>
              </a:extLst>
            </p:cNvPr>
            <p:cNvSpPr/>
            <p:nvPr userDrawn="1"/>
          </p:nvSpPr>
          <p:spPr>
            <a:xfrm>
              <a:off x="1162021" y="3873403"/>
              <a:ext cx="165096" cy="165096"/>
            </a:xfrm>
            <a:prstGeom prst="ellipse">
              <a:avLst/>
            </a:prstGeom>
            <a:solidFill>
              <a:srgbClr val="1E4BD2">
                <a:alpha val="6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28" name="Ellipse 4970 [Figma I9887:67801;8945:722]">
              <a:extLst>
                <a:ext uri="{FF2B5EF4-FFF2-40B4-BE49-F238E27FC236}">
                  <a16:creationId xmlns:a16="http://schemas.microsoft.com/office/drawing/2014/main" id="{DE20BFFC-CC50-431B-A0BA-AC35F0607048}"/>
                </a:ext>
              </a:extLst>
            </p:cNvPr>
            <p:cNvSpPr/>
            <p:nvPr userDrawn="1"/>
          </p:nvSpPr>
          <p:spPr>
            <a:xfrm>
              <a:off x="1123922" y="3835304"/>
              <a:ext cx="241294" cy="241294"/>
            </a:xfrm>
            <a:prstGeom prst="ellipse">
              <a:avLst/>
            </a:prstGeom>
            <a:solidFill>
              <a:srgbClr val="EAEDF5">
                <a:alpha val="5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29" name="Ellipse 4968 [Figma I9887:67801;8945:723]">
              <a:extLst>
                <a:ext uri="{FF2B5EF4-FFF2-40B4-BE49-F238E27FC236}">
                  <a16:creationId xmlns:a16="http://schemas.microsoft.com/office/drawing/2014/main" id="{EF3B939E-45BD-4D3D-8E19-37028E344E84}"/>
                </a:ext>
              </a:extLst>
            </p:cNvPr>
            <p:cNvSpPr/>
            <p:nvPr userDrawn="1"/>
          </p:nvSpPr>
          <p:spPr>
            <a:xfrm>
              <a:off x="1200120" y="3911502"/>
              <a:ext cx="88898" cy="88898"/>
            </a:xfrm>
            <a:prstGeom prst="ellipse">
              <a:avLst/>
            </a:prstGeom>
            <a:solidFill>
              <a:srgbClr val="1E4BD2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30" name="Vector 37 [Figma I9887:67802;8945:724]" descr="Vector 37. отражение или наклон">
              <a:extLst>
                <a:ext uri="{FF2B5EF4-FFF2-40B4-BE49-F238E27FC236}">
                  <a16:creationId xmlns:a16="http://schemas.microsoft.com/office/drawing/2014/main" id="{F70F7B7D-5B25-47B3-BAD4-AAFED29F7AB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235044" y="2984425"/>
              <a:ext cx="19050" cy="971526"/>
            </a:xfrm>
            <a:prstGeom prst="rect">
              <a:avLst/>
            </a:prstGeom>
          </p:spPr>
        </p:pic>
      </p:grpSp>
      <p:grpSp>
        <p:nvGrpSpPr>
          <p:cNvPr id="31" name="Группа 30">
            <a:extLst>
              <a:ext uri="{FF2B5EF4-FFF2-40B4-BE49-F238E27FC236}">
                <a16:creationId xmlns:a16="http://schemas.microsoft.com/office/drawing/2014/main" id="{0D74FEA5-BC1E-485F-BF16-5452FE2E900D}"/>
              </a:ext>
            </a:extLst>
          </p:cNvPr>
          <p:cNvGrpSpPr/>
          <p:nvPr/>
        </p:nvGrpSpPr>
        <p:grpSpPr>
          <a:xfrm>
            <a:off x="6203795" y="2984425"/>
            <a:ext cx="241294" cy="1092173"/>
            <a:chOff x="6203795" y="2984425"/>
            <a:chExt cx="241294" cy="1092173"/>
          </a:xfrm>
        </p:grpSpPr>
        <p:sp>
          <p:nvSpPr>
            <p:cNvPr id="32" name="Ellipse 4969 [Figma I9887:67806;8945:721]">
              <a:extLst>
                <a:ext uri="{FF2B5EF4-FFF2-40B4-BE49-F238E27FC236}">
                  <a16:creationId xmlns:a16="http://schemas.microsoft.com/office/drawing/2014/main" id="{D19BDF23-0D38-45E7-A5F9-97BED2A9682A}"/>
                </a:ext>
              </a:extLst>
            </p:cNvPr>
            <p:cNvSpPr/>
            <p:nvPr userDrawn="1"/>
          </p:nvSpPr>
          <p:spPr>
            <a:xfrm>
              <a:off x="6241894" y="3873403"/>
              <a:ext cx="165096" cy="165096"/>
            </a:xfrm>
            <a:prstGeom prst="ellipse">
              <a:avLst/>
            </a:prstGeom>
            <a:solidFill>
              <a:srgbClr val="1E4BD2">
                <a:alpha val="6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33" name="Ellipse 4970 [Figma I9887:67806;8945:722]">
              <a:extLst>
                <a:ext uri="{FF2B5EF4-FFF2-40B4-BE49-F238E27FC236}">
                  <a16:creationId xmlns:a16="http://schemas.microsoft.com/office/drawing/2014/main" id="{1035BF38-6860-4327-8EEE-B274E8A087B3}"/>
                </a:ext>
              </a:extLst>
            </p:cNvPr>
            <p:cNvSpPr/>
            <p:nvPr userDrawn="1"/>
          </p:nvSpPr>
          <p:spPr>
            <a:xfrm>
              <a:off x="6203795" y="3835304"/>
              <a:ext cx="241294" cy="241294"/>
            </a:xfrm>
            <a:prstGeom prst="ellipse">
              <a:avLst/>
            </a:prstGeom>
            <a:solidFill>
              <a:srgbClr val="EAEDF5">
                <a:alpha val="5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34" name="Ellipse 4968 [Figma I9887:67806;8945:723]">
              <a:extLst>
                <a:ext uri="{FF2B5EF4-FFF2-40B4-BE49-F238E27FC236}">
                  <a16:creationId xmlns:a16="http://schemas.microsoft.com/office/drawing/2014/main" id="{354A4BD7-FA7C-47F7-ADEF-96F96F230503}"/>
                </a:ext>
              </a:extLst>
            </p:cNvPr>
            <p:cNvSpPr/>
            <p:nvPr userDrawn="1"/>
          </p:nvSpPr>
          <p:spPr>
            <a:xfrm>
              <a:off x="6279993" y="3911502"/>
              <a:ext cx="88898" cy="88898"/>
            </a:xfrm>
            <a:prstGeom prst="ellipse">
              <a:avLst/>
            </a:prstGeom>
            <a:solidFill>
              <a:srgbClr val="1E4BD2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35" name="Vector 37 [Figma I9887:67807;8945:724]" descr="Vector 37. отражение или наклон">
              <a:extLst>
                <a:ext uri="{FF2B5EF4-FFF2-40B4-BE49-F238E27FC236}">
                  <a16:creationId xmlns:a16="http://schemas.microsoft.com/office/drawing/2014/main" id="{AD8710D2-1F77-4743-B3F4-80A9FEFF84C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314917" y="2984425"/>
              <a:ext cx="19050" cy="971526"/>
            </a:xfrm>
            <a:prstGeom prst="rect">
              <a:avLst/>
            </a:prstGeom>
          </p:spPr>
        </p:pic>
      </p:grp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899BB319-0901-4DA5-9708-3245AA176727}"/>
              </a:ext>
            </a:extLst>
          </p:cNvPr>
          <p:cNvGrpSpPr/>
          <p:nvPr/>
        </p:nvGrpSpPr>
        <p:grpSpPr>
          <a:xfrm>
            <a:off x="3663858" y="2381190"/>
            <a:ext cx="241294" cy="1695408"/>
            <a:chOff x="3663858" y="2381190"/>
            <a:chExt cx="241294" cy="1695408"/>
          </a:xfrm>
        </p:grpSpPr>
        <p:sp>
          <p:nvSpPr>
            <p:cNvPr id="37" name="Ellipse 4969 [Figma I9887:67811;8945:721]">
              <a:extLst>
                <a:ext uri="{FF2B5EF4-FFF2-40B4-BE49-F238E27FC236}">
                  <a16:creationId xmlns:a16="http://schemas.microsoft.com/office/drawing/2014/main" id="{6890096C-0D41-485C-B413-2596F82BA9DC}"/>
                </a:ext>
              </a:extLst>
            </p:cNvPr>
            <p:cNvSpPr/>
            <p:nvPr userDrawn="1"/>
          </p:nvSpPr>
          <p:spPr>
            <a:xfrm>
              <a:off x="3701957" y="3873403"/>
              <a:ext cx="165096" cy="165096"/>
            </a:xfrm>
            <a:prstGeom prst="ellipse">
              <a:avLst/>
            </a:prstGeom>
            <a:solidFill>
              <a:srgbClr val="1E4BD2">
                <a:alpha val="6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38" name="Ellipse 4970 [Figma I9887:67811;8945:722]">
              <a:extLst>
                <a:ext uri="{FF2B5EF4-FFF2-40B4-BE49-F238E27FC236}">
                  <a16:creationId xmlns:a16="http://schemas.microsoft.com/office/drawing/2014/main" id="{9FBB1EBE-EAE1-4689-9BA2-DC319CB00077}"/>
                </a:ext>
              </a:extLst>
            </p:cNvPr>
            <p:cNvSpPr/>
            <p:nvPr userDrawn="1"/>
          </p:nvSpPr>
          <p:spPr>
            <a:xfrm>
              <a:off x="3663858" y="3835304"/>
              <a:ext cx="241294" cy="241294"/>
            </a:xfrm>
            <a:prstGeom prst="ellipse">
              <a:avLst/>
            </a:prstGeom>
            <a:solidFill>
              <a:srgbClr val="EAEDF5">
                <a:alpha val="5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39" name="Ellipse 4968 [Figma I9887:67811;8945:723]">
              <a:extLst>
                <a:ext uri="{FF2B5EF4-FFF2-40B4-BE49-F238E27FC236}">
                  <a16:creationId xmlns:a16="http://schemas.microsoft.com/office/drawing/2014/main" id="{6C746F5B-02E7-4DDC-92B8-E893E2C593DC}"/>
                </a:ext>
              </a:extLst>
            </p:cNvPr>
            <p:cNvSpPr/>
            <p:nvPr userDrawn="1"/>
          </p:nvSpPr>
          <p:spPr>
            <a:xfrm>
              <a:off x="3740056" y="3911502"/>
              <a:ext cx="88898" cy="88898"/>
            </a:xfrm>
            <a:prstGeom prst="ellipse">
              <a:avLst/>
            </a:prstGeom>
            <a:solidFill>
              <a:srgbClr val="1E4BD2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40" name="Vector 37 [Figma I9887:67812;8945:724]" descr="Vector 37. отражение или наклон">
              <a:extLst>
                <a:ext uri="{FF2B5EF4-FFF2-40B4-BE49-F238E27FC236}">
                  <a16:creationId xmlns:a16="http://schemas.microsoft.com/office/drawing/2014/main" id="{95F0C2D2-40A8-4DE6-AB44-005869AFB90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774981" y="2381190"/>
              <a:ext cx="19050" cy="1568411"/>
            </a:xfrm>
            <a:prstGeom prst="rect">
              <a:avLst/>
            </a:prstGeom>
          </p:spPr>
        </p:pic>
      </p:grpSp>
      <p:grpSp>
        <p:nvGrpSpPr>
          <p:cNvPr id="41" name="Группа 40">
            <a:extLst>
              <a:ext uri="{FF2B5EF4-FFF2-40B4-BE49-F238E27FC236}">
                <a16:creationId xmlns:a16="http://schemas.microsoft.com/office/drawing/2014/main" id="{88D08CB1-801F-4AE1-BF94-57AF7B4067B9}"/>
              </a:ext>
            </a:extLst>
          </p:cNvPr>
          <p:cNvGrpSpPr/>
          <p:nvPr/>
        </p:nvGrpSpPr>
        <p:grpSpPr>
          <a:xfrm>
            <a:off x="9092973" y="2381190"/>
            <a:ext cx="241294" cy="1695408"/>
            <a:chOff x="9092973" y="2381190"/>
            <a:chExt cx="241294" cy="1695408"/>
          </a:xfrm>
        </p:grpSpPr>
        <p:sp>
          <p:nvSpPr>
            <p:cNvPr id="42" name="Ellipse 4969 [Figma I9887:67816;8945:721]">
              <a:extLst>
                <a:ext uri="{FF2B5EF4-FFF2-40B4-BE49-F238E27FC236}">
                  <a16:creationId xmlns:a16="http://schemas.microsoft.com/office/drawing/2014/main" id="{5EF4AD7F-CFDB-43FC-9591-BD8223F06D11}"/>
                </a:ext>
              </a:extLst>
            </p:cNvPr>
            <p:cNvSpPr/>
            <p:nvPr userDrawn="1"/>
          </p:nvSpPr>
          <p:spPr>
            <a:xfrm>
              <a:off x="9131072" y="3873403"/>
              <a:ext cx="165096" cy="165096"/>
            </a:xfrm>
            <a:prstGeom prst="ellipse">
              <a:avLst/>
            </a:prstGeom>
            <a:solidFill>
              <a:srgbClr val="1E4BD2">
                <a:alpha val="6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43" name="Ellipse 4970 [Figma I9887:67816;8945:722]">
              <a:extLst>
                <a:ext uri="{FF2B5EF4-FFF2-40B4-BE49-F238E27FC236}">
                  <a16:creationId xmlns:a16="http://schemas.microsoft.com/office/drawing/2014/main" id="{34F07614-1E5C-4ADE-94E4-643C0A00EF3E}"/>
                </a:ext>
              </a:extLst>
            </p:cNvPr>
            <p:cNvSpPr/>
            <p:nvPr userDrawn="1"/>
          </p:nvSpPr>
          <p:spPr>
            <a:xfrm>
              <a:off x="9092973" y="3835304"/>
              <a:ext cx="241294" cy="241294"/>
            </a:xfrm>
            <a:prstGeom prst="ellipse">
              <a:avLst/>
            </a:prstGeom>
            <a:solidFill>
              <a:srgbClr val="EAEDF5">
                <a:alpha val="5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44" name="Ellipse 4968 [Figma I9887:67816;8945:723]">
              <a:extLst>
                <a:ext uri="{FF2B5EF4-FFF2-40B4-BE49-F238E27FC236}">
                  <a16:creationId xmlns:a16="http://schemas.microsoft.com/office/drawing/2014/main" id="{40AA7A0D-BDE2-411D-B9A7-D432B4DB0E0D}"/>
                </a:ext>
              </a:extLst>
            </p:cNvPr>
            <p:cNvSpPr/>
            <p:nvPr userDrawn="1"/>
          </p:nvSpPr>
          <p:spPr>
            <a:xfrm>
              <a:off x="9169171" y="3911502"/>
              <a:ext cx="88898" cy="88898"/>
            </a:xfrm>
            <a:prstGeom prst="ellipse">
              <a:avLst/>
            </a:prstGeom>
            <a:solidFill>
              <a:srgbClr val="1E4BD2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45" name="Vector 37 [Figma I9887:67817;8945:724]" descr="Vector 37. отражение или наклон">
              <a:extLst>
                <a:ext uri="{FF2B5EF4-FFF2-40B4-BE49-F238E27FC236}">
                  <a16:creationId xmlns:a16="http://schemas.microsoft.com/office/drawing/2014/main" id="{B3F3BE33-6E0A-451A-98B0-A842B4DED58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204095" y="2381190"/>
              <a:ext cx="19050" cy="1568411"/>
            </a:xfrm>
            <a:prstGeom prst="rect">
              <a:avLst/>
            </a:prstGeom>
          </p:spPr>
        </p:pic>
      </p:grpSp>
      <p:pic>
        <p:nvPicPr>
          <p:cNvPr id="46" name="Group 2131328504 [Figma 9887:67819]" descr="Group 2131328504. отражение или наклон">
            <a:extLst>
              <a:ext uri="{FF2B5EF4-FFF2-40B4-BE49-F238E27FC236}">
                <a16:creationId xmlns:a16="http://schemas.microsoft.com/office/drawing/2014/main" id="{CD197944-5A96-4976-B913-95BF364C71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53156" y="3800380"/>
            <a:ext cx="241294" cy="1587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40469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to-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5" name="Рисунок 524">
            <a:extLst>
              <a:ext uri="{FF2B5EF4-FFF2-40B4-BE49-F238E27FC236}">
                <a16:creationId xmlns:a16="http://schemas.microsoft.com/office/drawing/2014/main" id="{A8C3FD4F-B74B-4FB7-B8D6-C10880316B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00" t="2404" r="936" b="1239"/>
          <a:stretch>
            <a:fillRect/>
          </a:stretch>
        </p:blipFill>
        <p:spPr>
          <a:xfrm>
            <a:off x="387587" y="1404889"/>
            <a:ext cx="9111600" cy="2422800"/>
          </a:xfrm>
          <a:prstGeom prst="roundRect">
            <a:avLst>
              <a:gd name="adj" fmla="val 4477"/>
            </a:avLst>
          </a:prstGeom>
        </p:spPr>
      </p:pic>
      <p:sp>
        <p:nvSpPr>
          <p:cNvPr id="524" name="Прямоугольник: скругленные углы 523">
            <a:extLst>
              <a:ext uri="{FF2B5EF4-FFF2-40B4-BE49-F238E27FC236}">
                <a16:creationId xmlns:a16="http://schemas.microsoft.com/office/drawing/2014/main" id="{AF93B752-835A-4B45-B247-9A2AA374B08C}"/>
              </a:ext>
            </a:extLst>
          </p:cNvPr>
          <p:cNvSpPr/>
          <p:nvPr/>
        </p:nvSpPr>
        <p:spPr>
          <a:xfrm>
            <a:off x="9587866" y="1396901"/>
            <a:ext cx="2192400" cy="2422800"/>
          </a:xfrm>
          <a:prstGeom prst="roundRect">
            <a:avLst>
              <a:gd name="adj" fmla="val 8946"/>
            </a:avLst>
          </a:prstGeom>
          <a:gradFill>
            <a:gsLst>
              <a:gs pos="30000">
                <a:schemeClr val="accent1"/>
              </a:gs>
              <a:gs pos="100000">
                <a:srgbClr val="00AAF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VTB Group Book" panose="020B0503040504020204" pitchFamily="34" charset="-52"/>
            </a:endParaRPr>
          </a:p>
        </p:txBody>
      </p:sp>
      <p:grpSp>
        <p:nvGrpSpPr>
          <p:cNvPr id="520" name="Группа 519">
            <a:extLst>
              <a:ext uri="{FF2B5EF4-FFF2-40B4-BE49-F238E27FC236}">
                <a16:creationId xmlns:a16="http://schemas.microsoft.com/office/drawing/2014/main" id="{BCCB04D1-7DD3-4BD4-976B-BF86DFDB9371}"/>
              </a:ext>
            </a:extLst>
          </p:cNvPr>
          <p:cNvGrpSpPr/>
          <p:nvPr/>
        </p:nvGrpSpPr>
        <p:grpSpPr>
          <a:xfrm>
            <a:off x="380990" y="3927377"/>
            <a:ext cx="11429714" cy="2422464"/>
            <a:chOff x="380990" y="3927377"/>
            <a:chExt cx="11429714" cy="2422464"/>
          </a:xfrm>
        </p:grpSpPr>
        <p:sp>
          <p:nvSpPr>
            <p:cNvPr id="521" name="Frame 2147203898 — фон [Figma 9887:67853:background]">
              <a:extLst>
                <a:ext uri="{FF2B5EF4-FFF2-40B4-BE49-F238E27FC236}">
                  <a16:creationId xmlns:a16="http://schemas.microsoft.com/office/drawing/2014/main" id="{EA3D92C8-A225-4CED-8A7D-1122C859F515}"/>
                </a:ext>
              </a:extLst>
            </p:cNvPr>
            <p:cNvSpPr/>
            <p:nvPr userDrawn="1"/>
          </p:nvSpPr>
          <p:spPr>
            <a:xfrm>
              <a:off x="380990" y="3927377"/>
              <a:ext cx="9112022" cy="2422464"/>
            </a:xfrm>
            <a:prstGeom prst="roundRect">
              <a:avLst>
                <a:gd name="adj" fmla="val 3932"/>
              </a:avLst>
            </a:prstGeom>
            <a:solidFill>
              <a:srgbClr val="EAEDF5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522" name="Frame 2147204095 — фон [Figma 9887:68725:background]">
              <a:extLst>
                <a:ext uri="{FF2B5EF4-FFF2-40B4-BE49-F238E27FC236}">
                  <a16:creationId xmlns:a16="http://schemas.microsoft.com/office/drawing/2014/main" id="{D0EE5E5D-6B54-4E73-BE16-3AC554B40F1B}"/>
                </a:ext>
              </a:extLst>
            </p:cNvPr>
            <p:cNvSpPr/>
            <p:nvPr userDrawn="1"/>
          </p:nvSpPr>
          <p:spPr>
            <a:xfrm>
              <a:off x="9620009" y="3927377"/>
              <a:ext cx="2190695" cy="2422464"/>
            </a:xfrm>
            <a:prstGeom prst="roundRect">
              <a:avLst>
                <a:gd name="adj" fmla="val 4348"/>
              </a:avLst>
            </a:prstGeom>
            <a:solidFill>
              <a:srgbClr val="EAEDF5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</p:grpSp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0762DD15-4BCE-4384-8230-01B2FE53C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16B6ECC-C74D-45EB-ADF3-21CDA6049B5D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pPr>
              <a:defRPr/>
            </a:pPr>
            <a:fld id="{36AC9BD9-2152-4D47-BB3C-1D9B4604EA4C}" type="slidenum">
              <a:rPr lang="ru-RU" smtClean="0"/>
              <a:pPr>
                <a:defRPr/>
              </a:pPr>
              <a:t>49</a:t>
            </a:fld>
            <a:endParaRPr lang="ru-RU" dirty="0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B3EEC567-76CD-42D4-8007-B213D92562B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>
            <a:normAutofit fontScale="77500" lnSpcReduction="20000"/>
          </a:bodyPr>
          <a:lstStyle/>
          <a:p>
            <a:endParaRPr lang="ru-RU" dirty="0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EDA5D429-526B-4161-AD07-BE259247D14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>
            <a:normAutofit fontScale="77500" lnSpcReduction="20000"/>
          </a:bodyPr>
          <a:lstStyle/>
          <a:p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C5B1D8ED-D8C7-46FE-914B-0F3B048DF4A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C8CA7FEA-2687-4F35-BB70-0089AE0AE0A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D552193B-D069-409D-AEBE-8C6D589B9D3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A51903C8-5E04-403E-8155-E05F985C821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>
            <a:normAutofit fontScale="77500" lnSpcReduction="20000"/>
          </a:bodyPr>
          <a:lstStyle/>
          <a:p>
            <a:endParaRPr lang="ru-RU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74AEC040-5155-4FBB-BD7C-85FA1D2FA4C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>
            <a:normAutofit fontScale="77500" lnSpcReduction="20000"/>
          </a:bodyPr>
          <a:lstStyle/>
          <a:p>
            <a:endParaRPr lang="ru-RU"/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32AA4A81-5F9A-4BAD-AC00-4176AC3A8881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7E22E2FF-5E44-4E39-BCAB-4BC2D2ED2D4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C77F8DC5-C227-49AA-8565-A9D781F0A23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ru-RU"/>
          </a:p>
        </p:txBody>
      </p: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A1C8A473-3693-48F7-8154-064EEAD700F3}"/>
              </a:ext>
            </a:extLst>
          </p:cNvPr>
          <p:cNvGrpSpPr/>
          <p:nvPr/>
        </p:nvGrpSpPr>
        <p:grpSpPr>
          <a:xfrm>
            <a:off x="9953348" y="1631909"/>
            <a:ext cx="1524021" cy="1523962"/>
            <a:chOff x="9953348" y="1631909"/>
            <a:chExt cx="1524021" cy="1523962"/>
          </a:xfrm>
        </p:grpSpPr>
        <p:pic>
          <p:nvPicPr>
            <p:cNvPr id="20" name="Vector [Figma 9887:67872]" descr="Vector. векторный контур">
              <a:extLst>
                <a:ext uri="{FF2B5EF4-FFF2-40B4-BE49-F238E27FC236}">
                  <a16:creationId xmlns:a16="http://schemas.microsoft.com/office/drawing/2014/main" id="{F4B0273A-C70B-4D25-94AD-DA332416212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441033" y="1631909"/>
              <a:ext cx="60962" cy="60968"/>
            </a:xfrm>
            <a:prstGeom prst="rect">
              <a:avLst/>
            </a:prstGeom>
          </p:spPr>
        </p:pic>
        <p:pic>
          <p:nvPicPr>
            <p:cNvPr id="21" name="Vector [Figma 9887:67876]" descr="Vector. векторный контур">
              <a:extLst>
                <a:ext uri="{FF2B5EF4-FFF2-40B4-BE49-F238E27FC236}">
                  <a16:creationId xmlns:a16="http://schemas.microsoft.com/office/drawing/2014/main" id="{AFE94E6D-EAF4-4C8A-A1B6-A3C46A7173F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01993" y="1631909"/>
              <a:ext cx="60962" cy="60968"/>
            </a:xfrm>
            <a:prstGeom prst="rect">
              <a:avLst/>
            </a:prstGeom>
          </p:spPr>
        </p:pic>
        <p:pic>
          <p:nvPicPr>
            <p:cNvPr id="22" name="Vector [Figma 9887:67880]" descr="Vector. векторный контур">
              <a:extLst>
                <a:ext uri="{FF2B5EF4-FFF2-40B4-BE49-F238E27FC236}">
                  <a16:creationId xmlns:a16="http://schemas.microsoft.com/office/drawing/2014/main" id="{64EEAACF-76BD-4E7C-B776-900FDF95A5A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745838" y="1631909"/>
              <a:ext cx="60962" cy="60968"/>
            </a:xfrm>
            <a:prstGeom prst="rect">
              <a:avLst/>
            </a:prstGeom>
          </p:spPr>
        </p:pic>
        <p:pic>
          <p:nvPicPr>
            <p:cNvPr id="23" name="Vector [Figma 9887:67884]" descr="Vector. векторный контур">
              <a:extLst>
                <a:ext uri="{FF2B5EF4-FFF2-40B4-BE49-F238E27FC236}">
                  <a16:creationId xmlns:a16="http://schemas.microsoft.com/office/drawing/2014/main" id="{FC4B845B-F6F9-4C3C-B9A7-87050CC76D6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928722" y="1631909"/>
              <a:ext cx="60962" cy="60968"/>
            </a:xfrm>
            <a:prstGeom prst="rect">
              <a:avLst/>
            </a:prstGeom>
          </p:spPr>
        </p:pic>
        <p:pic>
          <p:nvPicPr>
            <p:cNvPr id="24" name="Vector [Figma 9887:67887]" descr="Vector. векторный контур">
              <a:extLst>
                <a:ext uri="{FF2B5EF4-FFF2-40B4-BE49-F238E27FC236}">
                  <a16:creationId xmlns:a16="http://schemas.microsoft.com/office/drawing/2014/main" id="{922038D4-A90B-429B-A2D7-4609816E34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745838" y="1692878"/>
              <a:ext cx="60962" cy="60968"/>
            </a:xfrm>
            <a:prstGeom prst="rect">
              <a:avLst/>
            </a:prstGeom>
          </p:spPr>
        </p:pic>
        <p:pic>
          <p:nvPicPr>
            <p:cNvPr id="25" name="Vector [Figma 9887:67890]" descr="Vector. векторный контур">
              <a:extLst>
                <a:ext uri="{FF2B5EF4-FFF2-40B4-BE49-F238E27FC236}">
                  <a16:creationId xmlns:a16="http://schemas.microsoft.com/office/drawing/2014/main" id="{BC1F1115-30EC-4303-8B7F-8BD150DCA7D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806800" y="1692878"/>
              <a:ext cx="60962" cy="60968"/>
            </a:xfrm>
            <a:prstGeom prst="rect">
              <a:avLst/>
            </a:prstGeom>
          </p:spPr>
        </p:pic>
        <p:pic>
          <p:nvPicPr>
            <p:cNvPr id="26" name="Vector [Figma 9887:67894]" descr="Vector. векторный контур">
              <a:extLst>
                <a:ext uri="{FF2B5EF4-FFF2-40B4-BE49-F238E27FC236}">
                  <a16:creationId xmlns:a16="http://schemas.microsoft.com/office/drawing/2014/main" id="{1855B3AF-39D0-4481-B95F-32F44BCAE47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867760" y="1692878"/>
              <a:ext cx="60962" cy="60968"/>
            </a:xfrm>
            <a:prstGeom prst="rect">
              <a:avLst/>
            </a:prstGeom>
          </p:spPr>
        </p:pic>
        <p:pic>
          <p:nvPicPr>
            <p:cNvPr id="27" name="Vector [Figma 9887:67898]" descr="Vector. векторный контур">
              <a:extLst>
                <a:ext uri="{FF2B5EF4-FFF2-40B4-BE49-F238E27FC236}">
                  <a16:creationId xmlns:a16="http://schemas.microsoft.com/office/drawing/2014/main" id="{7D07D200-CEE6-4D9E-8341-6E0992E0AD6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562955" y="1753796"/>
              <a:ext cx="60962" cy="60968"/>
            </a:xfrm>
            <a:prstGeom prst="rect">
              <a:avLst/>
            </a:prstGeom>
          </p:spPr>
        </p:pic>
        <p:pic>
          <p:nvPicPr>
            <p:cNvPr id="28" name="Vector [Figma 9887:67902]" descr="Vector. векторный контур">
              <a:extLst>
                <a:ext uri="{FF2B5EF4-FFF2-40B4-BE49-F238E27FC236}">
                  <a16:creationId xmlns:a16="http://schemas.microsoft.com/office/drawing/2014/main" id="{9994CEF7-4D38-4AF4-A73D-5B98AC4BEAA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684876" y="1753796"/>
              <a:ext cx="60962" cy="60968"/>
            </a:xfrm>
            <a:prstGeom prst="rect">
              <a:avLst/>
            </a:prstGeom>
          </p:spPr>
        </p:pic>
        <p:pic>
          <p:nvPicPr>
            <p:cNvPr id="29" name="Vector [Figma 9887:67905]" descr="Vector. векторный контур">
              <a:extLst>
                <a:ext uri="{FF2B5EF4-FFF2-40B4-BE49-F238E27FC236}">
                  <a16:creationId xmlns:a16="http://schemas.microsoft.com/office/drawing/2014/main" id="{F1D96A3C-2310-4528-83D7-4CA0B769FBD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745838" y="1753796"/>
              <a:ext cx="60962" cy="60968"/>
            </a:xfrm>
            <a:prstGeom prst="rect">
              <a:avLst/>
            </a:prstGeom>
          </p:spPr>
        </p:pic>
        <p:pic>
          <p:nvPicPr>
            <p:cNvPr id="30" name="Vector [Figma 9887:67908]" descr="Vector. векторный контур">
              <a:extLst>
                <a:ext uri="{FF2B5EF4-FFF2-40B4-BE49-F238E27FC236}">
                  <a16:creationId xmlns:a16="http://schemas.microsoft.com/office/drawing/2014/main" id="{8BDB1640-D51C-42E1-8496-B35BBE570FC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806800" y="1753796"/>
              <a:ext cx="60962" cy="60968"/>
            </a:xfrm>
            <a:prstGeom prst="rect">
              <a:avLst/>
            </a:prstGeom>
          </p:spPr>
        </p:pic>
        <p:pic>
          <p:nvPicPr>
            <p:cNvPr id="31" name="Vector [Figma 9887:67911]" descr="Vector. векторный контур">
              <a:extLst>
                <a:ext uri="{FF2B5EF4-FFF2-40B4-BE49-F238E27FC236}">
                  <a16:creationId xmlns:a16="http://schemas.microsoft.com/office/drawing/2014/main" id="{E1AC4B2E-6EB9-4804-AB74-1AF61EDE98E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867760" y="1753796"/>
              <a:ext cx="60962" cy="60968"/>
            </a:xfrm>
            <a:prstGeom prst="rect">
              <a:avLst/>
            </a:prstGeom>
          </p:spPr>
        </p:pic>
        <p:pic>
          <p:nvPicPr>
            <p:cNvPr id="32" name="Vector [Figma 9887:67915]" descr="Vector. векторный контур">
              <a:extLst>
                <a:ext uri="{FF2B5EF4-FFF2-40B4-BE49-F238E27FC236}">
                  <a16:creationId xmlns:a16="http://schemas.microsoft.com/office/drawing/2014/main" id="{00AA6B4C-74D2-4A05-86EC-E264E812266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928722" y="1753796"/>
              <a:ext cx="60962" cy="60968"/>
            </a:xfrm>
            <a:prstGeom prst="rect">
              <a:avLst/>
            </a:prstGeom>
          </p:spPr>
        </p:pic>
        <p:pic>
          <p:nvPicPr>
            <p:cNvPr id="33" name="Vector [Figma 9887:67919]" descr="Vector. векторный контур">
              <a:extLst>
                <a:ext uri="{FF2B5EF4-FFF2-40B4-BE49-F238E27FC236}">
                  <a16:creationId xmlns:a16="http://schemas.microsoft.com/office/drawing/2014/main" id="{55E2D0AD-528D-4D85-8745-1B8B8356E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0441033" y="1814765"/>
              <a:ext cx="60962" cy="60968"/>
            </a:xfrm>
            <a:prstGeom prst="rect">
              <a:avLst/>
            </a:prstGeom>
          </p:spPr>
        </p:pic>
        <p:pic>
          <p:nvPicPr>
            <p:cNvPr id="34" name="Vector [Figma 9887:67923]" descr="Vector. векторный контур">
              <a:extLst>
                <a:ext uri="{FF2B5EF4-FFF2-40B4-BE49-F238E27FC236}">
                  <a16:creationId xmlns:a16="http://schemas.microsoft.com/office/drawing/2014/main" id="{2F74266B-6AE2-4BAF-987E-9FD8D14D0E0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01993" y="1814765"/>
              <a:ext cx="60962" cy="60968"/>
            </a:xfrm>
            <a:prstGeom prst="rect">
              <a:avLst/>
            </a:prstGeom>
          </p:spPr>
        </p:pic>
        <p:pic>
          <p:nvPicPr>
            <p:cNvPr id="35" name="Vector [Figma 9887:67927]" descr="Vector. векторный контур">
              <a:extLst>
                <a:ext uri="{FF2B5EF4-FFF2-40B4-BE49-F238E27FC236}">
                  <a16:creationId xmlns:a16="http://schemas.microsoft.com/office/drawing/2014/main" id="{7A7ABE29-B143-4B35-B5E0-D828D6C3DDC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0867760" y="1814765"/>
              <a:ext cx="60962" cy="60968"/>
            </a:xfrm>
            <a:prstGeom prst="rect">
              <a:avLst/>
            </a:prstGeom>
          </p:spPr>
        </p:pic>
        <p:pic>
          <p:nvPicPr>
            <p:cNvPr id="36" name="Vector [Figma 9887:67931]" descr="Vector. векторный контур">
              <a:extLst>
                <a:ext uri="{FF2B5EF4-FFF2-40B4-BE49-F238E27FC236}">
                  <a16:creationId xmlns:a16="http://schemas.microsoft.com/office/drawing/2014/main" id="{6031FBA5-9774-4E24-A0B8-445539DCF4A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0928722" y="1814765"/>
              <a:ext cx="60962" cy="60968"/>
            </a:xfrm>
            <a:prstGeom prst="rect">
              <a:avLst/>
            </a:prstGeom>
          </p:spPr>
        </p:pic>
        <p:pic>
          <p:nvPicPr>
            <p:cNvPr id="37" name="Vector [Figma 9887:67934]" descr="Vector. векторный контур">
              <a:extLst>
                <a:ext uri="{FF2B5EF4-FFF2-40B4-BE49-F238E27FC236}">
                  <a16:creationId xmlns:a16="http://schemas.microsoft.com/office/drawing/2014/main" id="{4DB1A682-6B3B-45FB-B73F-F8284B53FE1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441033" y="1875684"/>
              <a:ext cx="60962" cy="60968"/>
            </a:xfrm>
            <a:prstGeom prst="rect">
              <a:avLst/>
            </a:prstGeom>
          </p:spPr>
        </p:pic>
        <p:pic>
          <p:nvPicPr>
            <p:cNvPr id="38" name="Vector [Figma 9887:67938]" descr="Vector. векторный контур">
              <a:extLst>
                <a:ext uri="{FF2B5EF4-FFF2-40B4-BE49-F238E27FC236}">
                  <a16:creationId xmlns:a16="http://schemas.microsoft.com/office/drawing/2014/main" id="{A96A56BD-B86E-4014-BFB9-AA68FE973EC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562955" y="1875684"/>
              <a:ext cx="60962" cy="60968"/>
            </a:xfrm>
            <a:prstGeom prst="rect">
              <a:avLst/>
            </a:prstGeom>
          </p:spPr>
        </p:pic>
        <p:pic>
          <p:nvPicPr>
            <p:cNvPr id="39" name="Vector [Figma 9887:67942]" descr="Vector. векторный контур">
              <a:extLst>
                <a:ext uri="{FF2B5EF4-FFF2-40B4-BE49-F238E27FC236}">
                  <a16:creationId xmlns:a16="http://schemas.microsoft.com/office/drawing/2014/main" id="{251B1C5F-9D66-4DF1-8562-6F68DBF9467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0745838" y="1875684"/>
              <a:ext cx="60962" cy="60968"/>
            </a:xfrm>
            <a:prstGeom prst="rect">
              <a:avLst/>
            </a:prstGeom>
          </p:spPr>
        </p:pic>
        <p:pic>
          <p:nvPicPr>
            <p:cNvPr id="40" name="Vector [Figma 9887:67946]" descr="Vector. векторный контур">
              <a:extLst>
                <a:ext uri="{FF2B5EF4-FFF2-40B4-BE49-F238E27FC236}">
                  <a16:creationId xmlns:a16="http://schemas.microsoft.com/office/drawing/2014/main" id="{9FF0465D-FCA6-46AA-A6F7-91B00A3F574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806800" y="1875684"/>
              <a:ext cx="60962" cy="60968"/>
            </a:xfrm>
            <a:prstGeom prst="rect">
              <a:avLst/>
            </a:prstGeom>
          </p:spPr>
        </p:pic>
        <p:pic>
          <p:nvPicPr>
            <p:cNvPr id="41" name="Vector [Figma 9887:67949]" descr="Vector. векторный контур">
              <a:extLst>
                <a:ext uri="{FF2B5EF4-FFF2-40B4-BE49-F238E27FC236}">
                  <a16:creationId xmlns:a16="http://schemas.microsoft.com/office/drawing/2014/main" id="{2FD5A2E1-3B74-4FA8-8DF2-7E945694D13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441033" y="1936702"/>
              <a:ext cx="60962" cy="60968"/>
            </a:xfrm>
            <a:prstGeom prst="rect">
              <a:avLst/>
            </a:prstGeom>
          </p:spPr>
        </p:pic>
        <p:pic>
          <p:nvPicPr>
            <p:cNvPr id="42" name="Vector [Figma 9887:67952]" descr="Vector. векторный контур">
              <a:extLst>
                <a:ext uri="{FF2B5EF4-FFF2-40B4-BE49-F238E27FC236}">
                  <a16:creationId xmlns:a16="http://schemas.microsoft.com/office/drawing/2014/main" id="{7250A098-BB91-4DD8-915F-9E99565AE80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501993" y="1936702"/>
              <a:ext cx="60962" cy="60968"/>
            </a:xfrm>
            <a:prstGeom prst="rect">
              <a:avLst/>
            </a:prstGeom>
          </p:spPr>
        </p:pic>
        <p:pic>
          <p:nvPicPr>
            <p:cNvPr id="43" name="Vector [Figma 9887:67955]" descr="Vector. векторный контур">
              <a:extLst>
                <a:ext uri="{FF2B5EF4-FFF2-40B4-BE49-F238E27FC236}">
                  <a16:creationId xmlns:a16="http://schemas.microsoft.com/office/drawing/2014/main" id="{70748EA8-41AB-44CF-B884-7259578286A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562955" y="1936702"/>
              <a:ext cx="60962" cy="60968"/>
            </a:xfrm>
            <a:prstGeom prst="rect">
              <a:avLst/>
            </a:prstGeom>
          </p:spPr>
        </p:pic>
        <p:pic>
          <p:nvPicPr>
            <p:cNvPr id="44" name="Vector [Figma 9887:67959]" descr="Vector. векторный контур">
              <a:extLst>
                <a:ext uri="{FF2B5EF4-FFF2-40B4-BE49-F238E27FC236}">
                  <a16:creationId xmlns:a16="http://schemas.microsoft.com/office/drawing/2014/main" id="{0DB35AA3-8623-4BCE-9F5D-BA5999B5E1B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0684876" y="1936702"/>
              <a:ext cx="60962" cy="60968"/>
            </a:xfrm>
            <a:prstGeom prst="rect">
              <a:avLst/>
            </a:prstGeom>
          </p:spPr>
        </p:pic>
        <p:pic>
          <p:nvPicPr>
            <p:cNvPr id="45" name="Vector [Figma 9887:67963]" descr="Vector. векторный контур">
              <a:extLst>
                <a:ext uri="{FF2B5EF4-FFF2-40B4-BE49-F238E27FC236}">
                  <a16:creationId xmlns:a16="http://schemas.microsoft.com/office/drawing/2014/main" id="{7CFBEC39-95E5-4631-AB88-32AD66B977F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0745838" y="1936702"/>
              <a:ext cx="60962" cy="60968"/>
            </a:xfrm>
            <a:prstGeom prst="rect">
              <a:avLst/>
            </a:prstGeom>
          </p:spPr>
        </p:pic>
        <p:pic>
          <p:nvPicPr>
            <p:cNvPr id="46" name="Vector [Figma 9887:67967]" descr="Vector. векторный контур">
              <a:extLst>
                <a:ext uri="{FF2B5EF4-FFF2-40B4-BE49-F238E27FC236}">
                  <a16:creationId xmlns:a16="http://schemas.microsoft.com/office/drawing/2014/main" id="{A327FA1D-C3BA-4C24-8BBA-DFA21CAF6D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867760" y="1936702"/>
              <a:ext cx="60962" cy="60968"/>
            </a:xfrm>
            <a:prstGeom prst="rect">
              <a:avLst/>
            </a:prstGeom>
          </p:spPr>
        </p:pic>
        <p:pic>
          <p:nvPicPr>
            <p:cNvPr id="47" name="Vector [Figma 9887:67971]" descr="Vector. векторный контур">
              <a:extLst>
                <a:ext uri="{FF2B5EF4-FFF2-40B4-BE49-F238E27FC236}">
                  <a16:creationId xmlns:a16="http://schemas.microsoft.com/office/drawing/2014/main" id="{A86F2696-ECB0-45FA-AF37-CDE8171A6ED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928722" y="1936702"/>
              <a:ext cx="60962" cy="60968"/>
            </a:xfrm>
            <a:prstGeom prst="rect">
              <a:avLst/>
            </a:prstGeom>
          </p:spPr>
        </p:pic>
        <p:pic>
          <p:nvPicPr>
            <p:cNvPr id="48" name="Vector [Figma 9887:67974]" descr="Vector. векторный контур">
              <a:extLst>
                <a:ext uri="{FF2B5EF4-FFF2-40B4-BE49-F238E27FC236}">
                  <a16:creationId xmlns:a16="http://schemas.microsoft.com/office/drawing/2014/main" id="{541023BA-197C-4CEC-8E86-A8C5835680C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441033" y="1997670"/>
              <a:ext cx="60962" cy="60968"/>
            </a:xfrm>
            <a:prstGeom prst="rect">
              <a:avLst/>
            </a:prstGeom>
          </p:spPr>
        </p:pic>
        <p:pic>
          <p:nvPicPr>
            <p:cNvPr id="49" name="Vector [Figma 9887:67977]" descr="Vector. векторный контур">
              <a:extLst>
                <a:ext uri="{FF2B5EF4-FFF2-40B4-BE49-F238E27FC236}">
                  <a16:creationId xmlns:a16="http://schemas.microsoft.com/office/drawing/2014/main" id="{93C5FC3C-CF48-4ED6-A15C-D3A445EA64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562955" y="1997670"/>
              <a:ext cx="60962" cy="60968"/>
            </a:xfrm>
            <a:prstGeom prst="rect">
              <a:avLst/>
            </a:prstGeom>
          </p:spPr>
        </p:pic>
        <p:pic>
          <p:nvPicPr>
            <p:cNvPr id="50" name="Vector [Figma 9887:67981]" descr="Vector. векторный контур">
              <a:extLst>
                <a:ext uri="{FF2B5EF4-FFF2-40B4-BE49-F238E27FC236}">
                  <a16:creationId xmlns:a16="http://schemas.microsoft.com/office/drawing/2014/main" id="{9EF8D32E-E354-47C4-97D1-88008C01B94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0684876" y="1997670"/>
              <a:ext cx="60962" cy="60968"/>
            </a:xfrm>
            <a:prstGeom prst="rect">
              <a:avLst/>
            </a:prstGeom>
          </p:spPr>
        </p:pic>
        <p:pic>
          <p:nvPicPr>
            <p:cNvPr id="51" name="Vector [Figma 9887:67985]" descr="Vector. векторный контур">
              <a:extLst>
                <a:ext uri="{FF2B5EF4-FFF2-40B4-BE49-F238E27FC236}">
                  <a16:creationId xmlns:a16="http://schemas.microsoft.com/office/drawing/2014/main" id="{83DBAAAD-BAC4-496B-89A3-994143D4D5C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806800" y="1997670"/>
              <a:ext cx="60962" cy="60968"/>
            </a:xfrm>
            <a:prstGeom prst="rect">
              <a:avLst/>
            </a:prstGeom>
          </p:spPr>
        </p:pic>
        <p:pic>
          <p:nvPicPr>
            <p:cNvPr id="52" name="Vector [Figma 9887:67988]" descr="Vector. векторный контур">
              <a:extLst>
                <a:ext uri="{FF2B5EF4-FFF2-40B4-BE49-F238E27FC236}">
                  <a16:creationId xmlns:a16="http://schemas.microsoft.com/office/drawing/2014/main" id="{466E8F84-8DD9-4B50-907E-37E9E1BFA03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928722" y="1997670"/>
              <a:ext cx="60962" cy="60968"/>
            </a:xfrm>
            <a:prstGeom prst="rect">
              <a:avLst/>
            </a:prstGeom>
          </p:spPr>
        </p:pic>
        <p:pic>
          <p:nvPicPr>
            <p:cNvPr id="53" name="Vector [Figma 9887:67991]" descr="Vector. векторный контур">
              <a:extLst>
                <a:ext uri="{FF2B5EF4-FFF2-40B4-BE49-F238E27FC236}">
                  <a16:creationId xmlns:a16="http://schemas.microsoft.com/office/drawing/2014/main" id="{B6C6D2EF-DC9D-465A-880B-975E94F3B53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441033" y="2058589"/>
              <a:ext cx="60962" cy="60968"/>
            </a:xfrm>
            <a:prstGeom prst="rect">
              <a:avLst/>
            </a:prstGeom>
          </p:spPr>
        </p:pic>
        <p:pic>
          <p:nvPicPr>
            <p:cNvPr id="54" name="Vector [Figma 9887:67994]" descr="Vector. векторный контур">
              <a:extLst>
                <a:ext uri="{FF2B5EF4-FFF2-40B4-BE49-F238E27FC236}">
                  <a16:creationId xmlns:a16="http://schemas.microsoft.com/office/drawing/2014/main" id="{5F9328EB-BC2B-4CAD-9AFB-E73D99ECBA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501993" y="2058589"/>
              <a:ext cx="60962" cy="60968"/>
            </a:xfrm>
            <a:prstGeom prst="rect">
              <a:avLst/>
            </a:prstGeom>
          </p:spPr>
        </p:pic>
        <p:pic>
          <p:nvPicPr>
            <p:cNvPr id="55" name="Vector [Figma 9887:67997]" descr="Vector. векторный контур">
              <a:extLst>
                <a:ext uri="{FF2B5EF4-FFF2-40B4-BE49-F238E27FC236}">
                  <a16:creationId xmlns:a16="http://schemas.microsoft.com/office/drawing/2014/main" id="{84794E09-19BC-43F9-8184-1E5F347D075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562955" y="2058589"/>
              <a:ext cx="60962" cy="60968"/>
            </a:xfrm>
            <a:prstGeom prst="rect">
              <a:avLst/>
            </a:prstGeom>
          </p:spPr>
        </p:pic>
        <p:pic>
          <p:nvPicPr>
            <p:cNvPr id="56" name="Vector [Figma 9887:68001]" descr="Vector. векторный контур">
              <a:extLst>
                <a:ext uri="{FF2B5EF4-FFF2-40B4-BE49-F238E27FC236}">
                  <a16:creationId xmlns:a16="http://schemas.microsoft.com/office/drawing/2014/main" id="{E42F38BA-16D1-4A36-975D-E567799D004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867760" y="2058589"/>
              <a:ext cx="60962" cy="60968"/>
            </a:xfrm>
            <a:prstGeom prst="rect">
              <a:avLst/>
            </a:prstGeom>
          </p:spPr>
        </p:pic>
        <p:pic>
          <p:nvPicPr>
            <p:cNvPr id="57" name="Vector [Figma 9887:68004]" descr="Vector. векторный контур">
              <a:extLst>
                <a:ext uri="{FF2B5EF4-FFF2-40B4-BE49-F238E27FC236}">
                  <a16:creationId xmlns:a16="http://schemas.microsoft.com/office/drawing/2014/main" id="{908247C2-6961-40C5-AEFA-6FF63261322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928722" y="2058589"/>
              <a:ext cx="60962" cy="60968"/>
            </a:xfrm>
            <a:prstGeom prst="rect">
              <a:avLst/>
            </a:prstGeom>
          </p:spPr>
        </p:pic>
        <p:pic>
          <p:nvPicPr>
            <p:cNvPr id="58" name="Vector [Figma 9887:68008]" descr="Vector. векторный контур">
              <a:extLst>
                <a:ext uri="{FF2B5EF4-FFF2-40B4-BE49-F238E27FC236}">
                  <a16:creationId xmlns:a16="http://schemas.microsoft.com/office/drawing/2014/main" id="{9440C25A-2FB0-4CF7-BC46-37FA464C7B6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953348" y="2119557"/>
              <a:ext cx="60962" cy="60968"/>
            </a:xfrm>
            <a:prstGeom prst="rect">
              <a:avLst/>
            </a:prstGeom>
          </p:spPr>
        </p:pic>
        <p:pic>
          <p:nvPicPr>
            <p:cNvPr id="59" name="Vector [Figma 9887:68012]" descr="Vector. векторный контур">
              <a:extLst>
                <a:ext uri="{FF2B5EF4-FFF2-40B4-BE49-F238E27FC236}">
                  <a16:creationId xmlns:a16="http://schemas.microsoft.com/office/drawing/2014/main" id="{E66E41E8-C20A-4C5E-BB08-A790C489346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197191" y="2119557"/>
              <a:ext cx="60962" cy="60968"/>
            </a:xfrm>
            <a:prstGeom prst="rect">
              <a:avLst/>
            </a:prstGeom>
          </p:spPr>
        </p:pic>
        <p:pic>
          <p:nvPicPr>
            <p:cNvPr id="60" name="Vector [Figma 9887:68016]" descr="Vector. векторный контур">
              <a:extLst>
                <a:ext uri="{FF2B5EF4-FFF2-40B4-BE49-F238E27FC236}">
                  <a16:creationId xmlns:a16="http://schemas.microsoft.com/office/drawing/2014/main" id="{A88F4C36-32EF-4653-AA35-881F64F480D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319109" y="2119557"/>
              <a:ext cx="60962" cy="60968"/>
            </a:xfrm>
            <a:prstGeom prst="rect">
              <a:avLst/>
            </a:prstGeom>
          </p:spPr>
        </p:pic>
        <p:pic>
          <p:nvPicPr>
            <p:cNvPr id="61" name="Vector [Figma 9887:68019]" descr="Vector. векторный контур">
              <a:extLst>
                <a:ext uri="{FF2B5EF4-FFF2-40B4-BE49-F238E27FC236}">
                  <a16:creationId xmlns:a16="http://schemas.microsoft.com/office/drawing/2014/main" id="{4DE7A1DC-FF17-4749-9F5B-0F2ED85A85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380071" y="2119557"/>
              <a:ext cx="60962" cy="60968"/>
            </a:xfrm>
            <a:prstGeom prst="rect">
              <a:avLst/>
            </a:prstGeom>
          </p:spPr>
        </p:pic>
        <p:pic>
          <p:nvPicPr>
            <p:cNvPr id="62" name="Vector [Figma 9887:68022]" descr="Vector. векторный контур">
              <a:extLst>
                <a:ext uri="{FF2B5EF4-FFF2-40B4-BE49-F238E27FC236}">
                  <a16:creationId xmlns:a16="http://schemas.microsoft.com/office/drawing/2014/main" id="{215A8F81-704C-48D2-AC09-D2DCD495FF0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441033" y="2119557"/>
              <a:ext cx="60962" cy="60968"/>
            </a:xfrm>
            <a:prstGeom prst="rect">
              <a:avLst/>
            </a:prstGeom>
          </p:spPr>
        </p:pic>
        <p:pic>
          <p:nvPicPr>
            <p:cNvPr id="63" name="Vector [Figma 9887:68026]" descr="Vector. векторный контур">
              <a:extLst>
                <a:ext uri="{FF2B5EF4-FFF2-40B4-BE49-F238E27FC236}">
                  <a16:creationId xmlns:a16="http://schemas.microsoft.com/office/drawing/2014/main" id="{58B837AF-E6C2-4AB0-8CF0-1143A9A9E1F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0562955" y="2119557"/>
              <a:ext cx="60962" cy="60968"/>
            </a:xfrm>
            <a:prstGeom prst="rect">
              <a:avLst/>
            </a:prstGeom>
          </p:spPr>
        </p:pic>
        <p:pic>
          <p:nvPicPr>
            <p:cNvPr id="64" name="Vector [Figma 9887:68029]" descr="Vector. векторный контур">
              <a:extLst>
                <a:ext uri="{FF2B5EF4-FFF2-40B4-BE49-F238E27FC236}">
                  <a16:creationId xmlns:a16="http://schemas.microsoft.com/office/drawing/2014/main" id="{777A4814-658F-40B1-AEBF-A959AA9F880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623917" y="2119557"/>
              <a:ext cx="60962" cy="60968"/>
            </a:xfrm>
            <a:prstGeom prst="rect">
              <a:avLst/>
            </a:prstGeom>
          </p:spPr>
        </p:pic>
        <p:pic>
          <p:nvPicPr>
            <p:cNvPr id="65" name="Vector [Figma 9887:68032]" descr="Vector. векторный контур">
              <a:extLst>
                <a:ext uri="{FF2B5EF4-FFF2-40B4-BE49-F238E27FC236}">
                  <a16:creationId xmlns:a16="http://schemas.microsoft.com/office/drawing/2014/main" id="{C68BCD79-B59B-43D8-96D5-AF23231B67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684876" y="2119557"/>
              <a:ext cx="60962" cy="60968"/>
            </a:xfrm>
            <a:prstGeom prst="rect">
              <a:avLst/>
            </a:prstGeom>
          </p:spPr>
        </p:pic>
        <p:pic>
          <p:nvPicPr>
            <p:cNvPr id="66" name="Vector [Figma 9887:68035]" descr="Vector. векторный контур">
              <a:extLst>
                <a:ext uri="{FF2B5EF4-FFF2-40B4-BE49-F238E27FC236}">
                  <a16:creationId xmlns:a16="http://schemas.microsoft.com/office/drawing/2014/main" id="{D5633243-ABCE-41CD-B514-224C0349820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745838" y="2119557"/>
              <a:ext cx="60962" cy="60968"/>
            </a:xfrm>
            <a:prstGeom prst="rect">
              <a:avLst/>
            </a:prstGeom>
          </p:spPr>
        </p:pic>
        <p:pic>
          <p:nvPicPr>
            <p:cNvPr id="67" name="Vector [Figma 9887:68039]" descr="Vector. векторный контур">
              <a:extLst>
                <a:ext uri="{FF2B5EF4-FFF2-40B4-BE49-F238E27FC236}">
                  <a16:creationId xmlns:a16="http://schemas.microsoft.com/office/drawing/2014/main" id="{A7144690-8309-4307-B9F3-7B1DD7D5CD8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806800" y="2119557"/>
              <a:ext cx="60962" cy="60968"/>
            </a:xfrm>
            <a:prstGeom prst="rect">
              <a:avLst/>
            </a:prstGeom>
          </p:spPr>
        </p:pic>
        <p:pic>
          <p:nvPicPr>
            <p:cNvPr id="68" name="Vector [Figma 9887:68042]" descr="Vector. векторный контур">
              <a:extLst>
                <a:ext uri="{FF2B5EF4-FFF2-40B4-BE49-F238E27FC236}">
                  <a16:creationId xmlns:a16="http://schemas.microsoft.com/office/drawing/2014/main" id="{96E186BE-4F20-4BC8-8E86-6550B02CA0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928722" y="2119557"/>
              <a:ext cx="60962" cy="60968"/>
            </a:xfrm>
            <a:prstGeom prst="rect">
              <a:avLst/>
            </a:prstGeom>
          </p:spPr>
        </p:pic>
        <p:pic>
          <p:nvPicPr>
            <p:cNvPr id="69" name="Vector [Figma 9887:68045]" descr="Vector. векторный контур">
              <a:extLst>
                <a:ext uri="{FF2B5EF4-FFF2-40B4-BE49-F238E27FC236}">
                  <a16:creationId xmlns:a16="http://schemas.microsoft.com/office/drawing/2014/main" id="{801E4408-412D-45CF-968A-52B56BD6DFE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989681" y="2119557"/>
              <a:ext cx="60962" cy="60968"/>
            </a:xfrm>
            <a:prstGeom prst="rect">
              <a:avLst/>
            </a:prstGeom>
          </p:spPr>
        </p:pic>
        <p:pic>
          <p:nvPicPr>
            <p:cNvPr id="70" name="Vector [Figma 9887:68048]" descr="Vector. векторный контур">
              <a:extLst>
                <a:ext uri="{FF2B5EF4-FFF2-40B4-BE49-F238E27FC236}">
                  <a16:creationId xmlns:a16="http://schemas.microsoft.com/office/drawing/2014/main" id="{49AAD362-B026-4F90-882D-7973F362929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050643" y="2119557"/>
              <a:ext cx="60962" cy="60968"/>
            </a:xfrm>
            <a:prstGeom prst="rect">
              <a:avLst/>
            </a:prstGeom>
          </p:spPr>
        </p:pic>
        <p:pic>
          <p:nvPicPr>
            <p:cNvPr id="71" name="Vector [Figma 9887:68051]" descr="Vector. векторный контур">
              <a:extLst>
                <a:ext uri="{FF2B5EF4-FFF2-40B4-BE49-F238E27FC236}">
                  <a16:creationId xmlns:a16="http://schemas.microsoft.com/office/drawing/2014/main" id="{057BF4D1-A265-4198-869C-3A2AB64FED8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111605" y="2119557"/>
              <a:ext cx="60962" cy="60968"/>
            </a:xfrm>
            <a:prstGeom prst="rect">
              <a:avLst/>
            </a:prstGeom>
          </p:spPr>
        </p:pic>
        <p:pic>
          <p:nvPicPr>
            <p:cNvPr id="72" name="Vector [Figma 9887:68054]" descr="Vector. векторный контур">
              <a:extLst>
                <a:ext uri="{FF2B5EF4-FFF2-40B4-BE49-F238E27FC236}">
                  <a16:creationId xmlns:a16="http://schemas.microsoft.com/office/drawing/2014/main" id="{001137FE-E237-40AF-90B2-AAFF5CC1C1C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172564" y="2119557"/>
              <a:ext cx="60962" cy="60968"/>
            </a:xfrm>
            <a:prstGeom prst="rect">
              <a:avLst/>
            </a:prstGeom>
          </p:spPr>
        </p:pic>
        <p:pic>
          <p:nvPicPr>
            <p:cNvPr id="73" name="Vector [Figma 9887:68058]" descr="Vector. векторный контур">
              <a:extLst>
                <a:ext uri="{FF2B5EF4-FFF2-40B4-BE49-F238E27FC236}">
                  <a16:creationId xmlns:a16="http://schemas.microsoft.com/office/drawing/2014/main" id="{0C29645F-5BFD-46A7-874E-1F6F14EEC32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1233523" y="2119557"/>
              <a:ext cx="60962" cy="60968"/>
            </a:xfrm>
            <a:prstGeom prst="rect">
              <a:avLst/>
            </a:prstGeom>
          </p:spPr>
        </p:pic>
        <p:pic>
          <p:nvPicPr>
            <p:cNvPr id="74" name="Vector [Figma 9887:68062]" descr="Vector. векторный контур">
              <a:extLst>
                <a:ext uri="{FF2B5EF4-FFF2-40B4-BE49-F238E27FC236}">
                  <a16:creationId xmlns:a16="http://schemas.microsoft.com/office/drawing/2014/main" id="{4F377C47-C86D-46A0-A210-ED6E610A9E3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1416407" y="2119557"/>
              <a:ext cx="60962" cy="60968"/>
            </a:xfrm>
            <a:prstGeom prst="rect">
              <a:avLst/>
            </a:prstGeom>
          </p:spPr>
        </p:pic>
        <p:pic>
          <p:nvPicPr>
            <p:cNvPr id="75" name="Vector [Figma 9887:68066]" descr="Vector. векторный контур">
              <a:extLst>
                <a:ext uri="{FF2B5EF4-FFF2-40B4-BE49-F238E27FC236}">
                  <a16:creationId xmlns:a16="http://schemas.microsoft.com/office/drawing/2014/main" id="{F3A1002E-627E-4624-8487-BE3109E8F28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0075266" y="2180526"/>
              <a:ext cx="60962" cy="60968"/>
            </a:xfrm>
            <a:prstGeom prst="rect">
              <a:avLst/>
            </a:prstGeom>
          </p:spPr>
        </p:pic>
        <p:pic>
          <p:nvPicPr>
            <p:cNvPr id="76" name="Vector [Figma 9887:68070]" descr="Vector. векторный контур">
              <a:extLst>
                <a:ext uri="{FF2B5EF4-FFF2-40B4-BE49-F238E27FC236}">
                  <a16:creationId xmlns:a16="http://schemas.microsoft.com/office/drawing/2014/main" id="{3A01C7FC-7660-4D18-BA3C-BD004FAA55C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136232" y="2180526"/>
              <a:ext cx="60962" cy="60968"/>
            </a:xfrm>
            <a:prstGeom prst="rect">
              <a:avLst/>
            </a:prstGeom>
          </p:spPr>
        </p:pic>
        <p:pic>
          <p:nvPicPr>
            <p:cNvPr id="77" name="Vector [Figma 9887:68074]" descr="Vector. векторный контур">
              <a:extLst>
                <a:ext uri="{FF2B5EF4-FFF2-40B4-BE49-F238E27FC236}">
                  <a16:creationId xmlns:a16="http://schemas.microsoft.com/office/drawing/2014/main" id="{91BB2F31-39DA-40F7-A252-AFE879EA299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258150" y="2180526"/>
              <a:ext cx="60962" cy="60968"/>
            </a:xfrm>
            <a:prstGeom prst="rect">
              <a:avLst/>
            </a:prstGeom>
          </p:spPr>
        </p:pic>
        <p:pic>
          <p:nvPicPr>
            <p:cNvPr id="78" name="Vector [Figma 9887:68077]" descr="Vector. векторный контур">
              <a:extLst>
                <a:ext uri="{FF2B5EF4-FFF2-40B4-BE49-F238E27FC236}">
                  <a16:creationId xmlns:a16="http://schemas.microsoft.com/office/drawing/2014/main" id="{1C1CEA37-BCC3-4905-AF2F-BB9F32395DD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441033" y="2180526"/>
              <a:ext cx="60962" cy="60968"/>
            </a:xfrm>
            <a:prstGeom prst="rect">
              <a:avLst/>
            </a:prstGeom>
          </p:spPr>
        </p:pic>
        <p:pic>
          <p:nvPicPr>
            <p:cNvPr id="79" name="Vector [Figma 9887:68080]" descr="Vector. векторный контур">
              <a:extLst>
                <a:ext uri="{FF2B5EF4-FFF2-40B4-BE49-F238E27FC236}">
                  <a16:creationId xmlns:a16="http://schemas.microsoft.com/office/drawing/2014/main" id="{835CE408-22BF-4272-82F3-6B388F4A30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623917" y="2180526"/>
              <a:ext cx="60962" cy="60968"/>
            </a:xfrm>
            <a:prstGeom prst="rect">
              <a:avLst/>
            </a:prstGeom>
          </p:spPr>
        </p:pic>
        <p:pic>
          <p:nvPicPr>
            <p:cNvPr id="80" name="Vector [Figma 9887:68083]" descr="Vector. векторный контур">
              <a:extLst>
                <a:ext uri="{FF2B5EF4-FFF2-40B4-BE49-F238E27FC236}">
                  <a16:creationId xmlns:a16="http://schemas.microsoft.com/office/drawing/2014/main" id="{0802B7A2-369A-446F-9104-1604AE60841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806800" y="2180526"/>
              <a:ext cx="60962" cy="60968"/>
            </a:xfrm>
            <a:prstGeom prst="rect">
              <a:avLst/>
            </a:prstGeom>
          </p:spPr>
        </p:pic>
        <p:pic>
          <p:nvPicPr>
            <p:cNvPr id="81" name="Vector [Figma 9887:68086]" descr="Vector. векторный контур">
              <a:extLst>
                <a:ext uri="{FF2B5EF4-FFF2-40B4-BE49-F238E27FC236}">
                  <a16:creationId xmlns:a16="http://schemas.microsoft.com/office/drawing/2014/main" id="{4E937572-7F70-4E54-A32E-E0B4C6F768F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928722" y="2180526"/>
              <a:ext cx="60962" cy="60968"/>
            </a:xfrm>
            <a:prstGeom prst="rect">
              <a:avLst/>
            </a:prstGeom>
          </p:spPr>
        </p:pic>
        <p:pic>
          <p:nvPicPr>
            <p:cNvPr id="82" name="Vector [Figma 9887:68089]" descr="Vector. векторный контур">
              <a:extLst>
                <a:ext uri="{FF2B5EF4-FFF2-40B4-BE49-F238E27FC236}">
                  <a16:creationId xmlns:a16="http://schemas.microsoft.com/office/drawing/2014/main" id="{87047E25-2940-4EE5-ACC0-4FB20729536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989681" y="2180526"/>
              <a:ext cx="60962" cy="60968"/>
            </a:xfrm>
            <a:prstGeom prst="rect">
              <a:avLst/>
            </a:prstGeom>
          </p:spPr>
        </p:pic>
        <p:pic>
          <p:nvPicPr>
            <p:cNvPr id="83" name="Vector [Figma 9887:68093]" descr="Vector. векторный контур">
              <a:extLst>
                <a:ext uri="{FF2B5EF4-FFF2-40B4-BE49-F238E27FC236}">
                  <a16:creationId xmlns:a16="http://schemas.microsoft.com/office/drawing/2014/main" id="{F53194D4-7BBA-46A0-848C-9590280CEF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1111605" y="2180526"/>
              <a:ext cx="60962" cy="60968"/>
            </a:xfrm>
            <a:prstGeom prst="rect">
              <a:avLst/>
            </a:prstGeom>
          </p:spPr>
        </p:pic>
        <p:pic>
          <p:nvPicPr>
            <p:cNvPr id="84" name="Vector [Figma 9887:68096]" descr="Vector. векторный контур">
              <a:extLst>
                <a:ext uri="{FF2B5EF4-FFF2-40B4-BE49-F238E27FC236}">
                  <a16:creationId xmlns:a16="http://schemas.microsoft.com/office/drawing/2014/main" id="{BF3346B2-6B71-4899-A0BF-4493EE8BF82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233523" y="2180526"/>
              <a:ext cx="60962" cy="60968"/>
            </a:xfrm>
            <a:prstGeom prst="rect">
              <a:avLst/>
            </a:prstGeom>
          </p:spPr>
        </p:pic>
        <p:pic>
          <p:nvPicPr>
            <p:cNvPr id="85" name="Vector [Figma 9887:68100]" descr="Vector. векторный контур">
              <a:extLst>
                <a:ext uri="{FF2B5EF4-FFF2-40B4-BE49-F238E27FC236}">
                  <a16:creationId xmlns:a16="http://schemas.microsoft.com/office/drawing/2014/main" id="{B0BE9D43-61B9-4080-847A-24349407BFD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1355448" y="2180526"/>
              <a:ext cx="60962" cy="60968"/>
            </a:xfrm>
            <a:prstGeom prst="rect">
              <a:avLst/>
            </a:prstGeom>
          </p:spPr>
        </p:pic>
        <p:pic>
          <p:nvPicPr>
            <p:cNvPr id="86" name="Vector [Figma 9887:68104]" descr="Vector. векторный контур">
              <a:extLst>
                <a:ext uri="{FF2B5EF4-FFF2-40B4-BE49-F238E27FC236}">
                  <a16:creationId xmlns:a16="http://schemas.microsoft.com/office/drawing/2014/main" id="{3F51245C-E2D1-45E4-959C-6D38BDC15F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0014307" y="2241494"/>
              <a:ext cx="60962" cy="60968"/>
            </a:xfrm>
            <a:prstGeom prst="rect">
              <a:avLst/>
            </a:prstGeom>
          </p:spPr>
        </p:pic>
        <p:pic>
          <p:nvPicPr>
            <p:cNvPr id="87" name="Vector [Figma 9887:68108]" descr="Vector. векторный контур">
              <a:extLst>
                <a:ext uri="{FF2B5EF4-FFF2-40B4-BE49-F238E27FC236}">
                  <a16:creationId xmlns:a16="http://schemas.microsoft.com/office/drawing/2014/main" id="{B0859A4C-A61B-4089-A38F-D9965CE9931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0075266" y="2241494"/>
              <a:ext cx="60962" cy="60968"/>
            </a:xfrm>
            <a:prstGeom prst="rect">
              <a:avLst/>
            </a:prstGeom>
          </p:spPr>
        </p:pic>
        <p:pic>
          <p:nvPicPr>
            <p:cNvPr id="88" name="Vector [Figma 9887:68112]" descr="Vector. векторный контур">
              <a:extLst>
                <a:ext uri="{FF2B5EF4-FFF2-40B4-BE49-F238E27FC236}">
                  <a16:creationId xmlns:a16="http://schemas.microsoft.com/office/drawing/2014/main" id="{052B3D73-8F51-4D56-AEC1-BAB50AB4A65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197191" y="2241494"/>
              <a:ext cx="60962" cy="60968"/>
            </a:xfrm>
            <a:prstGeom prst="rect">
              <a:avLst/>
            </a:prstGeom>
          </p:spPr>
        </p:pic>
        <p:pic>
          <p:nvPicPr>
            <p:cNvPr id="89" name="Vector [Figma 9887:68116]" descr="Vector. векторный контур">
              <a:extLst>
                <a:ext uri="{FF2B5EF4-FFF2-40B4-BE49-F238E27FC236}">
                  <a16:creationId xmlns:a16="http://schemas.microsoft.com/office/drawing/2014/main" id="{4E666BC6-53A5-4AC9-A8FB-31CD2904915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319109" y="2241494"/>
              <a:ext cx="60962" cy="60968"/>
            </a:xfrm>
            <a:prstGeom prst="rect">
              <a:avLst/>
            </a:prstGeom>
          </p:spPr>
        </p:pic>
        <p:pic>
          <p:nvPicPr>
            <p:cNvPr id="90" name="Vector [Figma 9887:68119]" descr="Vector. векторный контур">
              <a:extLst>
                <a:ext uri="{FF2B5EF4-FFF2-40B4-BE49-F238E27FC236}">
                  <a16:creationId xmlns:a16="http://schemas.microsoft.com/office/drawing/2014/main" id="{77E95E89-7958-4E6E-8E07-D4F47D02508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380071" y="2241494"/>
              <a:ext cx="60962" cy="60968"/>
            </a:xfrm>
            <a:prstGeom prst="rect">
              <a:avLst/>
            </a:prstGeom>
          </p:spPr>
        </p:pic>
        <p:pic>
          <p:nvPicPr>
            <p:cNvPr id="91" name="Vector [Figma 9887:68123]" descr="Vector. векторный контур">
              <a:extLst>
                <a:ext uri="{FF2B5EF4-FFF2-40B4-BE49-F238E27FC236}">
                  <a16:creationId xmlns:a16="http://schemas.microsoft.com/office/drawing/2014/main" id="{09FEC7BD-8B15-41F2-A482-8320F4A3422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0441033" y="2241494"/>
              <a:ext cx="60962" cy="60968"/>
            </a:xfrm>
            <a:prstGeom prst="rect">
              <a:avLst/>
            </a:prstGeom>
          </p:spPr>
        </p:pic>
        <p:pic>
          <p:nvPicPr>
            <p:cNvPr id="92" name="Vector [Figma 9887:68127]" descr="Vector. векторный контур">
              <a:extLst>
                <a:ext uri="{FF2B5EF4-FFF2-40B4-BE49-F238E27FC236}">
                  <a16:creationId xmlns:a16="http://schemas.microsoft.com/office/drawing/2014/main" id="{E56C87E0-9A5B-4E0E-9EE8-FE9E1A61CB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0562955" y="2241494"/>
              <a:ext cx="60962" cy="60968"/>
            </a:xfrm>
            <a:prstGeom prst="rect">
              <a:avLst/>
            </a:prstGeom>
          </p:spPr>
        </p:pic>
        <p:pic>
          <p:nvPicPr>
            <p:cNvPr id="93" name="Vector [Figma 9887:68130]" descr="Vector. векторный контур">
              <a:extLst>
                <a:ext uri="{FF2B5EF4-FFF2-40B4-BE49-F238E27FC236}">
                  <a16:creationId xmlns:a16="http://schemas.microsoft.com/office/drawing/2014/main" id="{5385957B-0D7E-4272-BB96-A4D202D4B13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623917" y="2241494"/>
              <a:ext cx="60962" cy="60968"/>
            </a:xfrm>
            <a:prstGeom prst="rect">
              <a:avLst/>
            </a:prstGeom>
          </p:spPr>
        </p:pic>
        <p:pic>
          <p:nvPicPr>
            <p:cNvPr id="94" name="Vector [Figma 9887:68134]" descr="Vector. векторный контур">
              <a:extLst>
                <a:ext uri="{FF2B5EF4-FFF2-40B4-BE49-F238E27FC236}">
                  <a16:creationId xmlns:a16="http://schemas.microsoft.com/office/drawing/2014/main" id="{F77A0872-035B-47F5-8EF7-E7BADE2AD6C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0745838" y="2241494"/>
              <a:ext cx="60962" cy="60968"/>
            </a:xfrm>
            <a:prstGeom prst="rect">
              <a:avLst/>
            </a:prstGeom>
          </p:spPr>
        </p:pic>
        <p:pic>
          <p:nvPicPr>
            <p:cNvPr id="95" name="Vector [Figma 9887:68138]" descr="Vector. векторный контур">
              <a:extLst>
                <a:ext uri="{FF2B5EF4-FFF2-40B4-BE49-F238E27FC236}">
                  <a16:creationId xmlns:a16="http://schemas.microsoft.com/office/drawing/2014/main" id="{32CDD214-679F-40B0-8D20-03A418D7A7D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0806800" y="2241494"/>
              <a:ext cx="60962" cy="60968"/>
            </a:xfrm>
            <a:prstGeom prst="rect">
              <a:avLst/>
            </a:prstGeom>
          </p:spPr>
        </p:pic>
        <p:pic>
          <p:nvPicPr>
            <p:cNvPr id="96" name="Vector [Figma 9887:68142]" descr="Vector. векторный контур">
              <a:extLst>
                <a:ext uri="{FF2B5EF4-FFF2-40B4-BE49-F238E27FC236}">
                  <a16:creationId xmlns:a16="http://schemas.microsoft.com/office/drawing/2014/main" id="{F446B7D9-1650-4BB0-87FD-76C511C34B3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0928722" y="2241494"/>
              <a:ext cx="60962" cy="60968"/>
            </a:xfrm>
            <a:prstGeom prst="rect">
              <a:avLst/>
            </a:prstGeom>
          </p:spPr>
        </p:pic>
        <p:pic>
          <p:nvPicPr>
            <p:cNvPr id="97" name="Vector [Figma 9887:68145]" descr="Vector. векторный контур">
              <a:extLst>
                <a:ext uri="{FF2B5EF4-FFF2-40B4-BE49-F238E27FC236}">
                  <a16:creationId xmlns:a16="http://schemas.microsoft.com/office/drawing/2014/main" id="{9DD8CD85-23A7-4249-BC1D-3AFE612783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989681" y="2241494"/>
              <a:ext cx="60962" cy="60968"/>
            </a:xfrm>
            <a:prstGeom prst="rect">
              <a:avLst/>
            </a:prstGeom>
          </p:spPr>
        </p:pic>
        <p:pic>
          <p:nvPicPr>
            <p:cNvPr id="98" name="Vector [Figma 9887:68149]" descr="Vector. векторный контур">
              <a:extLst>
                <a:ext uri="{FF2B5EF4-FFF2-40B4-BE49-F238E27FC236}">
                  <a16:creationId xmlns:a16="http://schemas.microsoft.com/office/drawing/2014/main" id="{762F9CEA-43E6-408F-9576-80D61875CE6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1233523" y="2241494"/>
              <a:ext cx="60962" cy="60968"/>
            </a:xfrm>
            <a:prstGeom prst="rect">
              <a:avLst/>
            </a:prstGeom>
          </p:spPr>
        </p:pic>
        <p:pic>
          <p:nvPicPr>
            <p:cNvPr id="99" name="Vector [Figma 9887:68153]" descr="Vector. векторный контур">
              <a:extLst>
                <a:ext uri="{FF2B5EF4-FFF2-40B4-BE49-F238E27FC236}">
                  <a16:creationId xmlns:a16="http://schemas.microsoft.com/office/drawing/2014/main" id="{FD8898A1-622E-4BAF-B18F-CE954658471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1294482" y="2241494"/>
              <a:ext cx="60962" cy="60968"/>
            </a:xfrm>
            <a:prstGeom prst="rect">
              <a:avLst/>
            </a:prstGeom>
          </p:spPr>
        </p:pic>
        <p:pic>
          <p:nvPicPr>
            <p:cNvPr id="100" name="Vector [Figma 9887:68157]" descr="Vector. векторный контур">
              <a:extLst>
                <a:ext uri="{FF2B5EF4-FFF2-40B4-BE49-F238E27FC236}">
                  <a16:creationId xmlns:a16="http://schemas.microsoft.com/office/drawing/2014/main" id="{9930CC25-AF86-4F1F-BCD9-2D74CD366CD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9953348" y="2302462"/>
              <a:ext cx="60962" cy="60968"/>
            </a:xfrm>
            <a:prstGeom prst="rect">
              <a:avLst/>
            </a:prstGeom>
          </p:spPr>
        </p:pic>
        <p:pic>
          <p:nvPicPr>
            <p:cNvPr id="101" name="Vector [Figma 9887:68160]" descr="Vector. векторный контур">
              <a:extLst>
                <a:ext uri="{FF2B5EF4-FFF2-40B4-BE49-F238E27FC236}">
                  <a16:creationId xmlns:a16="http://schemas.microsoft.com/office/drawing/2014/main" id="{3C239BF4-B6DE-4FE4-8AEF-5002F2736B4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014307" y="2302462"/>
              <a:ext cx="60962" cy="60968"/>
            </a:xfrm>
            <a:prstGeom prst="rect">
              <a:avLst/>
            </a:prstGeom>
          </p:spPr>
        </p:pic>
        <p:pic>
          <p:nvPicPr>
            <p:cNvPr id="102" name="Vector [Figma 9887:68164]" descr="Vector. векторный контур">
              <a:extLst>
                <a:ext uri="{FF2B5EF4-FFF2-40B4-BE49-F238E27FC236}">
                  <a16:creationId xmlns:a16="http://schemas.microsoft.com/office/drawing/2014/main" id="{4467CBDD-6353-4D6F-8337-E4775FB5003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0136232" y="2302462"/>
              <a:ext cx="60962" cy="60968"/>
            </a:xfrm>
            <a:prstGeom prst="rect">
              <a:avLst/>
            </a:prstGeom>
          </p:spPr>
        </p:pic>
        <p:pic>
          <p:nvPicPr>
            <p:cNvPr id="103" name="Vector [Figma 9887:68167]" descr="Vector. векторный контур">
              <a:extLst>
                <a:ext uri="{FF2B5EF4-FFF2-40B4-BE49-F238E27FC236}">
                  <a16:creationId xmlns:a16="http://schemas.microsoft.com/office/drawing/2014/main" id="{F218FC60-217B-49C9-9BD2-15C5505A341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197191" y="2302462"/>
              <a:ext cx="60962" cy="60968"/>
            </a:xfrm>
            <a:prstGeom prst="rect">
              <a:avLst/>
            </a:prstGeom>
          </p:spPr>
        </p:pic>
        <p:pic>
          <p:nvPicPr>
            <p:cNvPr id="104" name="Vector [Figma 9887:68171]" descr="Vector. векторный контур">
              <a:extLst>
                <a:ext uri="{FF2B5EF4-FFF2-40B4-BE49-F238E27FC236}">
                  <a16:creationId xmlns:a16="http://schemas.microsoft.com/office/drawing/2014/main" id="{3A2B88AF-CFC1-4E56-B4C6-644DCF0AD7F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258150" y="2302462"/>
              <a:ext cx="60962" cy="60968"/>
            </a:xfrm>
            <a:prstGeom prst="rect">
              <a:avLst/>
            </a:prstGeom>
          </p:spPr>
        </p:pic>
        <p:pic>
          <p:nvPicPr>
            <p:cNvPr id="105" name="Vector [Figma 9887:68175]" descr="Vector. векторный контур">
              <a:extLst>
                <a:ext uri="{FF2B5EF4-FFF2-40B4-BE49-F238E27FC236}">
                  <a16:creationId xmlns:a16="http://schemas.microsoft.com/office/drawing/2014/main" id="{A426AF28-C98B-4F30-A652-B60099A8345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0380071" y="2302462"/>
              <a:ext cx="60962" cy="60968"/>
            </a:xfrm>
            <a:prstGeom prst="rect">
              <a:avLst/>
            </a:prstGeom>
          </p:spPr>
        </p:pic>
        <p:pic>
          <p:nvPicPr>
            <p:cNvPr id="106" name="Vector [Figma 9887:68179]" descr="Vector. векторный контур">
              <a:extLst>
                <a:ext uri="{FF2B5EF4-FFF2-40B4-BE49-F238E27FC236}">
                  <a16:creationId xmlns:a16="http://schemas.microsoft.com/office/drawing/2014/main" id="{1A52F9F4-1382-4D81-8BB4-1DAEB4D3C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0562955" y="2302462"/>
              <a:ext cx="60962" cy="60968"/>
            </a:xfrm>
            <a:prstGeom prst="rect">
              <a:avLst/>
            </a:prstGeom>
          </p:spPr>
        </p:pic>
        <p:pic>
          <p:nvPicPr>
            <p:cNvPr id="107" name="Vector [Figma 9887:68183]" descr="Vector. векторный контур">
              <a:extLst>
                <a:ext uri="{FF2B5EF4-FFF2-40B4-BE49-F238E27FC236}">
                  <a16:creationId xmlns:a16="http://schemas.microsoft.com/office/drawing/2014/main" id="{34BEDD02-4D0F-4080-85C1-E5D494DE1DE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0623917" y="2302462"/>
              <a:ext cx="60962" cy="60968"/>
            </a:xfrm>
            <a:prstGeom prst="rect">
              <a:avLst/>
            </a:prstGeom>
          </p:spPr>
        </p:pic>
        <p:pic>
          <p:nvPicPr>
            <p:cNvPr id="108" name="Vector [Figma 9887:68186]" descr="Vector. векторный контур">
              <a:extLst>
                <a:ext uri="{FF2B5EF4-FFF2-40B4-BE49-F238E27FC236}">
                  <a16:creationId xmlns:a16="http://schemas.microsoft.com/office/drawing/2014/main" id="{99382F25-1361-44B4-B497-72EEB897903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745838" y="2302462"/>
              <a:ext cx="60962" cy="60968"/>
            </a:xfrm>
            <a:prstGeom prst="rect">
              <a:avLst/>
            </a:prstGeom>
          </p:spPr>
        </p:pic>
        <p:pic>
          <p:nvPicPr>
            <p:cNvPr id="109" name="Vector [Figma 9887:68189]" descr="Vector. векторный контур">
              <a:extLst>
                <a:ext uri="{FF2B5EF4-FFF2-40B4-BE49-F238E27FC236}">
                  <a16:creationId xmlns:a16="http://schemas.microsoft.com/office/drawing/2014/main" id="{C650D730-704D-43A9-AE5A-399ADC1F68F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989681" y="2302462"/>
              <a:ext cx="60962" cy="60968"/>
            </a:xfrm>
            <a:prstGeom prst="rect">
              <a:avLst/>
            </a:prstGeom>
          </p:spPr>
        </p:pic>
        <p:pic>
          <p:nvPicPr>
            <p:cNvPr id="110" name="Vector [Figma 9887:68193]" descr="Vector. векторный контур">
              <a:extLst>
                <a:ext uri="{FF2B5EF4-FFF2-40B4-BE49-F238E27FC236}">
                  <a16:creationId xmlns:a16="http://schemas.microsoft.com/office/drawing/2014/main" id="{10D4A975-54C8-4461-A967-6DED8B1AEB9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050643" y="2302462"/>
              <a:ext cx="60962" cy="60968"/>
            </a:xfrm>
            <a:prstGeom prst="rect">
              <a:avLst/>
            </a:prstGeom>
          </p:spPr>
        </p:pic>
        <p:pic>
          <p:nvPicPr>
            <p:cNvPr id="111" name="Vector [Figma 9887:68196]" descr="Vector. векторный контур">
              <a:extLst>
                <a:ext uri="{FF2B5EF4-FFF2-40B4-BE49-F238E27FC236}">
                  <a16:creationId xmlns:a16="http://schemas.microsoft.com/office/drawing/2014/main" id="{7C4ACFFF-36B8-404E-82BE-438E97E713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294482" y="2302462"/>
              <a:ext cx="60962" cy="60968"/>
            </a:xfrm>
            <a:prstGeom prst="rect">
              <a:avLst/>
            </a:prstGeom>
          </p:spPr>
        </p:pic>
        <p:pic>
          <p:nvPicPr>
            <p:cNvPr id="112" name="Vector [Figma 9887:68200]" descr="Vector. векторный контур">
              <a:extLst>
                <a:ext uri="{FF2B5EF4-FFF2-40B4-BE49-F238E27FC236}">
                  <a16:creationId xmlns:a16="http://schemas.microsoft.com/office/drawing/2014/main" id="{2B7D1A3B-6DFD-4186-9C7B-FA700C29C3A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1355448" y="2302462"/>
              <a:ext cx="60962" cy="60968"/>
            </a:xfrm>
            <a:prstGeom prst="rect">
              <a:avLst/>
            </a:prstGeom>
          </p:spPr>
        </p:pic>
        <p:pic>
          <p:nvPicPr>
            <p:cNvPr id="113" name="Vector [Figma 9887:68203]" descr="Vector. векторный контур">
              <a:extLst>
                <a:ext uri="{FF2B5EF4-FFF2-40B4-BE49-F238E27FC236}">
                  <a16:creationId xmlns:a16="http://schemas.microsoft.com/office/drawing/2014/main" id="{0569E433-C012-4552-9D24-F8D94193182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953348" y="2363431"/>
              <a:ext cx="60962" cy="60968"/>
            </a:xfrm>
            <a:prstGeom prst="rect">
              <a:avLst/>
            </a:prstGeom>
          </p:spPr>
        </p:pic>
        <p:pic>
          <p:nvPicPr>
            <p:cNvPr id="114" name="Vector [Figma 9887:68206]" descr="Vector. векторный контур">
              <a:extLst>
                <a:ext uri="{FF2B5EF4-FFF2-40B4-BE49-F238E27FC236}">
                  <a16:creationId xmlns:a16="http://schemas.microsoft.com/office/drawing/2014/main" id="{40BD9C64-9C41-4510-823C-50F62E8AC50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014307" y="2363431"/>
              <a:ext cx="60962" cy="60968"/>
            </a:xfrm>
            <a:prstGeom prst="rect">
              <a:avLst/>
            </a:prstGeom>
          </p:spPr>
        </p:pic>
        <p:pic>
          <p:nvPicPr>
            <p:cNvPr id="115" name="Vector [Figma 9887:68209]" descr="Vector. векторный контур">
              <a:extLst>
                <a:ext uri="{FF2B5EF4-FFF2-40B4-BE49-F238E27FC236}">
                  <a16:creationId xmlns:a16="http://schemas.microsoft.com/office/drawing/2014/main" id="{42D071B6-9560-43DD-8690-12887AD20F9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075266" y="2363431"/>
              <a:ext cx="60962" cy="60968"/>
            </a:xfrm>
            <a:prstGeom prst="rect">
              <a:avLst/>
            </a:prstGeom>
          </p:spPr>
        </p:pic>
        <p:pic>
          <p:nvPicPr>
            <p:cNvPr id="116" name="Vector [Figma 9887:68213]" descr="Vector. векторный контур">
              <a:extLst>
                <a:ext uri="{FF2B5EF4-FFF2-40B4-BE49-F238E27FC236}">
                  <a16:creationId xmlns:a16="http://schemas.microsoft.com/office/drawing/2014/main" id="{E6ADC74E-43C1-452F-A48E-2FF977D7F3E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0136232" y="2363431"/>
              <a:ext cx="60962" cy="60968"/>
            </a:xfrm>
            <a:prstGeom prst="rect">
              <a:avLst/>
            </a:prstGeom>
          </p:spPr>
        </p:pic>
        <p:pic>
          <p:nvPicPr>
            <p:cNvPr id="117" name="Vector [Figma 9887:68217]" descr="Vector. векторный контур">
              <a:extLst>
                <a:ext uri="{FF2B5EF4-FFF2-40B4-BE49-F238E27FC236}">
                  <a16:creationId xmlns:a16="http://schemas.microsoft.com/office/drawing/2014/main" id="{0ED437B2-4DE8-4A3E-9D2E-94DB2BCB616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0258150" y="2363431"/>
              <a:ext cx="60962" cy="60968"/>
            </a:xfrm>
            <a:prstGeom prst="rect">
              <a:avLst/>
            </a:prstGeom>
          </p:spPr>
        </p:pic>
        <p:pic>
          <p:nvPicPr>
            <p:cNvPr id="118" name="Vector [Figma 9887:68221]" descr="Vector. векторный контур">
              <a:extLst>
                <a:ext uri="{FF2B5EF4-FFF2-40B4-BE49-F238E27FC236}">
                  <a16:creationId xmlns:a16="http://schemas.microsoft.com/office/drawing/2014/main" id="{9B46787C-CF38-4B6F-B258-2EBD2F347D7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319109" y="2363431"/>
              <a:ext cx="60962" cy="60968"/>
            </a:xfrm>
            <a:prstGeom prst="rect">
              <a:avLst/>
            </a:prstGeom>
          </p:spPr>
        </p:pic>
        <p:pic>
          <p:nvPicPr>
            <p:cNvPr id="119" name="Vector [Figma 9887:68225]" descr="Vector. векторный контур">
              <a:extLst>
                <a:ext uri="{FF2B5EF4-FFF2-40B4-BE49-F238E27FC236}">
                  <a16:creationId xmlns:a16="http://schemas.microsoft.com/office/drawing/2014/main" id="{1AA8A4B6-8639-441B-B59C-D8A91B2BE96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501993" y="2363431"/>
              <a:ext cx="60962" cy="60968"/>
            </a:xfrm>
            <a:prstGeom prst="rect">
              <a:avLst/>
            </a:prstGeom>
          </p:spPr>
        </p:pic>
        <p:pic>
          <p:nvPicPr>
            <p:cNvPr id="120" name="Vector [Figma 9887:68229]" descr="Vector. векторный контур">
              <a:extLst>
                <a:ext uri="{FF2B5EF4-FFF2-40B4-BE49-F238E27FC236}">
                  <a16:creationId xmlns:a16="http://schemas.microsoft.com/office/drawing/2014/main" id="{6D99DA3D-22E3-4084-8666-7FDC48FC825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684876" y="2363431"/>
              <a:ext cx="60962" cy="60968"/>
            </a:xfrm>
            <a:prstGeom prst="rect">
              <a:avLst/>
            </a:prstGeom>
          </p:spPr>
        </p:pic>
        <p:pic>
          <p:nvPicPr>
            <p:cNvPr id="121" name="Vector [Figma 9887:68232]" descr="Vector. векторный контур">
              <a:extLst>
                <a:ext uri="{FF2B5EF4-FFF2-40B4-BE49-F238E27FC236}">
                  <a16:creationId xmlns:a16="http://schemas.microsoft.com/office/drawing/2014/main" id="{5D497214-48D1-4FD7-B2DD-E5D230444ED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745838" y="2363431"/>
              <a:ext cx="60962" cy="60968"/>
            </a:xfrm>
            <a:prstGeom prst="rect">
              <a:avLst/>
            </a:prstGeom>
          </p:spPr>
        </p:pic>
        <p:pic>
          <p:nvPicPr>
            <p:cNvPr id="122" name="Vector [Figma 9887:68236]" descr="Vector. векторный контур">
              <a:extLst>
                <a:ext uri="{FF2B5EF4-FFF2-40B4-BE49-F238E27FC236}">
                  <a16:creationId xmlns:a16="http://schemas.microsoft.com/office/drawing/2014/main" id="{0E9080CA-812A-4F4C-B310-BD066743392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867760" y="2363431"/>
              <a:ext cx="60962" cy="60968"/>
            </a:xfrm>
            <a:prstGeom prst="rect">
              <a:avLst/>
            </a:prstGeom>
          </p:spPr>
        </p:pic>
        <p:pic>
          <p:nvPicPr>
            <p:cNvPr id="123" name="Vector [Figma 9887:68239]" descr="Vector. векторный контур">
              <a:extLst>
                <a:ext uri="{FF2B5EF4-FFF2-40B4-BE49-F238E27FC236}">
                  <a16:creationId xmlns:a16="http://schemas.microsoft.com/office/drawing/2014/main" id="{D16DA06C-FBB9-48E2-AB68-9B3C8CF6ABB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989681" y="2363431"/>
              <a:ext cx="60962" cy="60968"/>
            </a:xfrm>
            <a:prstGeom prst="rect">
              <a:avLst/>
            </a:prstGeom>
          </p:spPr>
        </p:pic>
        <p:pic>
          <p:nvPicPr>
            <p:cNvPr id="124" name="Vector [Figma 9887:68243]" descr="Vector. векторный контур">
              <a:extLst>
                <a:ext uri="{FF2B5EF4-FFF2-40B4-BE49-F238E27FC236}">
                  <a16:creationId xmlns:a16="http://schemas.microsoft.com/office/drawing/2014/main" id="{2C72B5A7-9EA7-4AEA-8F81-FDFB98545F0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172564" y="2363431"/>
              <a:ext cx="60962" cy="60968"/>
            </a:xfrm>
            <a:prstGeom prst="rect">
              <a:avLst/>
            </a:prstGeom>
          </p:spPr>
        </p:pic>
        <p:pic>
          <p:nvPicPr>
            <p:cNvPr id="125" name="Vector [Figma 9887:68246]" descr="Vector. векторный контур">
              <a:extLst>
                <a:ext uri="{FF2B5EF4-FFF2-40B4-BE49-F238E27FC236}">
                  <a16:creationId xmlns:a16="http://schemas.microsoft.com/office/drawing/2014/main" id="{DCB41BD8-01A8-4E25-BEE5-CEC2AB55DD4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233523" y="2363431"/>
              <a:ext cx="60962" cy="60968"/>
            </a:xfrm>
            <a:prstGeom prst="rect">
              <a:avLst/>
            </a:prstGeom>
          </p:spPr>
        </p:pic>
        <p:pic>
          <p:nvPicPr>
            <p:cNvPr id="126" name="Vector [Figma 9887:68249]" descr="Vector. векторный контур">
              <a:extLst>
                <a:ext uri="{FF2B5EF4-FFF2-40B4-BE49-F238E27FC236}">
                  <a16:creationId xmlns:a16="http://schemas.microsoft.com/office/drawing/2014/main" id="{DA042F34-53E1-4CE1-8CA4-18D21ECC8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294482" y="2363431"/>
              <a:ext cx="60962" cy="60968"/>
            </a:xfrm>
            <a:prstGeom prst="rect">
              <a:avLst/>
            </a:prstGeom>
          </p:spPr>
        </p:pic>
        <p:pic>
          <p:nvPicPr>
            <p:cNvPr id="127" name="Vector [Figma 9887:68252]" descr="Vector. векторный контур">
              <a:extLst>
                <a:ext uri="{FF2B5EF4-FFF2-40B4-BE49-F238E27FC236}">
                  <a16:creationId xmlns:a16="http://schemas.microsoft.com/office/drawing/2014/main" id="{536A50EA-3187-480C-A67D-E25B6DBBB92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355448" y="2363431"/>
              <a:ext cx="60962" cy="60968"/>
            </a:xfrm>
            <a:prstGeom prst="rect">
              <a:avLst/>
            </a:prstGeom>
          </p:spPr>
        </p:pic>
        <p:pic>
          <p:nvPicPr>
            <p:cNvPr id="128" name="Vector [Figma 9887:68256]" descr="Vector. векторный контур">
              <a:extLst>
                <a:ext uri="{FF2B5EF4-FFF2-40B4-BE49-F238E27FC236}">
                  <a16:creationId xmlns:a16="http://schemas.microsoft.com/office/drawing/2014/main" id="{504A2AD1-A491-4E69-B8C2-291FBA61278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416407" y="2363431"/>
              <a:ext cx="60962" cy="60968"/>
            </a:xfrm>
            <a:prstGeom prst="rect">
              <a:avLst/>
            </a:prstGeom>
          </p:spPr>
        </p:pic>
        <p:pic>
          <p:nvPicPr>
            <p:cNvPr id="129" name="Vector [Figma 9887:68260]" descr="Vector. векторный контур">
              <a:extLst>
                <a:ext uri="{FF2B5EF4-FFF2-40B4-BE49-F238E27FC236}">
                  <a16:creationId xmlns:a16="http://schemas.microsoft.com/office/drawing/2014/main" id="{D44ACBF7-3B56-4D63-AE3F-8EED2213DCE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9953348" y="2424350"/>
              <a:ext cx="60962" cy="60968"/>
            </a:xfrm>
            <a:prstGeom prst="rect">
              <a:avLst/>
            </a:prstGeom>
          </p:spPr>
        </p:pic>
        <p:pic>
          <p:nvPicPr>
            <p:cNvPr id="130" name="Vector [Figma 9887:68264]" descr="Vector. векторный контур">
              <a:extLst>
                <a:ext uri="{FF2B5EF4-FFF2-40B4-BE49-F238E27FC236}">
                  <a16:creationId xmlns:a16="http://schemas.microsoft.com/office/drawing/2014/main" id="{050BF7D9-E82C-44F4-B32E-B906302709E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0075266" y="2424350"/>
              <a:ext cx="60962" cy="60968"/>
            </a:xfrm>
            <a:prstGeom prst="rect">
              <a:avLst/>
            </a:prstGeom>
          </p:spPr>
        </p:pic>
        <p:pic>
          <p:nvPicPr>
            <p:cNvPr id="131" name="Vector [Figma 9887:68268]" descr="Vector. векторный контур">
              <a:extLst>
                <a:ext uri="{FF2B5EF4-FFF2-40B4-BE49-F238E27FC236}">
                  <a16:creationId xmlns:a16="http://schemas.microsoft.com/office/drawing/2014/main" id="{403C8604-1FBF-4102-B25F-C5364DBD399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197191" y="2424350"/>
              <a:ext cx="60962" cy="60968"/>
            </a:xfrm>
            <a:prstGeom prst="rect">
              <a:avLst/>
            </a:prstGeom>
          </p:spPr>
        </p:pic>
        <p:pic>
          <p:nvPicPr>
            <p:cNvPr id="132" name="Vector [Figma 9887:68272]" descr="Vector. векторный контур">
              <a:extLst>
                <a:ext uri="{FF2B5EF4-FFF2-40B4-BE49-F238E27FC236}">
                  <a16:creationId xmlns:a16="http://schemas.microsoft.com/office/drawing/2014/main" id="{900A5BCF-EED1-4EBC-96DC-20EB638E1E4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380071" y="2424350"/>
              <a:ext cx="60962" cy="60968"/>
            </a:xfrm>
            <a:prstGeom prst="rect">
              <a:avLst/>
            </a:prstGeom>
          </p:spPr>
        </p:pic>
        <p:pic>
          <p:nvPicPr>
            <p:cNvPr id="133" name="Vector [Figma 9887:68276]" descr="Vector. векторный контур">
              <a:extLst>
                <a:ext uri="{FF2B5EF4-FFF2-40B4-BE49-F238E27FC236}">
                  <a16:creationId xmlns:a16="http://schemas.microsoft.com/office/drawing/2014/main" id="{2871EB61-3FFD-4B8B-9E8B-28A50A610A1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562955" y="2424350"/>
              <a:ext cx="60962" cy="60968"/>
            </a:xfrm>
            <a:prstGeom prst="rect">
              <a:avLst/>
            </a:prstGeom>
          </p:spPr>
        </p:pic>
        <p:pic>
          <p:nvPicPr>
            <p:cNvPr id="134" name="Vector [Figma 9887:68280]" descr="Vector. векторный контур">
              <a:extLst>
                <a:ext uri="{FF2B5EF4-FFF2-40B4-BE49-F238E27FC236}">
                  <a16:creationId xmlns:a16="http://schemas.microsoft.com/office/drawing/2014/main" id="{901C51AB-68AA-42BD-B902-4EE7C0B7A81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0745838" y="2424350"/>
              <a:ext cx="60962" cy="60968"/>
            </a:xfrm>
            <a:prstGeom prst="rect">
              <a:avLst/>
            </a:prstGeom>
          </p:spPr>
        </p:pic>
        <p:pic>
          <p:nvPicPr>
            <p:cNvPr id="135" name="Vector [Figma 9887:68283]" descr="Vector. векторный контур">
              <a:extLst>
                <a:ext uri="{FF2B5EF4-FFF2-40B4-BE49-F238E27FC236}">
                  <a16:creationId xmlns:a16="http://schemas.microsoft.com/office/drawing/2014/main" id="{A2D8A1C8-ABCA-40E0-81D0-CC61AE4722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806800" y="2424350"/>
              <a:ext cx="60962" cy="60968"/>
            </a:xfrm>
            <a:prstGeom prst="rect">
              <a:avLst/>
            </a:prstGeom>
          </p:spPr>
        </p:pic>
        <p:pic>
          <p:nvPicPr>
            <p:cNvPr id="136" name="Vector [Figma 9887:68286]" descr="Vector. векторный контур">
              <a:extLst>
                <a:ext uri="{FF2B5EF4-FFF2-40B4-BE49-F238E27FC236}">
                  <a16:creationId xmlns:a16="http://schemas.microsoft.com/office/drawing/2014/main" id="{84D09721-E96F-4326-B9AE-73CD1C5367D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867760" y="2424350"/>
              <a:ext cx="60962" cy="60968"/>
            </a:xfrm>
            <a:prstGeom prst="rect">
              <a:avLst/>
            </a:prstGeom>
          </p:spPr>
        </p:pic>
        <p:pic>
          <p:nvPicPr>
            <p:cNvPr id="137" name="Vector [Figma 9887:68289]" descr="Vector. векторный контур">
              <a:extLst>
                <a:ext uri="{FF2B5EF4-FFF2-40B4-BE49-F238E27FC236}">
                  <a16:creationId xmlns:a16="http://schemas.microsoft.com/office/drawing/2014/main" id="{1B6D167A-3391-42C9-AF62-DFD634A731B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989681" y="2424350"/>
              <a:ext cx="60962" cy="60968"/>
            </a:xfrm>
            <a:prstGeom prst="rect">
              <a:avLst/>
            </a:prstGeom>
          </p:spPr>
        </p:pic>
        <p:pic>
          <p:nvPicPr>
            <p:cNvPr id="138" name="Vector [Figma 9887:68293]" descr="Vector. векторный контур">
              <a:extLst>
                <a:ext uri="{FF2B5EF4-FFF2-40B4-BE49-F238E27FC236}">
                  <a16:creationId xmlns:a16="http://schemas.microsoft.com/office/drawing/2014/main" id="{B0940A1E-380F-469D-ACFB-267D69BA5B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050643" y="2424350"/>
              <a:ext cx="60962" cy="60968"/>
            </a:xfrm>
            <a:prstGeom prst="rect">
              <a:avLst/>
            </a:prstGeom>
          </p:spPr>
        </p:pic>
        <p:pic>
          <p:nvPicPr>
            <p:cNvPr id="139" name="Vector [Figma 9887:68297]" descr="Vector. векторный контур">
              <a:extLst>
                <a:ext uri="{FF2B5EF4-FFF2-40B4-BE49-F238E27FC236}">
                  <a16:creationId xmlns:a16="http://schemas.microsoft.com/office/drawing/2014/main" id="{F5EA15CE-3AED-4EA5-9388-55EF3A5861C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1355448" y="2424350"/>
              <a:ext cx="60962" cy="60968"/>
            </a:xfrm>
            <a:prstGeom prst="rect">
              <a:avLst/>
            </a:prstGeom>
          </p:spPr>
        </p:pic>
        <p:pic>
          <p:nvPicPr>
            <p:cNvPr id="140" name="Vector [Figma 9887:68301]" descr="Vector. векторный контур">
              <a:extLst>
                <a:ext uri="{FF2B5EF4-FFF2-40B4-BE49-F238E27FC236}">
                  <a16:creationId xmlns:a16="http://schemas.microsoft.com/office/drawing/2014/main" id="{5CE0D8ED-CA56-4739-80B3-893D884745B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319109" y="2485318"/>
              <a:ext cx="60962" cy="60968"/>
            </a:xfrm>
            <a:prstGeom prst="rect">
              <a:avLst/>
            </a:prstGeom>
          </p:spPr>
        </p:pic>
        <p:pic>
          <p:nvPicPr>
            <p:cNvPr id="141" name="Vector [Figma 9887:68305]" descr="Vector. векторный контур">
              <a:extLst>
                <a:ext uri="{FF2B5EF4-FFF2-40B4-BE49-F238E27FC236}">
                  <a16:creationId xmlns:a16="http://schemas.microsoft.com/office/drawing/2014/main" id="{F3FF645A-C871-4AEA-B9C1-1F3789B483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441033" y="2485318"/>
              <a:ext cx="60962" cy="60968"/>
            </a:xfrm>
            <a:prstGeom prst="rect">
              <a:avLst/>
            </a:prstGeom>
          </p:spPr>
        </p:pic>
        <p:pic>
          <p:nvPicPr>
            <p:cNvPr id="142" name="Vector [Figma 9887:68308]" descr="Vector. векторный контур">
              <a:extLst>
                <a:ext uri="{FF2B5EF4-FFF2-40B4-BE49-F238E27FC236}">
                  <a16:creationId xmlns:a16="http://schemas.microsoft.com/office/drawing/2014/main" id="{DD0101BF-0C91-46C2-B250-2FD5E67C532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562955" y="2485318"/>
              <a:ext cx="60962" cy="60968"/>
            </a:xfrm>
            <a:prstGeom prst="rect">
              <a:avLst/>
            </a:prstGeom>
          </p:spPr>
        </p:pic>
        <p:pic>
          <p:nvPicPr>
            <p:cNvPr id="143" name="Vector [Figma 9887:68311]" descr="Vector. векторный контур">
              <a:extLst>
                <a:ext uri="{FF2B5EF4-FFF2-40B4-BE49-F238E27FC236}">
                  <a16:creationId xmlns:a16="http://schemas.microsoft.com/office/drawing/2014/main" id="{387759F3-993B-4589-B41E-66B59B788F1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867760" y="2485318"/>
              <a:ext cx="60962" cy="60968"/>
            </a:xfrm>
            <a:prstGeom prst="rect">
              <a:avLst/>
            </a:prstGeom>
          </p:spPr>
        </p:pic>
        <p:pic>
          <p:nvPicPr>
            <p:cNvPr id="144" name="Vector [Figma 9887:68315]" descr="Vector. векторный контур">
              <a:extLst>
                <a:ext uri="{FF2B5EF4-FFF2-40B4-BE49-F238E27FC236}">
                  <a16:creationId xmlns:a16="http://schemas.microsoft.com/office/drawing/2014/main" id="{56E33A77-9D48-404B-B4CA-76DFC7F39BE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0989681" y="2485318"/>
              <a:ext cx="60962" cy="60968"/>
            </a:xfrm>
            <a:prstGeom prst="rect">
              <a:avLst/>
            </a:prstGeom>
          </p:spPr>
        </p:pic>
        <p:pic>
          <p:nvPicPr>
            <p:cNvPr id="145" name="Vector [Figma 9887:68319]" descr="Vector. векторный контур">
              <a:extLst>
                <a:ext uri="{FF2B5EF4-FFF2-40B4-BE49-F238E27FC236}">
                  <a16:creationId xmlns:a16="http://schemas.microsoft.com/office/drawing/2014/main" id="{E59B3370-D518-4A44-84CE-49E29BBB966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1111605" y="2485318"/>
              <a:ext cx="60962" cy="60968"/>
            </a:xfrm>
            <a:prstGeom prst="rect">
              <a:avLst/>
            </a:prstGeom>
          </p:spPr>
        </p:pic>
        <p:pic>
          <p:nvPicPr>
            <p:cNvPr id="146" name="Vector [Figma 9887:68322]" descr="Vector. векторный контур">
              <a:extLst>
                <a:ext uri="{FF2B5EF4-FFF2-40B4-BE49-F238E27FC236}">
                  <a16:creationId xmlns:a16="http://schemas.microsoft.com/office/drawing/2014/main" id="{F5E8D8B4-1DB1-4A1C-9585-9C9DE0AC959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172564" y="2485318"/>
              <a:ext cx="60962" cy="60968"/>
            </a:xfrm>
            <a:prstGeom prst="rect">
              <a:avLst/>
            </a:prstGeom>
          </p:spPr>
        </p:pic>
        <p:pic>
          <p:nvPicPr>
            <p:cNvPr id="147" name="Vector [Figma 9887:68325]" descr="Vector. векторный контур">
              <a:extLst>
                <a:ext uri="{FF2B5EF4-FFF2-40B4-BE49-F238E27FC236}">
                  <a16:creationId xmlns:a16="http://schemas.microsoft.com/office/drawing/2014/main" id="{98E1E709-17FF-494A-ACBF-E7EEDE7D487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233523" y="2485318"/>
              <a:ext cx="60962" cy="60968"/>
            </a:xfrm>
            <a:prstGeom prst="rect">
              <a:avLst/>
            </a:prstGeom>
          </p:spPr>
        </p:pic>
        <p:pic>
          <p:nvPicPr>
            <p:cNvPr id="148" name="Vector [Figma 9887:68329]" descr="Vector. векторный контур">
              <a:extLst>
                <a:ext uri="{FF2B5EF4-FFF2-40B4-BE49-F238E27FC236}">
                  <a16:creationId xmlns:a16="http://schemas.microsoft.com/office/drawing/2014/main" id="{7F33358D-F410-4027-A9BC-72B4C44D81F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1294482" y="2485318"/>
              <a:ext cx="60962" cy="60968"/>
            </a:xfrm>
            <a:prstGeom prst="rect">
              <a:avLst/>
            </a:prstGeom>
          </p:spPr>
        </p:pic>
        <p:pic>
          <p:nvPicPr>
            <p:cNvPr id="149" name="Vector [Figma 9887:68333]" descr="Vector. векторный контур">
              <a:extLst>
                <a:ext uri="{FF2B5EF4-FFF2-40B4-BE49-F238E27FC236}">
                  <a16:creationId xmlns:a16="http://schemas.microsoft.com/office/drawing/2014/main" id="{B7D260B4-D76A-4DDE-8242-534CA7E243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0075266" y="2546286"/>
              <a:ext cx="60962" cy="60968"/>
            </a:xfrm>
            <a:prstGeom prst="rect">
              <a:avLst/>
            </a:prstGeom>
          </p:spPr>
        </p:pic>
        <p:pic>
          <p:nvPicPr>
            <p:cNvPr id="150" name="Vector [Figma 9887:68336]" descr="Vector. векторный контур">
              <a:extLst>
                <a:ext uri="{FF2B5EF4-FFF2-40B4-BE49-F238E27FC236}">
                  <a16:creationId xmlns:a16="http://schemas.microsoft.com/office/drawing/2014/main" id="{FE66A21E-51DB-4225-8FA8-8B4FBF334D4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136232" y="2546286"/>
              <a:ext cx="60962" cy="60968"/>
            </a:xfrm>
            <a:prstGeom prst="rect">
              <a:avLst/>
            </a:prstGeom>
          </p:spPr>
        </p:pic>
        <p:pic>
          <p:nvPicPr>
            <p:cNvPr id="151" name="Vector [Figma 9887:68339]" descr="Vector. векторный контур">
              <a:extLst>
                <a:ext uri="{FF2B5EF4-FFF2-40B4-BE49-F238E27FC236}">
                  <a16:creationId xmlns:a16="http://schemas.microsoft.com/office/drawing/2014/main" id="{269F83E2-FB0B-4B0C-8D79-3D7D967D45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197191" y="2546286"/>
              <a:ext cx="60962" cy="60968"/>
            </a:xfrm>
            <a:prstGeom prst="rect">
              <a:avLst/>
            </a:prstGeom>
          </p:spPr>
        </p:pic>
        <p:pic>
          <p:nvPicPr>
            <p:cNvPr id="152" name="Vector [Figma 9887:68343]" descr="Vector. векторный контур">
              <a:extLst>
                <a:ext uri="{FF2B5EF4-FFF2-40B4-BE49-F238E27FC236}">
                  <a16:creationId xmlns:a16="http://schemas.microsoft.com/office/drawing/2014/main" id="{95B2C028-D587-4FB6-B42E-F3D9D173D1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258150" y="2546286"/>
              <a:ext cx="60962" cy="60968"/>
            </a:xfrm>
            <a:prstGeom prst="rect">
              <a:avLst/>
            </a:prstGeom>
          </p:spPr>
        </p:pic>
        <p:pic>
          <p:nvPicPr>
            <p:cNvPr id="153" name="Vector [Figma 9887:68347]" descr="Vector. векторный контур">
              <a:extLst>
                <a:ext uri="{FF2B5EF4-FFF2-40B4-BE49-F238E27FC236}">
                  <a16:creationId xmlns:a16="http://schemas.microsoft.com/office/drawing/2014/main" id="{BE727628-BC47-4033-8695-156B3BB7CC3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380071" y="2546286"/>
              <a:ext cx="60962" cy="60968"/>
            </a:xfrm>
            <a:prstGeom prst="rect">
              <a:avLst/>
            </a:prstGeom>
          </p:spPr>
        </p:pic>
        <p:pic>
          <p:nvPicPr>
            <p:cNvPr id="154" name="Vector [Figma 9887:68351]" descr="Vector. векторный контур">
              <a:extLst>
                <a:ext uri="{FF2B5EF4-FFF2-40B4-BE49-F238E27FC236}">
                  <a16:creationId xmlns:a16="http://schemas.microsoft.com/office/drawing/2014/main" id="{FDFAF3BB-C3AB-4C07-93B8-362DFD376C8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0501993" y="2546286"/>
              <a:ext cx="60962" cy="60968"/>
            </a:xfrm>
            <a:prstGeom prst="rect">
              <a:avLst/>
            </a:prstGeom>
          </p:spPr>
        </p:pic>
        <p:pic>
          <p:nvPicPr>
            <p:cNvPr id="155" name="Vector [Figma 9887:68354]" descr="Vector. векторный контур">
              <a:extLst>
                <a:ext uri="{FF2B5EF4-FFF2-40B4-BE49-F238E27FC236}">
                  <a16:creationId xmlns:a16="http://schemas.microsoft.com/office/drawing/2014/main" id="{A5B5E7D1-492D-4DB4-BE5A-43E081401A6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562955" y="2546286"/>
              <a:ext cx="60962" cy="60968"/>
            </a:xfrm>
            <a:prstGeom prst="rect">
              <a:avLst/>
            </a:prstGeom>
          </p:spPr>
        </p:pic>
        <p:pic>
          <p:nvPicPr>
            <p:cNvPr id="156" name="Vector [Figma 9887:68358]" descr="Vector. векторный контур">
              <a:extLst>
                <a:ext uri="{FF2B5EF4-FFF2-40B4-BE49-F238E27FC236}">
                  <a16:creationId xmlns:a16="http://schemas.microsoft.com/office/drawing/2014/main" id="{9D93FB64-CB73-4755-AE27-4A920C2D080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684876" y="2546286"/>
              <a:ext cx="60962" cy="60968"/>
            </a:xfrm>
            <a:prstGeom prst="rect">
              <a:avLst/>
            </a:prstGeom>
          </p:spPr>
        </p:pic>
        <p:pic>
          <p:nvPicPr>
            <p:cNvPr id="157" name="Vector [Figma 9887:68362]" descr="Vector. векторный контур">
              <a:extLst>
                <a:ext uri="{FF2B5EF4-FFF2-40B4-BE49-F238E27FC236}">
                  <a16:creationId xmlns:a16="http://schemas.microsoft.com/office/drawing/2014/main" id="{F9E283EA-274E-4608-9594-F258970A8F7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0806800" y="2546286"/>
              <a:ext cx="60962" cy="60968"/>
            </a:xfrm>
            <a:prstGeom prst="rect">
              <a:avLst/>
            </a:prstGeom>
          </p:spPr>
        </p:pic>
        <p:pic>
          <p:nvPicPr>
            <p:cNvPr id="158" name="Vector [Figma 9887:68365]" descr="Vector. векторный контур">
              <a:extLst>
                <a:ext uri="{FF2B5EF4-FFF2-40B4-BE49-F238E27FC236}">
                  <a16:creationId xmlns:a16="http://schemas.microsoft.com/office/drawing/2014/main" id="{EC907738-EEBC-4A30-ABDD-4BD5F85741A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867760" y="2546286"/>
              <a:ext cx="60962" cy="60968"/>
            </a:xfrm>
            <a:prstGeom prst="rect">
              <a:avLst/>
            </a:prstGeom>
          </p:spPr>
        </p:pic>
        <p:pic>
          <p:nvPicPr>
            <p:cNvPr id="159" name="Vector [Figma 9887:68369]" descr="Vector. векторный контур">
              <a:extLst>
                <a:ext uri="{FF2B5EF4-FFF2-40B4-BE49-F238E27FC236}">
                  <a16:creationId xmlns:a16="http://schemas.microsoft.com/office/drawing/2014/main" id="{BFA2BA42-9FE1-4256-B019-5A5B195A7C0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928722" y="2546286"/>
              <a:ext cx="60962" cy="60968"/>
            </a:xfrm>
            <a:prstGeom prst="rect">
              <a:avLst/>
            </a:prstGeom>
          </p:spPr>
        </p:pic>
        <p:pic>
          <p:nvPicPr>
            <p:cNvPr id="160" name="Vector [Figma 9887:68372]" descr="Vector. векторный контур">
              <a:extLst>
                <a:ext uri="{FF2B5EF4-FFF2-40B4-BE49-F238E27FC236}">
                  <a16:creationId xmlns:a16="http://schemas.microsoft.com/office/drawing/2014/main" id="{95112018-E661-4D2A-8ED4-974B76DA50F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111605" y="2546286"/>
              <a:ext cx="60962" cy="60968"/>
            </a:xfrm>
            <a:prstGeom prst="rect">
              <a:avLst/>
            </a:prstGeom>
          </p:spPr>
        </p:pic>
        <p:pic>
          <p:nvPicPr>
            <p:cNvPr id="161" name="Vector [Figma 9887:68375]" descr="Vector. векторный контур">
              <a:extLst>
                <a:ext uri="{FF2B5EF4-FFF2-40B4-BE49-F238E27FC236}">
                  <a16:creationId xmlns:a16="http://schemas.microsoft.com/office/drawing/2014/main" id="{965F6F1E-59A6-4A18-BDB1-AC161B11CF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172564" y="2546286"/>
              <a:ext cx="60962" cy="60968"/>
            </a:xfrm>
            <a:prstGeom prst="rect">
              <a:avLst/>
            </a:prstGeom>
          </p:spPr>
        </p:pic>
        <p:pic>
          <p:nvPicPr>
            <p:cNvPr id="162" name="Vector [Figma 9887:68378]" descr="Vector. векторный контур">
              <a:extLst>
                <a:ext uri="{FF2B5EF4-FFF2-40B4-BE49-F238E27FC236}">
                  <a16:creationId xmlns:a16="http://schemas.microsoft.com/office/drawing/2014/main" id="{73D90977-710E-4322-9984-6B386C6A3BC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294482" y="2546286"/>
              <a:ext cx="60962" cy="60968"/>
            </a:xfrm>
            <a:prstGeom prst="rect">
              <a:avLst/>
            </a:prstGeom>
          </p:spPr>
        </p:pic>
        <p:pic>
          <p:nvPicPr>
            <p:cNvPr id="163" name="Vector [Figma 9887:68382]" descr="Vector. векторный контур">
              <a:extLst>
                <a:ext uri="{FF2B5EF4-FFF2-40B4-BE49-F238E27FC236}">
                  <a16:creationId xmlns:a16="http://schemas.microsoft.com/office/drawing/2014/main" id="{0382D0D2-54A6-4FD8-9520-3C0F443F756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355448" y="2546286"/>
              <a:ext cx="60962" cy="60968"/>
            </a:xfrm>
            <a:prstGeom prst="rect">
              <a:avLst/>
            </a:prstGeom>
          </p:spPr>
        </p:pic>
        <p:pic>
          <p:nvPicPr>
            <p:cNvPr id="164" name="Vector [Figma 9887:68386]" descr="Vector. векторный контур">
              <a:extLst>
                <a:ext uri="{FF2B5EF4-FFF2-40B4-BE49-F238E27FC236}">
                  <a16:creationId xmlns:a16="http://schemas.microsoft.com/office/drawing/2014/main" id="{7CB4AB20-0171-4582-B1F9-8F65A0893AE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953348" y="2607304"/>
              <a:ext cx="60962" cy="60968"/>
            </a:xfrm>
            <a:prstGeom prst="rect">
              <a:avLst/>
            </a:prstGeom>
          </p:spPr>
        </p:pic>
        <p:pic>
          <p:nvPicPr>
            <p:cNvPr id="165" name="Vector [Figma 9887:68389]" descr="Vector. векторный контур">
              <a:extLst>
                <a:ext uri="{FF2B5EF4-FFF2-40B4-BE49-F238E27FC236}">
                  <a16:creationId xmlns:a16="http://schemas.microsoft.com/office/drawing/2014/main" id="{88035F9E-6469-4FEA-B159-58DEA8BA998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014307" y="2607304"/>
              <a:ext cx="60962" cy="60968"/>
            </a:xfrm>
            <a:prstGeom prst="rect">
              <a:avLst/>
            </a:prstGeom>
          </p:spPr>
        </p:pic>
        <p:pic>
          <p:nvPicPr>
            <p:cNvPr id="166" name="Vector [Figma 9887:68392]" descr="Vector. векторный контур">
              <a:extLst>
                <a:ext uri="{FF2B5EF4-FFF2-40B4-BE49-F238E27FC236}">
                  <a16:creationId xmlns:a16="http://schemas.microsoft.com/office/drawing/2014/main" id="{537873B2-813A-419D-8F4B-E02B91F03D4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075266" y="2607304"/>
              <a:ext cx="60962" cy="60968"/>
            </a:xfrm>
            <a:prstGeom prst="rect">
              <a:avLst/>
            </a:prstGeom>
          </p:spPr>
        </p:pic>
        <p:pic>
          <p:nvPicPr>
            <p:cNvPr id="167" name="Vector [Figma 9887:68395]" descr="Vector. векторный контур">
              <a:extLst>
                <a:ext uri="{FF2B5EF4-FFF2-40B4-BE49-F238E27FC236}">
                  <a16:creationId xmlns:a16="http://schemas.microsoft.com/office/drawing/2014/main" id="{6B3D193C-7263-4007-BAB4-D7F1C5F889B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136232" y="2607304"/>
              <a:ext cx="60962" cy="60968"/>
            </a:xfrm>
            <a:prstGeom prst="rect">
              <a:avLst/>
            </a:prstGeom>
          </p:spPr>
        </p:pic>
        <p:pic>
          <p:nvPicPr>
            <p:cNvPr id="168" name="Vector [Figma 9887:68398]" descr="Vector. векторный контур">
              <a:extLst>
                <a:ext uri="{FF2B5EF4-FFF2-40B4-BE49-F238E27FC236}">
                  <a16:creationId xmlns:a16="http://schemas.microsoft.com/office/drawing/2014/main" id="{84C5239F-C631-46BF-8D35-BDA2F14F6E6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197191" y="2607304"/>
              <a:ext cx="60962" cy="60968"/>
            </a:xfrm>
            <a:prstGeom prst="rect">
              <a:avLst/>
            </a:prstGeom>
          </p:spPr>
        </p:pic>
        <p:pic>
          <p:nvPicPr>
            <p:cNvPr id="169" name="Vector [Figma 9887:68401]" descr="Vector. векторный контур">
              <a:extLst>
                <a:ext uri="{FF2B5EF4-FFF2-40B4-BE49-F238E27FC236}">
                  <a16:creationId xmlns:a16="http://schemas.microsoft.com/office/drawing/2014/main" id="{45FE307F-EE64-489F-AA2D-58A6412A149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258150" y="2607304"/>
              <a:ext cx="60962" cy="60968"/>
            </a:xfrm>
            <a:prstGeom prst="rect">
              <a:avLst/>
            </a:prstGeom>
          </p:spPr>
        </p:pic>
        <p:pic>
          <p:nvPicPr>
            <p:cNvPr id="170" name="Vector [Figma 9887:68405]" descr="Vector. векторный контур">
              <a:extLst>
                <a:ext uri="{FF2B5EF4-FFF2-40B4-BE49-F238E27FC236}">
                  <a16:creationId xmlns:a16="http://schemas.microsoft.com/office/drawing/2014/main" id="{26A9CA40-EFEB-4B19-8917-4C5D0CB91E9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319109" y="2607304"/>
              <a:ext cx="60962" cy="60968"/>
            </a:xfrm>
            <a:prstGeom prst="rect">
              <a:avLst/>
            </a:prstGeom>
          </p:spPr>
        </p:pic>
        <p:pic>
          <p:nvPicPr>
            <p:cNvPr id="171" name="Vector [Figma 9887:68409]" descr="Vector. векторный контур">
              <a:extLst>
                <a:ext uri="{FF2B5EF4-FFF2-40B4-BE49-F238E27FC236}">
                  <a16:creationId xmlns:a16="http://schemas.microsoft.com/office/drawing/2014/main" id="{BED6F074-BBF1-4557-8649-A9EACD86769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0441033" y="2607304"/>
              <a:ext cx="60962" cy="60968"/>
            </a:xfrm>
            <a:prstGeom prst="rect">
              <a:avLst/>
            </a:prstGeom>
          </p:spPr>
        </p:pic>
        <p:pic>
          <p:nvPicPr>
            <p:cNvPr id="172" name="Vector [Figma 9887:68412]" descr="Vector. векторный контур">
              <a:extLst>
                <a:ext uri="{FF2B5EF4-FFF2-40B4-BE49-F238E27FC236}">
                  <a16:creationId xmlns:a16="http://schemas.microsoft.com/office/drawing/2014/main" id="{F7D0F0DD-96C1-4B74-9512-508C1F40038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501993" y="2607304"/>
              <a:ext cx="60962" cy="60968"/>
            </a:xfrm>
            <a:prstGeom prst="rect">
              <a:avLst/>
            </a:prstGeom>
          </p:spPr>
        </p:pic>
        <p:pic>
          <p:nvPicPr>
            <p:cNvPr id="173" name="Vector [Figma 9887:68415]" descr="Vector. векторный контур">
              <a:extLst>
                <a:ext uri="{FF2B5EF4-FFF2-40B4-BE49-F238E27FC236}">
                  <a16:creationId xmlns:a16="http://schemas.microsoft.com/office/drawing/2014/main" id="{89CD0489-9753-430F-AF90-B5AA2347D23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562955" y="2607304"/>
              <a:ext cx="60962" cy="60968"/>
            </a:xfrm>
            <a:prstGeom prst="rect">
              <a:avLst/>
            </a:prstGeom>
          </p:spPr>
        </p:pic>
        <p:pic>
          <p:nvPicPr>
            <p:cNvPr id="174" name="Vector [Figma 9887:68419]" descr="Vector. векторный контур">
              <a:extLst>
                <a:ext uri="{FF2B5EF4-FFF2-40B4-BE49-F238E27FC236}">
                  <a16:creationId xmlns:a16="http://schemas.microsoft.com/office/drawing/2014/main" id="{86AC6268-468E-4208-A896-1B4B99A8ED6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623917" y="2607304"/>
              <a:ext cx="60962" cy="60968"/>
            </a:xfrm>
            <a:prstGeom prst="rect">
              <a:avLst/>
            </a:prstGeom>
          </p:spPr>
        </p:pic>
        <p:pic>
          <p:nvPicPr>
            <p:cNvPr id="175" name="Vector [Figma 9887:68423]" descr="Vector. векторный контур">
              <a:extLst>
                <a:ext uri="{FF2B5EF4-FFF2-40B4-BE49-F238E27FC236}">
                  <a16:creationId xmlns:a16="http://schemas.microsoft.com/office/drawing/2014/main" id="{BF4085C7-C088-4607-AF00-506BD56F3F5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745838" y="2607304"/>
              <a:ext cx="60962" cy="60968"/>
            </a:xfrm>
            <a:prstGeom prst="rect">
              <a:avLst/>
            </a:prstGeom>
          </p:spPr>
        </p:pic>
        <p:pic>
          <p:nvPicPr>
            <p:cNvPr id="176" name="Vector [Figma 9887:68427]" descr="Vector. векторный контур">
              <a:extLst>
                <a:ext uri="{FF2B5EF4-FFF2-40B4-BE49-F238E27FC236}">
                  <a16:creationId xmlns:a16="http://schemas.microsoft.com/office/drawing/2014/main" id="{D498AE1F-4E2F-4654-B953-1F708CE2CC5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0806800" y="2607304"/>
              <a:ext cx="60962" cy="60968"/>
            </a:xfrm>
            <a:prstGeom prst="rect">
              <a:avLst/>
            </a:prstGeom>
          </p:spPr>
        </p:pic>
        <p:pic>
          <p:nvPicPr>
            <p:cNvPr id="177" name="Vector [Figma 9887:68430]" descr="Vector. векторный контур">
              <a:extLst>
                <a:ext uri="{FF2B5EF4-FFF2-40B4-BE49-F238E27FC236}">
                  <a16:creationId xmlns:a16="http://schemas.microsoft.com/office/drawing/2014/main" id="{79E74949-70A6-4AB2-822D-42229F04A83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928722" y="2607304"/>
              <a:ext cx="60962" cy="60968"/>
            </a:xfrm>
            <a:prstGeom prst="rect">
              <a:avLst/>
            </a:prstGeom>
          </p:spPr>
        </p:pic>
        <p:pic>
          <p:nvPicPr>
            <p:cNvPr id="178" name="Vector [Figma 9887:68433]" descr="Vector. векторный контур">
              <a:extLst>
                <a:ext uri="{FF2B5EF4-FFF2-40B4-BE49-F238E27FC236}">
                  <a16:creationId xmlns:a16="http://schemas.microsoft.com/office/drawing/2014/main" id="{AA92B96A-7450-4790-B95B-AAA743A4EC9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989681" y="2607304"/>
              <a:ext cx="60962" cy="60968"/>
            </a:xfrm>
            <a:prstGeom prst="rect">
              <a:avLst/>
            </a:prstGeom>
          </p:spPr>
        </p:pic>
        <p:pic>
          <p:nvPicPr>
            <p:cNvPr id="179" name="Vector [Figma 9887:68436]" descr="Vector. векторный контур">
              <a:extLst>
                <a:ext uri="{FF2B5EF4-FFF2-40B4-BE49-F238E27FC236}">
                  <a16:creationId xmlns:a16="http://schemas.microsoft.com/office/drawing/2014/main" id="{4BF6BD09-681D-4A3F-BF1C-3F07EE08C64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050643" y="2607304"/>
              <a:ext cx="60962" cy="60968"/>
            </a:xfrm>
            <a:prstGeom prst="rect">
              <a:avLst/>
            </a:prstGeom>
          </p:spPr>
        </p:pic>
        <p:pic>
          <p:nvPicPr>
            <p:cNvPr id="180" name="Vector [Figma 9887:68439]" descr="Vector. векторный контур">
              <a:extLst>
                <a:ext uri="{FF2B5EF4-FFF2-40B4-BE49-F238E27FC236}">
                  <a16:creationId xmlns:a16="http://schemas.microsoft.com/office/drawing/2014/main" id="{C9BC039E-7657-4E08-A3F0-78216D3339E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111605" y="2607304"/>
              <a:ext cx="60962" cy="60968"/>
            </a:xfrm>
            <a:prstGeom prst="rect">
              <a:avLst/>
            </a:prstGeom>
          </p:spPr>
        </p:pic>
        <p:pic>
          <p:nvPicPr>
            <p:cNvPr id="181" name="Vector [Figma 9887:68442]" descr="Vector. векторный контур">
              <a:extLst>
                <a:ext uri="{FF2B5EF4-FFF2-40B4-BE49-F238E27FC236}">
                  <a16:creationId xmlns:a16="http://schemas.microsoft.com/office/drawing/2014/main" id="{FD60C49A-9E8A-483B-B4A9-97C45A95C0A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172564" y="2607304"/>
              <a:ext cx="60962" cy="60968"/>
            </a:xfrm>
            <a:prstGeom prst="rect">
              <a:avLst/>
            </a:prstGeom>
          </p:spPr>
        </p:pic>
        <p:pic>
          <p:nvPicPr>
            <p:cNvPr id="182" name="Vector [Figma 9887:68445]" descr="Vector. векторный контур">
              <a:extLst>
                <a:ext uri="{FF2B5EF4-FFF2-40B4-BE49-F238E27FC236}">
                  <a16:creationId xmlns:a16="http://schemas.microsoft.com/office/drawing/2014/main" id="{75C01B9B-9434-4BFC-B904-9D966A24B11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233523" y="2607304"/>
              <a:ext cx="60962" cy="60968"/>
            </a:xfrm>
            <a:prstGeom prst="rect">
              <a:avLst/>
            </a:prstGeom>
          </p:spPr>
        </p:pic>
        <p:pic>
          <p:nvPicPr>
            <p:cNvPr id="183" name="Vector [Figma 9887:68449]" descr="Vector. векторный контур">
              <a:extLst>
                <a:ext uri="{FF2B5EF4-FFF2-40B4-BE49-F238E27FC236}">
                  <a16:creationId xmlns:a16="http://schemas.microsoft.com/office/drawing/2014/main" id="{E9A930D7-8A92-4437-9458-4A21578F8A0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1294482" y="2607304"/>
              <a:ext cx="60962" cy="60968"/>
            </a:xfrm>
            <a:prstGeom prst="rect">
              <a:avLst/>
            </a:prstGeom>
          </p:spPr>
        </p:pic>
        <p:pic>
          <p:nvPicPr>
            <p:cNvPr id="184" name="Vector [Figma 9887:68452]" descr="Vector. векторный контур">
              <a:extLst>
                <a:ext uri="{FF2B5EF4-FFF2-40B4-BE49-F238E27FC236}">
                  <a16:creationId xmlns:a16="http://schemas.microsoft.com/office/drawing/2014/main" id="{3890BECA-B210-4798-8CB2-579B52FDB92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441033" y="2668223"/>
              <a:ext cx="60962" cy="60968"/>
            </a:xfrm>
            <a:prstGeom prst="rect">
              <a:avLst/>
            </a:prstGeom>
          </p:spPr>
        </p:pic>
        <p:pic>
          <p:nvPicPr>
            <p:cNvPr id="185" name="Vector [Figma 9887:68455]" descr="Vector. векторный контур">
              <a:extLst>
                <a:ext uri="{FF2B5EF4-FFF2-40B4-BE49-F238E27FC236}">
                  <a16:creationId xmlns:a16="http://schemas.microsoft.com/office/drawing/2014/main" id="{0356CA51-92AD-4E98-94A6-598A9BBC3AA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501993" y="2668223"/>
              <a:ext cx="60962" cy="60968"/>
            </a:xfrm>
            <a:prstGeom prst="rect">
              <a:avLst/>
            </a:prstGeom>
          </p:spPr>
        </p:pic>
        <p:pic>
          <p:nvPicPr>
            <p:cNvPr id="186" name="Vector [Figma 9887:68459]" descr="Vector. векторный контур">
              <a:extLst>
                <a:ext uri="{FF2B5EF4-FFF2-40B4-BE49-F238E27FC236}">
                  <a16:creationId xmlns:a16="http://schemas.microsoft.com/office/drawing/2014/main" id="{0381907E-25CB-4440-B062-0BD634A8B65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684876" y="2668223"/>
              <a:ext cx="60962" cy="60968"/>
            </a:xfrm>
            <a:prstGeom prst="rect">
              <a:avLst/>
            </a:prstGeom>
          </p:spPr>
        </p:pic>
        <p:pic>
          <p:nvPicPr>
            <p:cNvPr id="187" name="Vector [Figma 9887:68463]" descr="Vector. векторный контур">
              <a:extLst>
                <a:ext uri="{FF2B5EF4-FFF2-40B4-BE49-F238E27FC236}">
                  <a16:creationId xmlns:a16="http://schemas.microsoft.com/office/drawing/2014/main" id="{584D2314-83DE-4D00-B0B5-662B36C8DDB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867760" y="2668223"/>
              <a:ext cx="60962" cy="60968"/>
            </a:xfrm>
            <a:prstGeom prst="rect">
              <a:avLst/>
            </a:prstGeom>
          </p:spPr>
        </p:pic>
        <p:pic>
          <p:nvPicPr>
            <p:cNvPr id="188" name="Vector [Figma 9887:68466]" descr="Vector. векторный контур">
              <a:extLst>
                <a:ext uri="{FF2B5EF4-FFF2-40B4-BE49-F238E27FC236}">
                  <a16:creationId xmlns:a16="http://schemas.microsoft.com/office/drawing/2014/main" id="{B1F48C97-FFB1-4687-8284-8356CEFF6C4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928722" y="2668223"/>
              <a:ext cx="60962" cy="60968"/>
            </a:xfrm>
            <a:prstGeom prst="rect">
              <a:avLst/>
            </a:prstGeom>
          </p:spPr>
        </p:pic>
        <p:pic>
          <p:nvPicPr>
            <p:cNvPr id="189" name="Vector [Figma 9887:68469]" descr="Vector. векторный контур">
              <a:extLst>
                <a:ext uri="{FF2B5EF4-FFF2-40B4-BE49-F238E27FC236}">
                  <a16:creationId xmlns:a16="http://schemas.microsoft.com/office/drawing/2014/main" id="{D07F31B3-3C39-4F1D-8BD4-773AE31D656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172564" y="2668223"/>
              <a:ext cx="60962" cy="60968"/>
            </a:xfrm>
            <a:prstGeom prst="rect">
              <a:avLst/>
            </a:prstGeom>
          </p:spPr>
        </p:pic>
        <p:pic>
          <p:nvPicPr>
            <p:cNvPr id="190" name="Vector [Figma 9887:68473]" descr="Vector. векторный контур">
              <a:extLst>
                <a:ext uri="{FF2B5EF4-FFF2-40B4-BE49-F238E27FC236}">
                  <a16:creationId xmlns:a16="http://schemas.microsoft.com/office/drawing/2014/main" id="{A30049C2-AC29-4B7F-8208-3EE922CC6E4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0441033" y="2729192"/>
              <a:ext cx="60962" cy="60968"/>
            </a:xfrm>
            <a:prstGeom prst="rect">
              <a:avLst/>
            </a:prstGeom>
          </p:spPr>
        </p:pic>
        <p:pic>
          <p:nvPicPr>
            <p:cNvPr id="191" name="Vector [Figma 9887:68476]" descr="Vector. векторный контур">
              <a:extLst>
                <a:ext uri="{FF2B5EF4-FFF2-40B4-BE49-F238E27FC236}">
                  <a16:creationId xmlns:a16="http://schemas.microsoft.com/office/drawing/2014/main" id="{F11CA920-7D6F-4DF7-B43C-B8E0456B735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501993" y="2729192"/>
              <a:ext cx="60962" cy="60968"/>
            </a:xfrm>
            <a:prstGeom prst="rect">
              <a:avLst/>
            </a:prstGeom>
          </p:spPr>
        </p:pic>
        <p:pic>
          <p:nvPicPr>
            <p:cNvPr id="192" name="Vector [Figma 9887:68479]" descr="Vector. векторный контур">
              <a:extLst>
                <a:ext uri="{FF2B5EF4-FFF2-40B4-BE49-F238E27FC236}">
                  <a16:creationId xmlns:a16="http://schemas.microsoft.com/office/drawing/2014/main" id="{092C9524-6F2B-4554-9558-FD0F902442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562955" y="2729192"/>
              <a:ext cx="60962" cy="60968"/>
            </a:xfrm>
            <a:prstGeom prst="rect">
              <a:avLst/>
            </a:prstGeom>
          </p:spPr>
        </p:pic>
        <p:pic>
          <p:nvPicPr>
            <p:cNvPr id="193" name="Vector [Figma 9887:68482]" descr="Vector. векторный контур">
              <a:extLst>
                <a:ext uri="{FF2B5EF4-FFF2-40B4-BE49-F238E27FC236}">
                  <a16:creationId xmlns:a16="http://schemas.microsoft.com/office/drawing/2014/main" id="{F8987C65-1D00-4976-AEE8-6C3672B2FA5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623917" y="2729192"/>
              <a:ext cx="60962" cy="60968"/>
            </a:xfrm>
            <a:prstGeom prst="rect">
              <a:avLst/>
            </a:prstGeom>
          </p:spPr>
        </p:pic>
        <p:pic>
          <p:nvPicPr>
            <p:cNvPr id="194" name="Vector [Figma 9887:68485]" descr="Vector. векторный контур">
              <a:extLst>
                <a:ext uri="{FF2B5EF4-FFF2-40B4-BE49-F238E27FC236}">
                  <a16:creationId xmlns:a16="http://schemas.microsoft.com/office/drawing/2014/main" id="{7E6E1A10-D129-4BFE-B112-51F1561D2E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684876" y="2729192"/>
              <a:ext cx="60962" cy="60968"/>
            </a:xfrm>
            <a:prstGeom prst="rect">
              <a:avLst/>
            </a:prstGeom>
          </p:spPr>
        </p:pic>
        <p:pic>
          <p:nvPicPr>
            <p:cNvPr id="195" name="Vector [Figma 9887:68488]" descr="Vector. векторный контур">
              <a:extLst>
                <a:ext uri="{FF2B5EF4-FFF2-40B4-BE49-F238E27FC236}">
                  <a16:creationId xmlns:a16="http://schemas.microsoft.com/office/drawing/2014/main" id="{E23107A5-3E4D-44BA-B301-F0FBAC8168D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745838" y="2729192"/>
              <a:ext cx="60962" cy="60968"/>
            </a:xfrm>
            <a:prstGeom prst="rect">
              <a:avLst/>
            </a:prstGeom>
          </p:spPr>
        </p:pic>
        <p:pic>
          <p:nvPicPr>
            <p:cNvPr id="196" name="Vector [Figma 9887:68492]" descr="Vector. векторный контур">
              <a:extLst>
                <a:ext uri="{FF2B5EF4-FFF2-40B4-BE49-F238E27FC236}">
                  <a16:creationId xmlns:a16="http://schemas.microsoft.com/office/drawing/2014/main" id="{854131B0-EBC4-4E0B-9F8D-AD453E93914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806800" y="2729192"/>
              <a:ext cx="60962" cy="60968"/>
            </a:xfrm>
            <a:prstGeom prst="rect">
              <a:avLst/>
            </a:prstGeom>
          </p:spPr>
        </p:pic>
        <p:pic>
          <p:nvPicPr>
            <p:cNvPr id="197" name="Vector [Figma 9887:68495]" descr="Vector. векторный контур">
              <a:extLst>
                <a:ext uri="{FF2B5EF4-FFF2-40B4-BE49-F238E27FC236}">
                  <a16:creationId xmlns:a16="http://schemas.microsoft.com/office/drawing/2014/main" id="{F89CE123-969D-43AE-9C16-C135B272525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928722" y="2729192"/>
              <a:ext cx="60962" cy="60968"/>
            </a:xfrm>
            <a:prstGeom prst="rect">
              <a:avLst/>
            </a:prstGeom>
          </p:spPr>
        </p:pic>
        <p:pic>
          <p:nvPicPr>
            <p:cNvPr id="198" name="Vector [Figma 9887:68499]" descr="Vector. векторный контур">
              <a:extLst>
                <a:ext uri="{FF2B5EF4-FFF2-40B4-BE49-F238E27FC236}">
                  <a16:creationId xmlns:a16="http://schemas.microsoft.com/office/drawing/2014/main" id="{E507B350-9EC5-4667-9E14-D84D8091A38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1050643" y="2729192"/>
              <a:ext cx="60962" cy="60968"/>
            </a:xfrm>
            <a:prstGeom prst="rect">
              <a:avLst/>
            </a:prstGeom>
          </p:spPr>
        </p:pic>
        <p:pic>
          <p:nvPicPr>
            <p:cNvPr id="199" name="Vector [Figma 9887:68502]" descr="Vector. векторный контур">
              <a:extLst>
                <a:ext uri="{FF2B5EF4-FFF2-40B4-BE49-F238E27FC236}">
                  <a16:creationId xmlns:a16="http://schemas.microsoft.com/office/drawing/2014/main" id="{86BADFFE-5FF2-4751-A4B2-5A4DEB35AD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172564" y="2729192"/>
              <a:ext cx="60962" cy="60968"/>
            </a:xfrm>
            <a:prstGeom prst="rect">
              <a:avLst/>
            </a:prstGeom>
          </p:spPr>
        </p:pic>
        <p:pic>
          <p:nvPicPr>
            <p:cNvPr id="200" name="Vector [Figma 9887:68506]" descr="Vector. векторный контур">
              <a:extLst>
                <a:ext uri="{FF2B5EF4-FFF2-40B4-BE49-F238E27FC236}">
                  <a16:creationId xmlns:a16="http://schemas.microsoft.com/office/drawing/2014/main" id="{0FDC1C40-C61C-48A6-9C84-7E2570B1C7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0562955" y="2790110"/>
              <a:ext cx="60962" cy="60968"/>
            </a:xfrm>
            <a:prstGeom prst="rect">
              <a:avLst/>
            </a:prstGeom>
          </p:spPr>
        </p:pic>
        <p:pic>
          <p:nvPicPr>
            <p:cNvPr id="201" name="Vector [Figma 9887:68510]" descr="Vector. векторный контур">
              <a:extLst>
                <a:ext uri="{FF2B5EF4-FFF2-40B4-BE49-F238E27FC236}">
                  <a16:creationId xmlns:a16="http://schemas.microsoft.com/office/drawing/2014/main" id="{4E056BBD-D576-4DE6-831D-B576B179089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0623917" y="2790110"/>
              <a:ext cx="60962" cy="60968"/>
            </a:xfrm>
            <a:prstGeom prst="rect">
              <a:avLst/>
            </a:prstGeom>
          </p:spPr>
        </p:pic>
        <p:pic>
          <p:nvPicPr>
            <p:cNvPr id="202" name="Vector [Figma 9887:68513]" descr="Vector. векторный контур">
              <a:extLst>
                <a:ext uri="{FF2B5EF4-FFF2-40B4-BE49-F238E27FC236}">
                  <a16:creationId xmlns:a16="http://schemas.microsoft.com/office/drawing/2014/main" id="{60791DDE-567F-4040-A02D-379EEC7104F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745838" y="2790110"/>
              <a:ext cx="60962" cy="60968"/>
            </a:xfrm>
            <a:prstGeom prst="rect">
              <a:avLst/>
            </a:prstGeom>
          </p:spPr>
        </p:pic>
        <p:pic>
          <p:nvPicPr>
            <p:cNvPr id="203" name="Vector [Figma 9887:68517]" descr="Vector. векторный контур">
              <a:extLst>
                <a:ext uri="{FF2B5EF4-FFF2-40B4-BE49-F238E27FC236}">
                  <a16:creationId xmlns:a16="http://schemas.microsoft.com/office/drawing/2014/main" id="{6413CC3C-4FE7-4DC3-B9AF-33AE102CFB8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0867760" y="2790110"/>
              <a:ext cx="60962" cy="60968"/>
            </a:xfrm>
            <a:prstGeom prst="rect">
              <a:avLst/>
            </a:prstGeom>
          </p:spPr>
        </p:pic>
        <p:pic>
          <p:nvPicPr>
            <p:cNvPr id="204" name="Vector [Figma 9887:68520]" descr="Vector. векторный контур">
              <a:extLst>
                <a:ext uri="{FF2B5EF4-FFF2-40B4-BE49-F238E27FC236}">
                  <a16:creationId xmlns:a16="http://schemas.microsoft.com/office/drawing/2014/main" id="{6AA7A5A0-6407-4005-8BCC-6A5A530710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928722" y="2790110"/>
              <a:ext cx="60962" cy="60968"/>
            </a:xfrm>
            <a:prstGeom prst="rect">
              <a:avLst/>
            </a:prstGeom>
          </p:spPr>
        </p:pic>
        <p:pic>
          <p:nvPicPr>
            <p:cNvPr id="205" name="Vector [Figma 9887:68523]" descr="Vector. векторный контур">
              <a:extLst>
                <a:ext uri="{FF2B5EF4-FFF2-40B4-BE49-F238E27FC236}">
                  <a16:creationId xmlns:a16="http://schemas.microsoft.com/office/drawing/2014/main" id="{CEB3BBCA-9AB9-4A83-9148-3D8B326ADA4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172564" y="2790110"/>
              <a:ext cx="60962" cy="60968"/>
            </a:xfrm>
            <a:prstGeom prst="rect">
              <a:avLst/>
            </a:prstGeom>
          </p:spPr>
        </p:pic>
        <p:pic>
          <p:nvPicPr>
            <p:cNvPr id="206" name="Vector [Figma 9887:68526]" descr="Vector. векторный контур">
              <a:extLst>
                <a:ext uri="{FF2B5EF4-FFF2-40B4-BE49-F238E27FC236}">
                  <a16:creationId xmlns:a16="http://schemas.microsoft.com/office/drawing/2014/main" id="{DA7C9235-7170-4AA4-9DC5-598E4DB144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233523" y="2790110"/>
              <a:ext cx="60962" cy="60968"/>
            </a:xfrm>
            <a:prstGeom prst="rect">
              <a:avLst/>
            </a:prstGeom>
          </p:spPr>
        </p:pic>
        <p:pic>
          <p:nvPicPr>
            <p:cNvPr id="207" name="Vector [Figma 9887:68530]" descr="Vector. векторный контур">
              <a:extLst>
                <a:ext uri="{FF2B5EF4-FFF2-40B4-BE49-F238E27FC236}">
                  <a16:creationId xmlns:a16="http://schemas.microsoft.com/office/drawing/2014/main" id="{BC744806-8656-4FE7-A407-012549C8AF9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1294482" y="2790110"/>
              <a:ext cx="60962" cy="60968"/>
            </a:xfrm>
            <a:prstGeom prst="rect">
              <a:avLst/>
            </a:prstGeom>
          </p:spPr>
        </p:pic>
        <p:pic>
          <p:nvPicPr>
            <p:cNvPr id="208" name="Vector [Figma 9887:68534]" descr="Vector. векторный контур">
              <a:extLst>
                <a:ext uri="{FF2B5EF4-FFF2-40B4-BE49-F238E27FC236}">
                  <a16:creationId xmlns:a16="http://schemas.microsoft.com/office/drawing/2014/main" id="{DE6C643B-60CB-48C5-9DE9-194B7BF27E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416407" y="2790110"/>
              <a:ext cx="60962" cy="60968"/>
            </a:xfrm>
            <a:prstGeom prst="rect">
              <a:avLst/>
            </a:prstGeom>
          </p:spPr>
        </p:pic>
        <p:pic>
          <p:nvPicPr>
            <p:cNvPr id="209" name="Vector [Figma 9887:68538]" descr="Vector. векторный контур">
              <a:extLst>
                <a:ext uri="{FF2B5EF4-FFF2-40B4-BE49-F238E27FC236}">
                  <a16:creationId xmlns:a16="http://schemas.microsoft.com/office/drawing/2014/main" id="{616D6191-FEFF-4F23-9E2A-ADB0D68B0E0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441033" y="2851079"/>
              <a:ext cx="60962" cy="60968"/>
            </a:xfrm>
            <a:prstGeom prst="rect">
              <a:avLst/>
            </a:prstGeom>
          </p:spPr>
        </p:pic>
        <p:pic>
          <p:nvPicPr>
            <p:cNvPr id="210" name="Vector [Figma 9887:68542]" descr="Vector. векторный контур">
              <a:extLst>
                <a:ext uri="{FF2B5EF4-FFF2-40B4-BE49-F238E27FC236}">
                  <a16:creationId xmlns:a16="http://schemas.microsoft.com/office/drawing/2014/main" id="{1B82B41B-32C5-44E9-BDD5-A1B2AC1C2FC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684876" y="2851079"/>
              <a:ext cx="60962" cy="60968"/>
            </a:xfrm>
            <a:prstGeom prst="rect">
              <a:avLst/>
            </a:prstGeom>
          </p:spPr>
        </p:pic>
        <p:pic>
          <p:nvPicPr>
            <p:cNvPr id="211" name="Vector [Figma 9887:68545]" descr="Vector. векторный контур">
              <a:extLst>
                <a:ext uri="{FF2B5EF4-FFF2-40B4-BE49-F238E27FC236}">
                  <a16:creationId xmlns:a16="http://schemas.microsoft.com/office/drawing/2014/main" id="{56A9FA74-6E06-4F66-9502-04C8CE20ADC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745838" y="2851079"/>
              <a:ext cx="60962" cy="60968"/>
            </a:xfrm>
            <a:prstGeom prst="rect">
              <a:avLst/>
            </a:prstGeom>
          </p:spPr>
        </p:pic>
        <p:pic>
          <p:nvPicPr>
            <p:cNvPr id="212" name="Vector [Figma 9887:68549]" descr="Vector. векторный контур">
              <a:extLst>
                <a:ext uri="{FF2B5EF4-FFF2-40B4-BE49-F238E27FC236}">
                  <a16:creationId xmlns:a16="http://schemas.microsoft.com/office/drawing/2014/main" id="{32E1CE0B-8750-4024-AB08-417E19707C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0867760" y="2851079"/>
              <a:ext cx="60962" cy="60968"/>
            </a:xfrm>
            <a:prstGeom prst="rect">
              <a:avLst/>
            </a:prstGeom>
          </p:spPr>
        </p:pic>
        <p:pic>
          <p:nvPicPr>
            <p:cNvPr id="213" name="Vector [Figma 9887:68552]" descr="Vector. векторный контур">
              <a:extLst>
                <a:ext uri="{FF2B5EF4-FFF2-40B4-BE49-F238E27FC236}">
                  <a16:creationId xmlns:a16="http://schemas.microsoft.com/office/drawing/2014/main" id="{83A095E3-1877-43B9-8967-F7133A62782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928722" y="2851079"/>
              <a:ext cx="60962" cy="60968"/>
            </a:xfrm>
            <a:prstGeom prst="rect">
              <a:avLst/>
            </a:prstGeom>
          </p:spPr>
        </p:pic>
        <p:pic>
          <p:nvPicPr>
            <p:cNvPr id="214" name="Vector [Figma 9887:68555]" descr="Vector. векторный контур">
              <a:extLst>
                <a:ext uri="{FF2B5EF4-FFF2-40B4-BE49-F238E27FC236}">
                  <a16:creationId xmlns:a16="http://schemas.microsoft.com/office/drawing/2014/main" id="{9684CEF0-D1D5-4C64-BDAE-CFA0D7773D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989681" y="2851079"/>
              <a:ext cx="60962" cy="60968"/>
            </a:xfrm>
            <a:prstGeom prst="rect">
              <a:avLst/>
            </a:prstGeom>
          </p:spPr>
        </p:pic>
        <p:pic>
          <p:nvPicPr>
            <p:cNvPr id="215" name="Vector [Figma 9887:68558]" descr="Vector. векторный контур">
              <a:extLst>
                <a:ext uri="{FF2B5EF4-FFF2-40B4-BE49-F238E27FC236}">
                  <a16:creationId xmlns:a16="http://schemas.microsoft.com/office/drawing/2014/main" id="{A1F41F7C-7E7D-4889-AAB1-D94EE95B922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050643" y="2851079"/>
              <a:ext cx="60962" cy="60968"/>
            </a:xfrm>
            <a:prstGeom prst="rect">
              <a:avLst/>
            </a:prstGeom>
          </p:spPr>
        </p:pic>
        <p:pic>
          <p:nvPicPr>
            <p:cNvPr id="216" name="Vector [Figma 9887:68561]" descr="Vector. векторный контур">
              <a:extLst>
                <a:ext uri="{FF2B5EF4-FFF2-40B4-BE49-F238E27FC236}">
                  <a16:creationId xmlns:a16="http://schemas.microsoft.com/office/drawing/2014/main" id="{5C22925E-D712-4B20-A3E4-34860C0EBB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111605" y="2851079"/>
              <a:ext cx="60962" cy="60968"/>
            </a:xfrm>
            <a:prstGeom prst="rect">
              <a:avLst/>
            </a:prstGeom>
          </p:spPr>
        </p:pic>
        <p:pic>
          <p:nvPicPr>
            <p:cNvPr id="217" name="Vector [Figma 9887:68564]" descr="Vector. векторный контур">
              <a:extLst>
                <a:ext uri="{FF2B5EF4-FFF2-40B4-BE49-F238E27FC236}">
                  <a16:creationId xmlns:a16="http://schemas.microsoft.com/office/drawing/2014/main" id="{B31BFDD5-932C-4B78-8729-B1CDB77A7AB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172564" y="2851079"/>
              <a:ext cx="60962" cy="60968"/>
            </a:xfrm>
            <a:prstGeom prst="rect">
              <a:avLst/>
            </a:prstGeom>
          </p:spPr>
        </p:pic>
        <p:pic>
          <p:nvPicPr>
            <p:cNvPr id="218" name="Vector [Figma 9887:68567]" descr="Vector. векторный контур">
              <a:extLst>
                <a:ext uri="{FF2B5EF4-FFF2-40B4-BE49-F238E27FC236}">
                  <a16:creationId xmlns:a16="http://schemas.microsoft.com/office/drawing/2014/main" id="{98B78F03-ED82-463B-8BD5-33D35CF1F90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233523" y="2851079"/>
              <a:ext cx="60962" cy="60968"/>
            </a:xfrm>
            <a:prstGeom prst="rect">
              <a:avLst/>
            </a:prstGeom>
          </p:spPr>
        </p:pic>
        <p:pic>
          <p:nvPicPr>
            <p:cNvPr id="219" name="Vector [Figma 9887:68570]" descr="Vector. векторный контур">
              <a:extLst>
                <a:ext uri="{FF2B5EF4-FFF2-40B4-BE49-F238E27FC236}">
                  <a16:creationId xmlns:a16="http://schemas.microsoft.com/office/drawing/2014/main" id="{F0610884-3780-420D-904B-A70DEF6CC96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294482" y="2851079"/>
              <a:ext cx="60962" cy="60968"/>
            </a:xfrm>
            <a:prstGeom prst="rect">
              <a:avLst/>
            </a:prstGeom>
          </p:spPr>
        </p:pic>
        <p:pic>
          <p:nvPicPr>
            <p:cNvPr id="220" name="Vector [Figma 9887:68573]" descr="Vector. векторный контур">
              <a:extLst>
                <a:ext uri="{FF2B5EF4-FFF2-40B4-BE49-F238E27FC236}">
                  <a16:creationId xmlns:a16="http://schemas.microsoft.com/office/drawing/2014/main" id="{4716B613-3541-4D3C-96E0-439101BDFF0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416407" y="2851079"/>
              <a:ext cx="60962" cy="60968"/>
            </a:xfrm>
            <a:prstGeom prst="rect">
              <a:avLst/>
            </a:prstGeom>
          </p:spPr>
        </p:pic>
        <p:pic>
          <p:nvPicPr>
            <p:cNvPr id="221" name="Vector [Figma 9887:68577]" descr="Vector. векторный контур">
              <a:extLst>
                <a:ext uri="{FF2B5EF4-FFF2-40B4-BE49-F238E27FC236}">
                  <a16:creationId xmlns:a16="http://schemas.microsoft.com/office/drawing/2014/main" id="{D4CD515C-D738-4ECC-860A-F66C11170C6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501993" y="2912097"/>
              <a:ext cx="60962" cy="60968"/>
            </a:xfrm>
            <a:prstGeom prst="rect">
              <a:avLst/>
            </a:prstGeom>
          </p:spPr>
        </p:pic>
        <p:pic>
          <p:nvPicPr>
            <p:cNvPr id="222" name="Vector [Figma 9887:68581]" descr="Vector. векторный контур">
              <a:extLst>
                <a:ext uri="{FF2B5EF4-FFF2-40B4-BE49-F238E27FC236}">
                  <a16:creationId xmlns:a16="http://schemas.microsoft.com/office/drawing/2014/main" id="{72AFD175-9A25-4C9A-B11F-4CA436956B4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0745838" y="2912097"/>
              <a:ext cx="60962" cy="60968"/>
            </a:xfrm>
            <a:prstGeom prst="rect">
              <a:avLst/>
            </a:prstGeom>
          </p:spPr>
        </p:pic>
        <p:pic>
          <p:nvPicPr>
            <p:cNvPr id="223" name="Vector [Figma 9887:68585]" descr="Vector. векторный контур">
              <a:extLst>
                <a:ext uri="{FF2B5EF4-FFF2-40B4-BE49-F238E27FC236}">
                  <a16:creationId xmlns:a16="http://schemas.microsoft.com/office/drawing/2014/main" id="{1BCE3769-C587-4A74-9CBC-0660BB76E56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806800" y="2912097"/>
              <a:ext cx="60962" cy="60968"/>
            </a:xfrm>
            <a:prstGeom prst="rect">
              <a:avLst/>
            </a:prstGeom>
          </p:spPr>
        </p:pic>
        <p:pic>
          <p:nvPicPr>
            <p:cNvPr id="224" name="Vector [Figma 9887:68589]" descr="Vector. векторный контур">
              <a:extLst>
                <a:ext uri="{FF2B5EF4-FFF2-40B4-BE49-F238E27FC236}">
                  <a16:creationId xmlns:a16="http://schemas.microsoft.com/office/drawing/2014/main" id="{AD0BBA1A-F86C-4999-9326-6C54758FC44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1111605" y="2912097"/>
              <a:ext cx="60962" cy="60968"/>
            </a:xfrm>
            <a:prstGeom prst="rect">
              <a:avLst/>
            </a:prstGeom>
          </p:spPr>
        </p:pic>
        <p:pic>
          <p:nvPicPr>
            <p:cNvPr id="225" name="Vector [Figma 9887:68593]" descr="Vector. векторный контур">
              <a:extLst>
                <a:ext uri="{FF2B5EF4-FFF2-40B4-BE49-F238E27FC236}">
                  <a16:creationId xmlns:a16="http://schemas.microsoft.com/office/drawing/2014/main" id="{4BF9FF35-50A1-457F-8382-E39CEC1CF33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1294482" y="2912097"/>
              <a:ext cx="60962" cy="60968"/>
            </a:xfrm>
            <a:prstGeom prst="rect">
              <a:avLst/>
            </a:prstGeom>
          </p:spPr>
        </p:pic>
        <p:pic>
          <p:nvPicPr>
            <p:cNvPr id="226" name="Vector [Figma 9887:68596]" descr="Vector. векторный контур">
              <a:extLst>
                <a:ext uri="{FF2B5EF4-FFF2-40B4-BE49-F238E27FC236}">
                  <a16:creationId xmlns:a16="http://schemas.microsoft.com/office/drawing/2014/main" id="{E4FFD4B4-94A8-4C5B-B579-DA5204BE60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355448" y="2912097"/>
              <a:ext cx="60962" cy="60968"/>
            </a:xfrm>
            <a:prstGeom prst="rect">
              <a:avLst/>
            </a:prstGeom>
          </p:spPr>
        </p:pic>
        <p:pic>
          <p:nvPicPr>
            <p:cNvPr id="227" name="Vector [Figma 9887:68600]" descr="Vector. векторный контур">
              <a:extLst>
                <a:ext uri="{FF2B5EF4-FFF2-40B4-BE49-F238E27FC236}">
                  <a16:creationId xmlns:a16="http://schemas.microsoft.com/office/drawing/2014/main" id="{33A6DF51-FF1D-4816-80D5-2E8FBEF278A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1416407" y="2912097"/>
              <a:ext cx="60962" cy="60968"/>
            </a:xfrm>
            <a:prstGeom prst="rect">
              <a:avLst/>
            </a:prstGeom>
          </p:spPr>
        </p:pic>
        <p:pic>
          <p:nvPicPr>
            <p:cNvPr id="228" name="Vector [Figma 9887:68604]" descr="Vector. векторный контур">
              <a:extLst>
                <a:ext uri="{FF2B5EF4-FFF2-40B4-BE49-F238E27FC236}">
                  <a16:creationId xmlns:a16="http://schemas.microsoft.com/office/drawing/2014/main" id="{258416C6-DDD0-4F55-A0EE-CE2DCECC647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562955" y="2973016"/>
              <a:ext cx="60962" cy="60968"/>
            </a:xfrm>
            <a:prstGeom prst="rect">
              <a:avLst/>
            </a:prstGeom>
          </p:spPr>
        </p:pic>
        <p:pic>
          <p:nvPicPr>
            <p:cNvPr id="229" name="Vector [Figma 9887:68608]" descr="Vector. векторный контур">
              <a:extLst>
                <a:ext uri="{FF2B5EF4-FFF2-40B4-BE49-F238E27FC236}">
                  <a16:creationId xmlns:a16="http://schemas.microsoft.com/office/drawing/2014/main" id="{E5F61276-268E-437A-B97D-514742D6B90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867760" y="2973016"/>
              <a:ext cx="60962" cy="60968"/>
            </a:xfrm>
            <a:prstGeom prst="rect">
              <a:avLst/>
            </a:prstGeom>
          </p:spPr>
        </p:pic>
        <p:pic>
          <p:nvPicPr>
            <p:cNvPr id="230" name="Vector [Figma 9887:68611]" descr="Vector. векторный контур">
              <a:extLst>
                <a:ext uri="{FF2B5EF4-FFF2-40B4-BE49-F238E27FC236}">
                  <a16:creationId xmlns:a16="http://schemas.microsoft.com/office/drawing/2014/main" id="{4CEED14B-A875-49D7-B0D3-1C605DBF3BC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928722" y="2973016"/>
              <a:ext cx="60962" cy="60968"/>
            </a:xfrm>
            <a:prstGeom prst="rect">
              <a:avLst/>
            </a:prstGeom>
          </p:spPr>
        </p:pic>
        <p:pic>
          <p:nvPicPr>
            <p:cNvPr id="231" name="Vector [Figma 9887:68615]" descr="Vector. векторный контур">
              <a:extLst>
                <a:ext uri="{FF2B5EF4-FFF2-40B4-BE49-F238E27FC236}">
                  <a16:creationId xmlns:a16="http://schemas.microsoft.com/office/drawing/2014/main" id="{08FAD592-79A1-4200-9BBE-F430DD8672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989681" y="2973016"/>
              <a:ext cx="60962" cy="60968"/>
            </a:xfrm>
            <a:prstGeom prst="rect">
              <a:avLst/>
            </a:prstGeom>
          </p:spPr>
        </p:pic>
        <p:pic>
          <p:nvPicPr>
            <p:cNvPr id="232" name="Vector [Figma 9887:68619]" descr="Vector. векторный контур">
              <a:extLst>
                <a:ext uri="{FF2B5EF4-FFF2-40B4-BE49-F238E27FC236}">
                  <a16:creationId xmlns:a16="http://schemas.microsoft.com/office/drawing/2014/main" id="{5EBEEFC5-9BC6-4F62-8C16-509E593522A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233523" y="2973016"/>
              <a:ext cx="60962" cy="60968"/>
            </a:xfrm>
            <a:prstGeom prst="rect">
              <a:avLst/>
            </a:prstGeom>
          </p:spPr>
        </p:pic>
        <p:pic>
          <p:nvPicPr>
            <p:cNvPr id="233" name="Vector [Figma 9887:68622]" descr="Vector. векторный контур">
              <a:extLst>
                <a:ext uri="{FF2B5EF4-FFF2-40B4-BE49-F238E27FC236}">
                  <a16:creationId xmlns:a16="http://schemas.microsoft.com/office/drawing/2014/main" id="{4F3AC635-F5B6-4FF9-926A-56028A650EC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355448" y="2973016"/>
              <a:ext cx="60962" cy="60968"/>
            </a:xfrm>
            <a:prstGeom prst="rect">
              <a:avLst/>
            </a:prstGeom>
          </p:spPr>
        </p:pic>
        <p:pic>
          <p:nvPicPr>
            <p:cNvPr id="234" name="Vector [Figma 9887:68626]" descr="Vector. векторный контур">
              <a:extLst>
                <a:ext uri="{FF2B5EF4-FFF2-40B4-BE49-F238E27FC236}">
                  <a16:creationId xmlns:a16="http://schemas.microsoft.com/office/drawing/2014/main" id="{9DA613A9-B9BA-44A6-AC1C-CEBDC04558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501993" y="3033984"/>
              <a:ext cx="60962" cy="60968"/>
            </a:xfrm>
            <a:prstGeom prst="rect">
              <a:avLst/>
            </a:prstGeom>
          </p:spPr>
        </p:pic>
        <p:pic>
          <p:nvPicPr>
            <p:cNvPr id="235" name="Vector [Figma 9887:68630]" descr="Vector. векторный контур">
              <a:extLst>
                <a:ext uri="{FF2B5EF4-FFF2-40B4-BE49-F238E27FC236}">
                  <a16:creationId xmlns:a16="http://schemas.microsoft.com/office/drawing/2014/main" id="{16471A81-491A-42C2-8E15-E6889B16B0D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684876" y="3033984"/>
              <a:ext cx="60962" cy="60968"/>
            </a:xfrm>
            <a:prstGeom prst="rect">
              <a:avLst/>
            </a:prstGeom>
          </p:spPr>
        </p:pic>
        <p:pic>
          <p:nvPicPr>
            <p:cNvPr id="236" name="Vector [Figma 9887:68634]" descr="Vector. векторный контур">
              <a:extLst>
                <a:ext uri="{FF2B5EF4-FFF2-40B4-BE49-F238E27FC236}">
                  <a16:creationId xmlns:a16="http://schemas.microsoft.com/office/drawing/2014/main" id="{AA786A43-1636-41D7-B759-9F204B60531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806800" y="3033984"/>
              <a:ext cx="60962" cy="60968"/>
            </a:xfrm>
            <a:prstGeom prst="rect">
              <a:avLst/>
            </a:prstGeom>
          </p:spPr>
        </p:pic>
        <p:pic>
          <p:nvPicPr>
            <p:cNvPr id="237" name="Vector [Figma 9887:68637]" descr="Vector. векторный контур">
              <a:extLst>
                <a:ext uri="{FF2B5EF4-FFF2-40B4-BE49-F238E27FC236}">
                  <a16:creationId xmlns:a16="http://schemas.microsoft.com/office/drawing/2014/main" id="{F8F076AC-0D31-4867-B9B8-7DD8F78FBC2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928722" y="3033984"/>
              <a:ext cx="60962" cy="60968"/>
            </a:xfrm>
            <a:prstGeom prst="rect">
              <a:avLst/>
            </a:prstGeom>
          </p:spPr>
        </p:pic>
        <p:pic>
          <p:nvPicPr>
            <p:cNvPr id="238" name="Vector [Figma 9887:68641]" descr="Vector. векторный контур">
              <a:extLst>
                <a:ext uri="{FF2B5EF4-FFF2-40B4-BE49-F238E27FC236}">
                  <a16:creationId xmlns:a16="http://schemas.microsoft.com/office/drawing/2014/main" id="{49BBA5F8-9841-4B0F-A6C3-D9AD896F7A5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0989681" y="3033984"/>
              <a:ext cx="60962" cy="60968"/>
            </a:xfrm>
            <a:prstGeom prst="rect">
              <a:avLst/>
            </a:prstGeom>
          </p:spPr>
        </p:pic>
        <p:pic>
          <p:nvPicPr>
            <p:cNvPr id="239" name="Vector [Figma 9887:68645]" descr="Vector. векторный контур">
              <a:extLst>
                <a:ext uri="{FF2B5EF4-FFF2-40B4-BE49-F238E27FC236}">
                  <a16:creationId xmlns:a16="http://schemas.microsoft.com/office/drawing/2014/main" id="{5E1D5064-E190-4A34-8D1F-DDE54A8D1B0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111605" y="3033984"/>
              <a:ext cx="60962" cy="60968"/>
            </a:xfrm>
            <a:prstGeom prst="rect">
              <a:avLst/>
            </a:prstGeom>
          </p:spPr>
        </p:pic>
        <p:pic>
          <p:nvPicPr>
            <p:cNvPr id="240" name="Vector [Figma 9887:68648]" descr="Vector. векторный контур">
              <a:extLst>
                <a:ext uri="{FF2B5EF4-FFF2-40B4-BE49-F238E27FC236}">
                  <a16:creationId xmlns:a16="http://schemas.microsoft.com/office/drawing/2014/main" id="{C24A9D89-F3DB-4302-A34A-02FAD3E77A8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172564" y="3033984"/>
              <a:ext cx="60962" cy="60968"/>
            </a:xfrm>
            <a:prstGeom prst="rect">
              <a:avLst/>
            </a:prstGeom>
          </p:spPr>
        </p:pic>
        <p:pic>
          <p:nvPicPr>
            <p:cNvPr id="241" name="Vector [Figma 9887:68651]" descr="Vector. векторный контур">
              <a:extLst>
                <a:ext uri="{FF2B5EF4-FFF2-40B4-BE49-F238E27FC236}">
                  <a16:creationId xmlns:a16="http://schemas.microsoft.com/office/drawing/2014/main" id="{FC0F3877-356F-4850-ACCD-8AAE009147D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233523" y="3033984"/>
              <a:ext cx="60962" cy="60968"/>
            </a:xfrm>
            <a:prstGeom prst="rect">
              <a:avLst/>
            </a:prstGeom>
          </p:spPr>
        </p:pic>
        <p:pic>
          <p:nvPicPr>
            <p:cNvPr id="242" name="Vector [Figma 9887:68654]" descr="Vector. векторный контур">
              <a:extLst>
                <a:ext uri="{FF2B5EF4-FFF2-40B4-BE49-F238E27FC236}">
                  <a16:creationId xmlns:a16="http://schemas.microsoft.com/office/drawing/2014/main" id="{04865D6D-286A-48C8-A433-6B95C540A0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294482" y="3033984"/>
              <a:ext cx="60962" cy="60968"/>
            </a:xfrm>
            <a:prstGeom prst="rect">
              <a:avLst/>
            </a:prstGeom>
          </p:spPr>
        </p:pic>
        <p:pic>
          <p:nvPicPr>
            <p:cNvPr id="243" name="Vector [Figma 9887:68657]" descr="Vector. векторный контур">
              <a:extLst>
                <a:ext uri="{FF2B5EF4-FFF2-40B4-BE49-F238E27FC236}">
                  <a16:creationId xmlns:a16="http://schemas.microsoft.com/office/drawing/2014/main" id="{B6BF520E-5A2A-44EF-8E2A-18AB518362D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355448" y="3033984"/>
              <a:ext cx="60962" cy="60968"/>
            </a:xfrm>
            <a:prstGeom prst="rect">
              <a:avLst/>
            </a:prstGeom>
          </p:spPr>
        </p:pic>
        <p:pic>
          <p:nvPicPr>
            <p:cNvPr id="244" name="Vector [Figma 9887:68661]" descr="Vector. векторный контур">
              <a:extLst>
                <a:ext uri="{FF2B5EF4-FFF2-40B4-BE49-F238E27FC236}">
                  <a16:creationId xmlns:a16="http://schemas.microsoft.com/office/drawing/2014/main" id="{CF7C0E6C-761D-473E-BC88-7585CCFD7A1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441033" y="3094903"/>
              <a:ext cx="60962" cy="60968"/>
            </a:xfrm>
            <a:prstGeom prst="rect">
              <a:avLst/>
            </a:prstGeom>
          </p:spPr>
        </p:pic>
        <p:pic>
          <p:nvPicPr>
            <p:cNvPr id="245" name="Vector [Figma 9887:68665]" descr="Vector. векторный контур">
              <a:extLst>
                <a:ext uri="{FF2B5EF4-FFF2-40B4-BE49-F238E27FC236}">
                  <a16:creationId xmlns:a16="http://schemas.microsoft.com/office/drawing/2014/main" id="{5C0C5890-53C3-4350-97A3-12DE29FADC1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623917" y="3094903"/>
              <a:ext cx="60962" cy="60968"/>
            </a:xfrm>
            <a:prstGeom prst="rect">
              <a:avLst/>
            </a:prstGeom>
          </p:spPr>
        </p:pic>
        <p:pic>
          <p:nvPicPr>
            <p:cNvPr id="246" name="Vector [Figma 9887:68669]" descr="Vector. векторный контур">
              <a:extLst>
                <a:ext uri="{FF2B5EF4-FFF2-40B4-BE49-F238E27FC236}">
                  <a16:creationId xmlns:a16="http://schemas.microsoft.com/office/drawing/2014/main" id="{994185CA-20AA-4AAE-AE5F-1CFDE68ABC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745838" y="3094903"/>
              <a:ext cx="60962" cy="60968"/>
            </a:xfrm>
            <a:prstGeom prst="rect">
              <a:avLst/>
            </a:prstGeom>
          </p:spPr>
        </p:pic>
        <p:pic>
          <p:nvPicPr>
            <p:cNvPr id="247" name="Vector [Figma 9887:68672]" descr="Vector. векторный контур">
              <a:extLst>
                <a:ext uri="{FF2B5EF4-FFF2-40B4-BE49-F238E27FC236}">
                  <a16:creationId xmlns:a16="http://schemas.microsoft.com/office/drawing/2014/main" id="{0B007AC3-4D74-4873-8F45-12227131D69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806800" y="3094903"/>
              <a:ext cx="60962" cy="60968"/>
            </a:xfrm>
            <a:prstGeom prst="rect">
              <a:avLst/>
            </a:prstGeom>
          </p:spPr>
        </p:pic>
        <p:pic>
          <p:nvPicPr>
            <p:cNvPr id="248" name="Vector [Figma 9887:68675]" descr="Vector. векторный контур">
              <a:extLst>
                <a:ext uri="{FF2B5EF4-FFF2-40B4-BE49-F238E27FC236}">
                  <a16:creationId xmlns:a16="http://schemas.microsoft.com/office/drawing/2014/main" id="{37D622AF-5427-4E71-8CB7-A5706164B2C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867760" y="3094903"/>
              <a:ext cx="60962" cy="60968"/>
            </a:xfrm>
            <a:prstGeom prst="rect">
              <a:avLst/>
            </a:prstGeom>
          </p:spPr>
        </p:pic>
        <p:pic>
          <p:nvPicPr>
            <p:cNvPr id="249" name="Vector [Figma 9887:68679]" descr="Vector. векторный контур">
              <a:extLst>
                <a:ext uri="{FF2B5EF4-FFF2-40B4-BE49-F238E27FC236}">
                  <a16:creationId xmlns:a16="http://schemas.microsoft.com/office/drawing/2014/main" id="{AB92545A-35F4-44C5-A910-F93F75A9F74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0928722" y="3094903"/>
              <a:ext cx="60962" cy="60968"/>
            </a:xfrm>
            <a:prstGeom prst="rect">
              <a:avLst/>
            </a:prstGeom>
          </p:spPr>
        </p:pic>
        <p:pic>
          <p:nvPicPr>
            <p:cNvPr id="250" name="Vector [Figma 9887:68683]" descr="Vector. векторный контур">
              <a:extLst>
                <a:ext uri="{FF2B5EF4-FFF2-40B4-BE49-F238E27FC236}">
                  <a16:creationId xmlns:a16="http://schemas.microsoft.com/office/drawing/2014/main" id="{3850409B-4296-4079-8FF9-6E4A1D7615D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1294482" y="3094903"/>
              <a:ext cx="60962" cy="60968"/>
            </a:xfrm>
            <a:prstGeom prst="rect">
              <a:avLst/>
            </a:prstGeom>
          </p:spPr>
        </p:pic>
        <p:pic>
          <p:nvPicPr>
            <p:cNvPr id="251" name="Vector [Figma 9887:68686]" descr="Vector. векторный контур">
              <a:extLst>
                <a:ext uri="{FF2B5EF4-FFF2-40B4-BE49-F238E27FC236}">
                  <a16:creationId xmlns:a16="http://schemas.microsoft.com/office/drawing/2014/main" id="{3DD4CC2F-6FB9-4813-9A43-B7D23472BB7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1355448" y="3094903"/>
              <a:ext cx="60962" cy="60968"/>
            </a:xfrm>
            <a:prstGeom prst="rect">
              <a:avLst/>
            </a:prstGeom>
          </p:spPr>
        </p:pic>
        <p:pic>
          <p:nvPicPr>
            <p:cNvPr id="252" name="Vector [Figma 9887:68690]" descr="Vector. векторный контур">
              <a:extLst>
                <a:ext uri="{FF2B5EF4-FFF2-40B4-BE49-F238E27FC236}">
                  <a16:creationId xmlns:a16="http://schemas.microsoft.com/office/drawing/2014/main" id="{B2F96826-AAED-4063-AE9C-E0A56D505C0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416407" y="3094903"/>
              <a:ext cx="60962" cy="60968"/>
            </a:xfrm>
            <a:prstGeom prst="rect">
              <a:avLst/>
            </a:prstGeom>
          </p:spPr>
        </p:pic>
        <p:pic>
          <p:nvPicPr>
            <p:cNvPr id="253" name="Vector [Figma 9887:68694]" descr="Vector. векторный контур">
              <a:extLst>
                <a:ext uri="{FF2B5EF4-FFF2-40B4-BE49-F238E27FC236}">
                  <a16:creationId xmlns:a16="http://schemas.microsoft.com/office/drawing/2014/main" id="{49C70201-B7C6-4683-B304-19A8C3C1811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3"/>
            <a:stretch>
              <a:fillRect/>
            </a:stretch>
          </p:blipFill>
          <p:spPr>
            <a:xfrm>
              <a:off x="10017355" y="1695879"/>
              <a:ext cx="298708" cy="298640"/>
            </a:xfrm>
            <a:prstGeom prst="rect">
              <a:avLst/>
            </a:prstGeom>
          </p:spPr>
        </p:pic>
        <p:pic>
          <p:nvPicPr>
            <p:cNvPr id="254" name="Vector [Figma 9887:68695]" descr="Vector. векторный контур">
              <a:extLst>
                <a:ext uri="{FF2B5EF4-FFF2-40B4-BE49-F238E27FC236}">
                  <a16:creationId xmlns:a16="http://schemas.microsoft.com/office/drawing/2014/main" id="{0A134A4B-F4C5-495D-BD1B-2C22CBB2388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9953348" y="1631959"/>
              <a:ext cx="426726" cy="426655"/>
            </a:xfrm>
            <a:prstGeom prst="rect">
              <a:avLst/>
            </a:prstGeom>
          </p:spPr>
        </p:pic>
        <p:pic>
          <p:nvPicPr>
            <p:cNvPr id="255" name="Vector [Figma 9887:68699]" descr="Vector. векторный контур">
              <a:extLst>
                <a:ext uri="{FF2B5EF4-FFF2-40B4-BE49-F238E27FC236}">
                  <a16:creationId xmlns:a16="http://schemas.microsoft.com/office/drawing/2014/main" id="{1C25757A-AB90-4057-B0E0-D12D725C0CE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3"/>
            <a:stretch>
              <a:fillRect/>
            </a:stretch>
          </p:blipFill>
          <p:spPr>
            <a:xfrm>
              <a:off x="11114650" y="1695879"/>
              <a:ext cx="298708" cy="298640"/>
            </a:xfrm>
            <a:prstGeom prst="rect">
              <a:avLst/>
            </a:prstGeom>
          </p:spPr>
        </p:pic>
        <p:pic>
          <p:nvPicPr>
            <p:cNvPr id="256" name="Vector [Figma 9887:68700]" descr="Vector. векторный контур">
              <a:extLst>
                <a:ext uri="{FF2B5EF4-FFF2-40B4-BE49-F238E27FC236}">
                  <a16:creationId xmlns:a16="http://schemas.microsoft.com/office/drawing/2014/main" id="{64B2EA07-AD38-4102-85E7-9C0BC26FC55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11050643" y="1631959"/>
              <a:ext cx="426726" cy="426655"/>
            </a:xfrm>
            <a:prstGeom prst="rect">
              <a:avLst/>
            </a:prstGeom>
          </p:spPr>
        </p:pic>
        <p:pic>
          <p:nvPicPr>
            <p:cNvPr id="257" name="Vector [Figma 9887:68704]" descr="Vector. векторный контур">
              <a:extLst>
                <a:ext uri="{FF2B5EF4-FFF2-40B4-BE49-F238E27FC236}">
                  <a16:creationId xmlns:a16="http://schemas.microsoft.com/office/drawing/2014/main" id="{66B0A969-0320-4925-B42B-998024948B2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3"/>
            <a:stretch>
              <a:fillRect/>
            </a:stretch>
          </p:blipFill>
          <p:spPr>
            <a:xfrm>
              <a:off x="10017355" y="2793260"/>
              <a:ext cx="298708" cy="298640"/>
            </a:xfrm>
            <a:prstGeom prst="rect">
              <a:avLst/>
            </a:prstGeom>
          </p:spPr>
        </p:pic>
        <p:pic>
          <p:nvPicPr>
            <p:cNvPr id="258" name="Vector [Figma 9887:68705]" descr="Vector. векторный контур">
              <a:extLst>
                <a:ext uri="{FF2B5EF4-FFF2-40B4-BE49-F238E27FC236}">
                  <a16:creationId xmlns:a16="http://schemas.microsoft.com/office/drawing/2014/main" id="{9617EE36-96B8-4DBF-8BBB-B271C79C7A9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9953348" y="2729192"/>
              <a:ext cx="426726" cy="426655"/>
            </a:xfrm>
            <a:prstGeom prst="rect">
              <a:avLst/>
            </a:prstGeom>
          </p:spPr>
        </p:pic>
        <p:pic>
          <p:nvPicPr>
            <p:cNvPr id="259" name="Vector [Figma 9887:68711]" descr="Vector. векторный контур">
              <a:extLst>
                <a:ext uri="{FF2B5EF4-FFF2-40B4-BE49-F238E27FC236}">
                  <a16:creationId xmlns:a16="http://schemas.microsoft.com/office/drawing/2014/main" id="{E09C3E2F-DBCD-4BD4-9B61-3E936E037F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0075245" y="1753796"/>
              <a:ext cx="182933" cy="182880"/>
            </a:xfrm>
            <a:prstGeom prst="rect">
              <a:avLst/>
            </a:prstGeom>
          </p:spPr>
        </p:pic>
        <p:pic>
          <p:nvPicPr>
            <p:cNvPr id="260" name="Vector [Figma 9887:68717]" descr="Vector. векторный контур">
              <a:extLst>
                <a:ext uri="{FF2B5EF4-FFF2-40B4-BE49-F238E27FC236}">
                  <a16:creationId xmlns:a16="http://schemas.microsoft.com/office/drawing/2014/main" id="{8E525689-BF0F-4603-BFFF-879802CF116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1172539" y="1753796"/>
              <a:ext cx="182933" cy="182880"/>
            </a:xfrm>
            <a:prstGeom prst="rect">
              <a:avLst/>
            </a:prstGeom>
          </p:spPr>
        </p:pic>
        <p:pic>
          <p:nvPicPr>
            <p:cNvPr id="261" name="Vector [Figma 9887:68723]" descr="Vector. векторный контур">
              <a:extLst>
                <a:ext uri="{FF2B5EF4-FFF2-40B4-BE49-F238E27FC236}">
                  <a16:creationId xmlns:a16="http://schemas.microsoft.com/office/drawing/2014/main" id="{5392D7D2-72F2-4EEA-962F-909C14E0B7B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0075245" y="2851079"/>
              <a:ext cx="182933" cy="182880"/>
            </a:xfrm>
            <a:prstGeom prst="rect">
              <a:avLst/>
            </a:prstGeom>
          </p:spPr>
        </p:pic>
      </p:grpSp>
      <p:grpSp>
        <p:nvGrpSpPr>
          <p:cNvPr id="262" name="Группа 261">
            <a:extLst>
              <a:ext uri="{FF2B5EF4-FFF2-40B4-BE49-F238E27FC236}">
                <a16:creationId xmlns:a16="http://schemas.microsoft.com/office/drawing/2014/main" id="{3BBF9E54-4423-40C6-B5E5-1CD24406FA33}"/>
              </a:ext>
            </a:extLst>
          </p:cNvPr>
          <p:cNvGrpSpPr/>
          <p:nvPr/>
        </p:nvGrpSpPr>
        <p:grpSpPr>
          <a:xfrm>
            <a:off x="9953358" y="4181370"/>
            <a:ext cx="1523996" cy="1524087"/>
            <a:chOff x="9953358" y="4181370"/>
            <a:chExt cx="1523996" cy="1524087"/>
          </a:xfrm>
        </p:grpSpPr>
        <p:pic>
          <p:nvPicPr>
            <p:cNvPr id="263" name="Vector [Figma 9887:68730]" descr="Vector. векторный контур">
              <a:extLst>
                <a:ext uri="{FF2B5EF4-FFF2-40B4-BE49-F238E27FC236}">
                  <a16:creationId xmlns:a16="http://schemas.microsoft.com/office/drawing/2014/main" id="{0195141F-839A-4A3F-ABC8-D1D005F8B5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10441037" y="4181370"/>
              <a:ext cx="60959" cy="60968"/>
            </a:xfrm>
            <a:prstGeom prst="rect">
              <a:avLst/>
            </a:prstGeom>
          </p:spPr>
        </p:pic>
        <p:pic>
          <p:nvPicPr>
            <p:cNvPr id="264" name="Vector [Figma 9887:68734]" descr="Vector. векторный контур">
              <a:extLst>
                <a:ext uri="{FF2B5EF4-FFF2-40B4-BE49-F238E27FC236}">
                  <a16:creationId xmlns:a16="http://schemas.microsoft.com/office/drawing/2014/main" id="{D8FF5159-0D3F-4692-82BF-763CC48A75A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0501996" y="4181370"/>
              <a:ext cx="60959" cy="60968"/>
            </a:xfrm>
            <a:prstGeom prst="rect">
              <a:avLst/>
            </a:prstGeom>
          </p:spPr>
        </p:pic>
        <p:pic>
          <p:nvPicPr>
            <p:cNvPr id="265" name="Vector [Figma 9887:68738]" descr="Vector. векторный контур">
              <a:extLst>
                <a:ext uri="{FF2B5EF4-FFF2-40B4-BE49-F238E27FC236}">
                  <a16:creationId xmlns:a16="http://schemas.microsoft.com/office/drawing/2014/main" id="{335130C3-E780-4CC7-B860-C3A21AA71F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10745835" y="4181370"/>
              <a:ext cx="60959" cy="60968"/>
            </a:xfrm>
            <a:prstGeom prst="rect">
              <a:avLst/>
            </a:prstGeom>
          </p:spPr>
        </p:pic>
        <p:pic>
          <p:nvPicPr>
            <p:cNvPr id="266" name="Vector [Figma 9887:68742]" descr="Vector. векторный контур">
              <a:extLst>
                <a:ext uri="{FF2B5EF4-FFF2-40B4-BE49-F238E27FC236}">
                  <a16:creationId xmlns:a16="http://schemas.microsoft.com/office/drawing/2014/main" id="{7991A54E-6824-4547-8BFF-EA87BAB0E2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10928712" y="4181370"/>
              <a:ext cx="60959" cy="60968"/>
            </a:xfrm>
            <a:prstGeom prst="rect">
              <a:avLst/>
            </a:prstGeom>
          </p:spPr>
        </p:pic>
        <p:pic>
          <p:nvPicPr>
            <p:cNvPr id="267" name="Vector [Figma 9887:68745]" descr="Vector. векторный контур">
              <a:extLst>
                <a:ext uri="{FF2B5EF4-FFF2-40B4-BE49-F238E27FC236}">
                  <a16:creationId xmlns:a16="http://schemas.microsoft.com/office/drawing/2014/main" id="{5803EFDC-04CB-43AE-9146-0E8B003176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745835" y="4242438"/>
              <a:ext cx="60959" cy="60968"/>
            </a:xfrm>
            <a:prstGeom prst="rect">
              <a:avLst/>
            </a:prstGeom>
          </p:spPr>
        </p:pic>
        <p:pic>
          <p:nvPicPr>
            <p:cNvPr id="268" name="Vector [Figma 9887:68748]" descr="Vector. векторный контур">
              <a:extLst>
                <a:ext uri="{FF2B5EF4-FFF2-40B4-BE49-F238E27FC236}">
                  <a16:creationId xmlns:a16="http://schemas.microsoft.com/office/drawing/2014/main" id="{7A69C213-FD16-4438-AD97-D6A79F84945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806794" y="4242438"/>
              <a:ext cx="60959" cy="60968"/>
            </a:xfrm>
            <a:prstGeom prst="rect">
              <a:avLst/>
            </a:prstGeom>
          </p:spPr>
        </p:pic>
        <p:pic>
          <p:nvPicPr>
            <p:cNvPr id="269" name="Vector [Figma 9887:68752]" descr="Vector. векторный контур">
              <a:extLst>
                <a:ext uri="{FF2B5EF4-FFF2-40B4-BE49-F238E27FC236}">
                  <a16:creationId xmlns:a16="http://schemas.microsoft.com/office/drawing/2014/main" id="{299B9A03-A11E-4BD7-98DB-705120431E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10867756" y="4242438"/>
              <a:ext cx="60959" cy="60968"/>
            </a:xfrm>
            <a:prstGeom prst="rect">
              <a:avLst/>
            </a:prstGeom>
          </p:spPr>
        </p:pic>
        <p:pic>
          <p:nvPicPr>
            <p:cNvPr id="270" name="Vector [Figma 9887:68756]" descr="Vector. векторный контур">
              <a:extLst>
                <a:ext uri="{FF2B5EF4-FFF2-40B4-BE49-F238E27FC236}">
                  <a16:creationId xmlns:a16="http://schemas.microsoft.com/office/drawing/2014/main" id="{7AD22D3D-8544-44BE-8E15-C944A74B3EA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10562955" y="4303307"/>
              <a:ext cx="60959" cy="60968"/>
            </a:xfrm>
            <a:prstGeom prst="rect">
              <a:avLst/>
            </a:prstGeom>
          </p:spPr>
        </p:pic>
        <p:pic>
          <p:nvPicPr>
            <p:cNvPr id="271" name="Vector [Figma 9887:68760]" descr="Vector. векторный контур">
              <a:extLst>
                <a:ext uri="{FF2B5EF4-FFF2-40B4-BE49-F238E27FC236}">
                  <a16:creationId xmlns:a16="http://schemas.microsoft.com/office/drawing/2014/main" id="{2ABD3733-F73D-459B-8676-D2E01D851E0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10684876" y="4303307"/>
              <a:ext cx="60959" cy="60968"/>
            </a:xfrm>
            <a:prstGeom prst="rect">
              <a:avLst/>
            </a:prstGeom>
          </p:spPr>
        </p:pic>
        <p:pic>
          <p:nvPicPr>
            <p:cNvPr id="272" name="Vector [Figma 9887:68763]" descr="Vector. векторный контур">
              <a:extLst>
                <a:ext uri="{FF2B5EF4-FFF2-40B4-BE49-F238E27FC236}">
                  <a16:creationId xmlns:a16="http://schemas.microsoft.com/office/drawing/2014/main" id="{0BC7671C-D140-4E38-A565-09E674392A3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745835" y="4303332"/>
              <a:ext cx="60959" cy="60968"/>
            </a:xfrm>
            <a:prstGeom prst="rect">
              <a:avLst/>
            </a:prstGeom>
          </p:spPr>
        </p:pic>
        <p:pic>
          <p:nvPicPr>
            <p:cNvPr id="273" name="Vector [Figma 9887:68766]" descr="Vector. векторный контур">
              <a:extLst>
                <a:ext uri="{FF2B5EF4-FFF2-40B4-BE49-F238E27FC236}">
                  <a16:creationId xmlns:a16="http://schemas.microsoft.com/office/drawing/2014/main" id="{A0FF7709-34AF-42F6-9A8C-F00E494ABE9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806794" y="4303332"/>
              <a:ext cx="60959" cy="60968"/>
            </a:xfrm>
            <a:prstGeom prst="rect">
              <a:avLst/>
            </a:prstGeom>
          </p:spPr>
        </p:pic>
        <p:pic>
          <p:nvPicPr>
            <p:cNvPr id="274" name="Vector [Figma 9887:68769]" descr="Vector. векторный контур">
              <a:extLst>
                <a:ext uri="{FF2B5EF4-FFF2-40B4-BE49-F238E27FC236}">
                  <a16:creationId xmlns:a16="http://schemas.microsoft.com/office/drawing/2014/main" id="{D8517C60-C515-4138-9039-AB5F828034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867756" y="4303332"/>
              <a:ext cx="60959" cy="60968"/>
            </a:xfrm>
            <a:prstGeom prst="rect">
              <a:avLst/>
            </a:prstGeom>
          </p:spPr>
        </p:pic>
        <p:pic>
          <p:nvPicPr>
            <p:cNvPr id="275" name="Vector [Figma 9887:68773]" descr="Vector. векторный контур">
              <a:extLst>
                <a:ext uri="{FF2B5EF4-FFF2-40B4-BE49-F238E27FC236}">
                  <a16:creationId xmlns:a16="http://schemas.microsoft.com/office/drawing/2014/main" id="{11213075-A017-4A93-A58A-2436F8A2AD9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10928712" y="4303307"/>
              <a:ext cx="60959" cy="60968"/>
            </a:xfrm>
            <a:prstGeom prst="rect">
              <a:avLst/>
            </a:prstGeom>
          </p:spPr>
        </p:pic>
        <p:pic>
          <p:nvPicPr>
            <p:cNvPr id="276" name="Vector [Figma 9887:68777]" descr="Vector. векторный контур">
              <a:extLst>
                <a:ext uri="{FF2B5EF4-FFF2-40B4-BE49-F238E27FC236}">
                  <a16:creationId xmlns:a16="http://schemas.microsoft.com/office/drawing/2014/main" id="{FE14C41E-45F2-4B00-B40A-CF054FCC1B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10441037" y="4364325"/>
              <a:ext cx="60959" cy="60968"/>
            </a:xfrm>
            <a:prstGeom prst="rect">
              <a:avLst/>
            </a:prstGeom>
          </p:spPr>
        </p:pic>
        <p:pic>
          <p:nvPicPr>
            <p:cNvPr id="277" name="Vector [Figma 9887:68781]" descr="Vector. векторный контур">
              <a:extLst>
                <a:ext uri="{FF2B5EF4-FFF2-40B4-BE49-F238E27FC236}">
                  <a16:creationId xmlns:a16="http://schemas.microsoft.com/office/drawing/2014/main" id="{77E9CBEE-35FE-4237-AC7E-3A5627F3E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0501996" y="4364325"/>
              <a:ext cx="60959" cy="60968"/>
            </a:xfrm>
            <a:prstGeom prst="rect">
              <a:avLst/>
            </a:prstGeom>
          </p:spPr>
        </p:pic>
        <p:pic>
          <p:nvPicPr>
            <p:cNvPr id="278" name="Vector [Figma 9887:68785]" descr="Vector. векторный контур">
              <a:extLst>
                <a:ext uri="{FF2B5EF4-FFF2-40B4-BE49-F238E27FC236}">
                  <a16:creationId xmlns:a16="http://schemas.microsoft.com/office/drawing/2014/main" id="{A6845DF8-6AA7-4512-AE42-4CB9790AE63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p:blipFill>
          <p:spPr>
            <a:xfrm>
              <a:off x="10867756" y="4364325"/>
              <a:ext cx="60959" cy="60968"/>
            </a:xfrm>
            <a:prstGeom prst="rect">
              <a:avLst/>
            </a:prstGeom>
          </p:spPr>
        </p:pic>
        <p:pic>
          <p:nvPicPr>
            <p:cNvPr id="279" name="Vector [Figma 9887:68789]" descr="Vector. векторный контур">
              <a:extLst>
                <a:ext uri="{FF2B5EF4-FFF2-40B4-BE49-F238E27FC236}">
                  <a16:creationId xmlns:a16="http://schemas.microsoft.com/office/drawing/2014/main" id="{6A6BE429-40B4-4777-922C-074110922FD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>
              <a:off x="10928712" y="4364325"/>
              <a:ext cx="60959" cy="60968"/>
            </a:xfrm>
            <a:prstGeom prst="rect">
              <a:avLst/>
            </a:prstGeom>
          </p:spPr>
        </p:pic>
        <p:pic>
          <p:nvPicPr>
            <p:cNvPr id="280" name="Vector [Figma 9887:68792]" descr="Vector. векторный контур">
              <a:extLst>
                <a:ext uri="{FF2B5EF4-FFF2-40B4-BE49-F238E27FC236}">
                  <a16:creationId xmlns:a16="http://schemas.microsoft.com/office/drawing/2014/main" id="{13CFB417-98D9-436F-8820-5A4902A01BC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441037" y="4425318"/>
              <a:ext cx="60959" cy="60968"/>
            </a:xfrm>
            <a:prstGeom prst="rect">
              <a:avLst/>
            </a:prstGeom>
          </p:spPr>
        </p:pic>
        <p:pic>
          <p:nvPicPr>
            <p:cNvPr id="281" name="Vector [Figma 9887:68796]" descr="Vector. векторный контур">
              <a:extLst>
                <a:ext uri="{FF2B5EF4-FFF2-40B4-BE49-F238E27FC236}">
                  <a16:creationId xmlns:a16="http://schemas.microsoft.com/office/drawing/2014/main" id="{7DBEFA82-6BFD-4406-A517-DCB9959865F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10562955" y="4425343"/>
              <a:ext cx="60959" cy="60968"/>
            </a:xfrm>
            <a:prstGeom prst="rect">
              <a:avLst/>
            </a:prstGeom>
          </p:spPr>
        </p:pic>
        <p:pic>
          <p:nvPicPr>
            <p:cNvPr id="282" name="Vector [Figma 9887:68800]" descr="Vector. векторный контур">
              <a:extLst>
                <a:ext uri="{FF2B5EF4-FFF2-40B4-BE49-F238E27FC236}">
                  <a16:creationId xmlns:a16="http://schemas.microsoft.com/office/drawing/2014/main" id="{39051CDF-1D77-4BCC-8068-48BE7F78C4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10745835" y="4425343"/>
              <a:ext cx="60959" cy="60968"/>
            </a:xfrm>
            <a:prstGeom prst="rect">
              <a:avLst/>
            </a:prstGeom>
          </p:spPr>
        </p:pic>
        <p:pic>
          <p:nvPicPr>
            <p:cNvPr id="283" name="Vector [Figma 9887:68804]" descr="Vector. векторный контур">
              <a:extLst>
                <a:ext uri="{FF2B5EF4-FFF2-40B4-BE49-F238E27FC236}">
                  <a16:creationId xmlns:a16="http://schemas.microsoft.com/office/drawing/2014/main" id="{D1CA5031-133D-4FED-9B85-7A640018E7D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0806794" y="4425343"/>
              <a:ext cx="60959" cy="60968"/>
            </a:xfrm>
            <a:prstGeom prst="rect">
              <a:avLst/>
            </a:prstGeom>
          </p:spPr>
        </p:pic>
        <p:pic>
          <p:nvPicPr>
            <p:cNvPr id="284" name="Vector [Figma 9887:68807]" descr="Vector. векторный контур">
              <a:extLst>
                <a:ext uri="{FF2B5EF4-FFF2-40B4-BE49-F238E27FC236}">
                  <a16:creationId xmlns:a16="http://schemas.microsoft.com/office/drawing/2014/main" id="{08B0A969-E63F-45AA-9927-460FAC8075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441037" y="4486262"/>
              <a:ext cx="60959" cy="60968"/>
            </a:xfrm>
            <a:prstGeom prst="rect">
              <a:avLst/>
            </a:prstGeom>
          </p:spPr>
        </p:pic>
        <p:pic>
          <p:nvPicPr>
            <p:cNvPr id="285" name="Vector [Figma 9887:68810]" descr="Vector. векторный контур">
              <a:extLst>
                <a:ext uri="{FF2B5EF4-FFF2-40B4-BE49-F238E27FC236}">
                  <a16:creationId xmlns:a16="http://schemas.microsoft.com/office/drawing/2014/main" id="{6FB94CC9-2713-4942-9D95-678B18377E8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501996" y="4486262"/>
              <a:ext cx="60959" cy="60968"/>
            </a:xfrm>
            <a:prstGeom prst="rect">
              <a:avLst/>
            </a:prstGeom>
          </p:spPr>
        </p:pic>
        <p:pic>
          <p:nvPicPr>
            <p:cNvPr id="286" name="Vector [Figma 9887:68813]" descr="Vector. векторный контур">
              <a:extLst>
                <a:ext uri="{FF2B5EF4-FFF2-40B4-BE49-F238E27FC236}">
                  <a16:creationId xmlns:a16="http://schemas.microsoft.com/office/drawing/2014/main" id="{D7486327-C1D6-4413-823C-B8E4E6208D9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562955" y="4486262"/>
              <a:ext cx="60959" cy="60968"/>
            </a:xfrm>
            <a:prstGeom prst="rect">
              <a:avLst/>
            </a:prstGeom>
          </p:spPr>
        </p:pic>
        <p:pic>
          <p:nvPicPr>
            <p:cNvPr id="287" name="Vector [Figma 9887:68817]" descr="Vector. векторный контур">
              <a:extLst>
                <a:ext uri="{FF2B5EF4-FFF2-40B4-BE49-F238E27FC236}">
                  <a16:creationId xmlns:a16="http://schemas.microsoft.com/office/drawing/2014/main" id="{577AAC95-9B7C-4834-BE75-E816CC0737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10684876" y="4486262"/>
              <a:ext cx="60959" cy="60968"/>
            </a:xfrm>
            <a:prstGeom prst="rect">
              <a:avLst/>
            </a:prstGeom>
          </p:spPr>
        </p:pic>
        <p:pic>
          <p:nvPicPr>
            <p:cNvPr id="288" name="Vector [Figma 9887:68821]" descr="Vector. векторный контур">
              <a:extLst>
                <a:ext uri="{FF2B5EF4-FFF2-40B4-BE49-F238E27FC236}">
                  <a16:creationId xmlns:a16="http://schemas.microsoft.com/office/drawing/2014/main" id="{61E7D14C-2F2B-41A3-9B56-79AF8D7404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>
              <a:off x="10745835" y="4486262"/>
              <a:ext cx="60959" cy="60968"/>
            </a:xfrm>
            <a:prstGeom prst="rect">
              <a:avLst/>
            </a:prstGeom>
          </p:spPr>
        </p:pic>
        <p:pic>
          <p:nvPicPr>
            <p:cNvPr id="289" name="Vector [Figma 9887:68825]" descr="Vector. векторный контур">
              <a:extLst>
                <a:ext uri="{FF2B5EF4-FFF2-40B4-BE49-F238E27FC236}">
                  <a16:creationId xmlns:a16="http://schemas.microsoft.com/office/drawing/2014/main" id="{A36B1819-2071-4B8A-A8DA-FFE35666ECB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10867756" y="4486262"/>
              <a:ext cx="60959" cy="60968"/>
            </a:xfrm>
            <a:prstGeom prst="rect">
              <a:avLst/>
            </a:prstGeom>
          </p:spPr>
        </p:pic>
        <p:pic>
          <p:nvPicPr>
            <p:cNvPr id="290" name="Vector [Figma 9887:68829]" descr="Vector. векторный контур">
              <a:extLst>
                <a:ext uri="{FF2B5EF4-FFF2-40B4-BE49-F238E27FC236}">
                  <a16:creationId xmlns:a16="http://schemas.microsoft.com/office/drawing/2014/main" id="{A3D18920-5E36-44AB-88B9-D8B7606DC38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10928712" y="4486262"/>
              <a:ext cx="60959" cy="60968"/>
            </a:xfrm>
            <a:prstGeom prst="rect">
              <a:avLst/>
            </a:prstGeom>
          </p:spPr>
        </p:pic>
        <p:pic>
          <p:nvPicPr>
            <p:cNvPr id="291" name="Vector [Figma 9887:68832]" descr="Vector. векторный контур">
              <a:extLst>
                <a:ext uri="{FF2B5EF4-FFF2-40B4-BE49-F238E27FC236}">
                  <a16:creationId xmlns:a16="http://schemas.microsoft.com/office/drawing/2014/main" id="{0A4457EC-DCCA-4A79-9EF1-A44E429F421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441037" y="4547305"/>
              <a:ext cx="60959" cy="60968"/>
            </a:xfrm>
            <a:prstGeom prst="rect">
              <a:avLst/>
            </a:prstGeom>
          </p:spPr>
        </p:pic>
        <p:pic>
          <p:nvPicPr>
            <p:cNvPr id="292" name="Vector [Figma 9887:68835]" descr="Vector. векторный контур">
              <a:extLst>
                <a:ext uri="{FF2B5EF4-FFF2-40B4-BE49-F238E27FC236}">
                  <a16:creationId xmlns:a16="http://schemas.microsoft.com/office/drawing/2014/main" id="{A9C8A9BE-E63A-40F5-A518-3D692B46629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562955" y="4547305"/>
              <a:ext cx="60959" cy="60968"/>
            </a:xfrm>
            <a:prstGeom prst="rect">
              <a:avLst/>
            </a:prstGeom>
          </p:spPr>
        </p:pic>
        <p:pic>
          <p:nvPicPr>
            <p:cNvPr id="293" name="Vector [Figma 9887:68839]" descr="Vector. векторный контур">
              <a:extLst>
                <a:ext uri="{FF2B5EF4-FFF2-40B4-BE49-F238E27FC236}">
                  <a16:creationId xmlns:a16="http://schemas.microsoft.com/office/drawing/2014/main" id="{6278597B-377A-46E7-AA30-6EF5C249B9F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p:blipFill>
          <p:spPr>
            <a:xfrm>
              <a:off x="10684876" y="4547330"/>
              <a:ext cx="60959" cy="60968"/>
            </a:xfrm>
            <a:prstGeom prst="rect">
              <a:avLst/>
            </a:prstGeom>
          </p:spPr>
        </p:pic>
        <p:pic>
          <p:nvPicPr>
            <p:cNvPr id="294" name="Vector [Figma 9887:68843]" descr="Vector. векторный контур">
              <a:extLst>
                <a:ext uri="{FF2B5EF4-FFF2-40B4-BE49-F238E27FC236}">
                  <a16:creationId xmlns:a16="http://schemas.microsoft.com/office/drawing/2014/main" id="{1734A2A8-51B8-4E65-BE16-A829CA8AC6B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10806794" y="4547330"/>
              <a:ext cx="60959" cy="60968"/>
            </a:xfrm>
            <a:prstGeom prst="rect">
              <a:avLst/>
            </a:prstGeom>
          </p:spPr>
        </p:pic>
        <p:pic>
          <p:nvPicPr>
            <p:cNvPr id="295" name="Vector [Figma 9887:68846]" descr="Vector. векторный контур">
              <a:extLst>
                <a:ext uri="{FF2B5EF4-FFF2-40B4-BE49-F238E27FC236}">
                  <a16:creationId xmlns:a16="http://schemas.microsoft.com/office/drawing/2014/main" id="{5C606C20-CBBD-4B79-993C-891C351744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928712" y="4547305"/>
              <a:ext cx="60959" cy="60968"/>
            </a:xfrm>
            <a:prstGeom prst="rect">
              <a:avLst/>
            </a:prstGeom>
          </p:spPr>
        </p:pic>
        <p:pic>
          <p:nvPicPr>
            <p:cNvPr id="296" name="Vector [Figma 9887:68849]" descr="Vector. векторный контур">
              <a:extLst>
                <a:ext uri="{FF2B5EF4-FFF2-40B4-BE49-F238E27FC236}">
                  <a16:creationId xmlns:a16="http://schemas.microsoft.com/office/drawing/2014/main" id="{1D101801-9434-44CD-96E8-0CA6131B303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441037" y="4608124"/>
              <a:ext cx="60959" cy="60968"/>
            </a:xfrm>
            <a:prstGeom prst="rect">
              <a:avLst/>
            </a:prstGeom>
          </p:spPr>
        </p:pic>
        <p:pic>
          <p:nvPicPr>
            <p:cNvPr id="297" name="Vector [Figma 9887:68852]" descr="Vector. векторный контур">
              <a:extLst>
                <a:ext uri="{FF2B5EF4-FFF2-40B4-BE49-F238E27FC236}">
                  <a16:creationId xmlns:a16="http://schemas.microsoft.com/office/drawing/2014/main" id="{B70ED29C-E62F-4F04-BBFB-5A2B311303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501996" y="4608124"/>
              <a:ext cx="60959" cy="60968"/>
            </a:xfrm>
            <a:prstGeom prst="rect">
              <a:avLst/>
            </a:prstGeom>
          </p:spPr>
        </p:pic>
        <p:pic>
          <p:nvPicPr>
            <p:cNvPr id="298" name="Vector [Figma 9887:68855]" descr="Vector. векторный контур">
              <a:extLst>
                <a:ext uri="{FF2B5EF4-FFF2-40B4-BE49-F238E27FC236}">
                  <a16:creationId xmlns:a16="http://schemas.microsoft.com/office/drawing/2014/main" id="{2BAF2002-A687-4941-9E1A-A2FD0E8E01A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562955" y="4608124"/>
              <a:ext cx="60959" cy="60968"/>
            </a:xfrm>
            <a:prstGeom prst="rect">
              <a:avLst/>
            </a:prstGeom>
          </p:spPr>
        </p:pic>
        <p:pic>
          <p:nvPicPr>
            <p:cNvPr id="299" name="Vector [Figma 9887:68859]" descr="Vector. векторный контур">
              <a:extLst>
                <a:ext uri="{FF2B5EF4-FFF2-40B4-BE49-F238E27FC236}">
                  <a16:creationId xmlns:a16="http://schemas.microsoft.com/office/drawing/2014/main" id="{0012E214-E480-4257-94AE-36074E1DCD7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10867756" y="4608100"/>
              <a:ext cx="60959" cy="60968"/>
            </a:xfrm>
            <a:prstGeom prst="rect">
              <a:avLst/>
            </a:prstGeom>
          </p:spPr>
        </p:pic>
        <p:pic>
          <p:nvPicPr>
            <p:cNvPr id="300" name="Vector [Figma 9887:68862]" descr="Vector. векторный контур">
              <a:extLst>
                <a:ext uri="{FF2B5EF4-FFF2-40B4-BE49-F238E27FC236}">
                  <a16:creationId xmlns:a16="http://schemas.microsoft.com/office/drawing/2014/main" id="{D011953B-DEC0-4AF3-BFD7-97C9304088B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928712" y="4608124"/>
              <a:ext cx="60959" cy="60968"/>
            </a:xfrm>
            <a:prstGeom prst="rect">
              <a:avLst/>
            </a:prstGeom>
          </p:spPr>
        </p:pic>
        <p:pic>
          <p:nvPicPr>
            <p:cNvPr id="301" name="Vector [Figma 9887:68866]" descr="Vector. векторный контур">
              <a:extLst>
                <a:ext uri="{FF2B5EF4-FFF2-40B4-BE49-F238E27FC236}">
                  <a16:creationId xmlns:a16="http://schemas.microsoft.com/office/drawing/2014/main" id="{47B7D115-95A4-40DA-8EB7-80204BC5C25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9953358" y="4669118"/>
              <a:ext cx="60959" cy="60968"/>
            </a:xfrm>
            <a:prstGeom prst="rect">
              <a:avLst/>
            </a:prstGeom>
          </p:spPr>
        </p:pic>
        <p:pic>
          <p:nvPicPr>
            <p:cNvPr id="302" name="Vector [Figma 9887:68870]" descr="Vector. векторный контур">
              <a:extLst>
                <a:ext uri="{FF2B5EF4-FFF2-40B4-BE49-F238E27FC236}">
                  <a16:creationId xmlns:a16="http://schemas.microsoft.com/office/drawing/2014/main" id="{F6D760A2-8506-4856-BBF4-68C6F80045F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10197200" y="4669118"/>
              <a:ext cx="60959" cy="60968"/>
            </a:xfrm>
            <a:prstGeom prst="rect">
              <a:avLst/>
            </a:prstGeom>
          </p:spPr>
        </p:pic>
        <p:pic>
          <p:nvPicPr>
            <p:cNvPr id="303" name="Vector [Figma 9887:68874]" descr="Vector. векторный контур">
              <a:extLst>
                <a:ext uri="{FF2B5EF4-FFF2-40B4-BE49-F238E27FC236}">
                  <a16:creationId xmlns:a16="http://schemas.microsoft.com/office/drawing/2014/main" id="{AAF40717-F42A-4B61-94B6-DE129AB9CA8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10319118" y="4669118"/>
              <a:ext cx="60959" cy="60968"/>
            </a:xfrm>
            <a:prstGeom prst="rect">
              <a:avLst/>
            </a:prstGeom>
          </p:spPr>
        </p:pic>
        <p:pic>
          <p:nvPicPr>
            <p:cNvPr id="304" name="Vector [Figma 9887:68877]" descr="Vector. векторный контур">
              <a:extLst>
                <a:ext uri="{FF2B5EF4-FFF2-40B4-BE49-F238E27FC236}">
                  <a16:creationId xmlns:a16="http://schemas.microsoft.com/office/drawing/2014/main" id="{D74CB6CB-6C33-485D-B87B-2D5A1E89C2E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380074" y="4669118"/>
              <a:ext cx="60959" cy="60968"/>
            </a:xfrm>
            <a:prstGeom prst="rect">
              <a:avLst/>
            </a:prstGeom>
          </p:spPr>
        </p:pic>
        <p:pic>
          <p:nvPicPr>
            <p:cNvPr id="305" name="Vector [Figma 9887:68880]" descr="Vector. векторный контур">
              <a:extLst>
                <a:ext uri="{FF2B5EF4-FFF2-40B4-BE49-F238E27FC236}">
                  <a16:creationId xmlns:a16="http://schemas.microsoft.com/office/drawing/2014/main" id="{90E27F06-EA65-4B2D-A21D-43125FF4E6F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441037" y="4669118"/>
              <a:ext cx="60959" cy="60968"/>
            </a:xfrm>
            <a:prstGeom prst="rect">
              <a:avLst/>
            </a:prstGeom>
          </p:spPr>
        </p:pic>
        <p:pic>
          <p:nvPicPr>
            <p:cNvPr id="306" name="Vector [Figma 9887:68884]" descr="Vector. векторный контур">
              <a:extLst>
                <a:ext uri="{FF2B5EF4-FFF2-40B4-BE49-F238E27FC236}">
                  <a16:creationId xmlns:a16="http://schemas.microsoft.com/office/drawing/2014/main" id="{869C715E-E243-4BF3-A127-D49C83A80F7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p:blipFill>
          <p:spPr>
            <a:xfrm>
              <a:off x="10562955" y="4669118"/>
              <a:ext cx="60959" cy="60968"/>
            </a:xfrm>
            <a:prstGeom prst="rect">
              <a:avLst/>
            </a:prstGeom>
          </p:spPr>
        </p:pic>
        <p:pic>
          <p:nvPicPr>
            <p:cNvPr id="307" name="Vector [Figma 9887:68887]" descr="Vector. векторный контур">
              <a:extLst>
                <a:ext uri="{FF2B5EF4-FFF2-40B4-BE49-F238E27FC236}">
                  <a16:creationId xmlns:a16="http://schemas.microsoft.com/office/drawing/2014/main" id="{B1D1E3B4-CC49-4B7A-8459-C0D273E4484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623917" y="4669118"/>
              <a:ext cx="60959" cy="60968"/>
            </a:xfrm>
            <a:prstGeom prst="rect">
              <a:avLst/>
            </a:prstGeom>
          </p:spPr>
        </p:pic>
        <p:pic>
          <p:nvPicPr>
            <p:cNvPr id="308" name="Vector [Figma 9887:68890]" descr="Vector. векторный контур">
              <a:extLst>
                <a:ext uri="{FF2B5EF4-FFF2-40B4-BE49-F238E27FC236}">
                  <a16:creationId xmlns:a16="http://schemas.microsoft.com/office/drawing/2014/main" id="{749FDE75-09C5-4EA1-8326-1F76A3E7E06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684876" y="4669118"/>
              <a:ext cx="60959" cy="60968"/>
            </a:xfrm>
            <a:prstGeom prst="rect">
              <a:avLst/>
            </a:prstGeom>
          </p:spPr>
        </p:pic>
        <p:pic>
          <p:nvPicPr>
            <p:cNvPr id="309" name="Vector [Figma 9887:68893]" descr="Vector. векторный контур">
              <a:extLst>
                <a:ext uri="{FF2B5EF4-FFF2-40B4-BE49-F238E27FC236}">
                  <a16:creationId xmlns:a16="http://schemas.microsoft.com/office/drawing/2014/main" id="{5A55439D-9447-4B36-AD3D-9B4377BBA6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745835" y="4669118"/>
              <a:ext cx="60959" cy="60968"/>
            </a:xfrm>
            <a:prstGeom prst="rect">
              <a:avLst/>
            </a:prstGeom>
          </p:spPr>
        </p:pic>
        <p:pic>
          <p:nvPicPr>
            <p:cNvPr id="310" name="Vector [Figma 9887:68897]" descr="Vector. векторный контур">
              <a:extLst>
                <a:ext uri="{FF2B5EF4-FFF2-40B4-BE49-F238E27FC236}">
                  <a16:creationId xmlns:a16="http://schemas.microsoft.com/office/drawing/2014/main" id="{70FAA838-3827-4F9F-A764-E2E568711EF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10806794" y="4669118"/>
              <a:ext cx="60959" cy="60968"/>
            </a:xfrm>
            <a:prstGeom prst="rect">
              <a:avLst/>
            </a:prstGeom>
          </p:spPr>
        </p:pic>
        <p:pic>
          <p:nvPicPr>
            <p:cNvPr id="311" name="Vector [Figma 9887:68900]" descr="Vector. векторный контур">
              <a:extLst>
                <a:ext uri="{FF2B5EF4-FFF2-40B4-BE49-F238E27FC236}">
                  <a16:creationId xmlns:a16="http://schemas.microsoft.com/office/drawing/2014/main" id="{3B343002-41F7-4367-BF9F-E65F3DD2F5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928712" y="4669118"/>
              <a:ext cx="60959" cy="60968"/>
            </a:xfrm>
            <a:prstGeom prst="rect">
              <a:avLst/>
            </a:prstGeom>
          </p:spPr>
        </p:pic>
        <p:pic>
          <p:nvPicPr>
            <p:cNvPr id="312" name="Vector [Figma 9887:68903]" descr="Vector. векторный контур">
              <a:extLst>
                <a:ext uri="{FF2B5EF4-FFF2-40B4-BE49-F238E27FC236}">
                  <a16:creationId xmlns:a16="http://schemas.microsoft.com/office/drawing/2014/main" id="{B2472C10-5B3D-40B2-8BF1-C04AED1F947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989675" y="4669118"/>
              <a:ext cx="60959" cy="60968"/>
            </a:xfrm>
            <a:prstGeom prst="rect">
              <a:avLst/>
            </a:prstGeom>
          </p:spPr>
        </p:pic>
        <p:pic>
          <p:nvPicPr>
            <p:cNvPr id="313" name="Vector [Figma 9887:68906]" descr="Vector. векторный контур">
              <a:extLst>
                <a:ext uri="{FF2B5EF4-FFF2-40B4-BE49-F238E27FC236}">
                  <a16:creationId xmlns:a16="http://schemas.microsoft.com/office/drawing/2014/main" id="{3E6331CB-561A-453B-A688-37FA2B4A4FF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1050637" y="4669118"/>
              <a:ext cx="60959" cy="60968"/>
            </a:xfrm>
            <a:prstGeom prst="rect">
              <a:avLst/>
            </a:prstGeom>
          </p:spPr>
        </p:pic>
        <p:pic>
          <p:nvPicPr>
            <p:cNvPr id="314" name="Vector [Figma 9887:68909]" descr="Vector. векторный контур">
              <a:extLst>
                <a:ext uri="{FF2B5EF4-FFF2-40B4-BE49-F238E27FC236}">
                  <a16:creationId xmlns:a16="http://schemas.microsoft.com/office/drawing/2014/main" id="{9B5DE6BB-87D2-412D-9396-A88002947D1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1111593" y="4669118"/>
              <a:ext cx="60959" cy="60968"/>
            </a:xfrm>
            <a:prstGeom prst="rect">
              <a:avLst/>
            </a:prstGeom>
          </p:spPr>
        </p:pic>
        <p:pic>
          <p:nvPicPr>
            <p:cNvPr id="315" name="Vector [Figma 9887:68912]" descr="Vector. векторный контур">
              <a:extLst>
                <a:ext uri="{FF2B5EF4-FFF2-40B4-BE49-F238E27FC236}">
                  <a16:creationId xmlns:a16="http://schemas.microsoft.com/office/drawing/2014/main" id="{A4EC515E-9EBC-4999-8B05-6CF033B9DE6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1172555" y="4669118"/>
              <a:ext cx="60959" cy="60968"/>
            </a:xfrm>
            <a:prstGeom prst="rect">
              <a:avLst/>
            </a:prstGeom>
          </p:spPr>
        </p:pic>
        <p:pic>
          <p:nvPicPr>
            <p:cNvPr id="316" name="Vector [Figma 9887:68916]" descr="Vector. векторный контур">
              <a:extLst>
                <a:ext uri="{FF2B5EF4-FFF2-40B4-BE49-F238E27FC236}">
                  <a16:creationId xmlns:a16="http://schemas.microsoft.com/office/drawing/2014/main" id="{3A80F539-429F-44E2-8105-0C5BED55AA1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11233511" y="4669118"/>
              <a:ext cx="60959" cy="60968"/>
            </a:xfrm>
            <a:prstGeom prst="rect">
              <a:avLst/>
            </a:prstGeom>
          </p:spPr>
        </p:pic>
        <p:pic>
          <p:nvPicPr>
            <p:cNvPr id="317" name="Vector [Figma 9887:68920]" descr="Vector. векторный контур">
              <a:extLst>
                <a:ext uri="{FF2B5EF4-FFF2-40B4-BE49-F238E27FC236}">
                  <a16:creationId xmlns:a16="http://schemas.microsoft.com/office/drawing/2014/main" id="{F6421DDC-862F-4087-BED2-AAEE7E9169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11416391" y="4669118"/>
              <a:ext cx="60959" cy="60968"/>
            </a:xfrm>
            <a:prstGeom prst="rect">
              <a:avLst/>
            </a:prstGeom>
          </p:spPr>
        </p:pic>
        <p:pic>
          <p:nvPicPr>
            <p:cNvPr id="318" name="Vector [Figma 9887:68924]" descr="Vector. векторный контур">
              <a:extLst>
                <a:ext uri="{FF2B5EF4-FFF2-40B4-BE49-F238E27FC236}">
                  <a16:creationId xmlns:a16="http://schemas.microsoft.com/office/drawing/2014/main" id="{44D0E318-043D-4FBC-A725-520A2FD50AB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10075276" y="4730136"/>
              <a:ext cx="60959" cy="60968"/>
            </a:xfrm>
            <a:prstGeom prst="rect">
              <a:avLst/>
            </a:prstGeom>
          </p:spPr>
        </p:pic>
        <p:pic>
          <p:nvPicPr>
            <p:cNvPr id="319" name="Vector [Figma 9887:68928]" descr="Vector. векторный контур">
              <a:extLst>
                <a:ext uri="{FF2B5EF4-FFF2-40B4-BE49-F238E27FC236}">
                  <a16:creationId xmlns:a16="http://schemas.microsoft.com/office/drawing/2014/main" id="{9059D74E-F35F-444D-9F00-77C5570EB9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0136238" y="4730136"/>
              <a:ext cx="60959" cy="60968"/>
            </a:xfrm>
            <a:prstGeom prst="rect">
              <a:avLst/>
            </a:prstGeom>
          </p:spPr>
        </p:pic>
        <p:pic>
          <p:nvPicPr>
            <p:cNvPr id="320" name="Vector [Figma 9887:68932]" descr="Vector. векторный контур">
              <a:extLst>
                <a:ext uri="{FF2B5EF4-FFF2-40B4-BE49-F238E27FC236}">
                  <a16:creationId xmlns:a16="http://schemas.microsoft.com/office/drawing/2014/main" id="{9077D15B-A390-48A6-9810-24A07253769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10258156" y="4730136"/>
              <a:ext cx="60959" cy="60968"/>
            </a:xfrm>
            <a:prstGeom prst="rect">
              <a:avLst/>
            </a:prstGeom>
          </p:spPr>
        </p:pic>
        <p:pic>
          <p:nvPicPr>
            <p:cNvPr id="321" name="Vector [Figma 9887:68935]" descr="Vector. векторный контур">
              <a:extLst>
                <a:ext uri="{FF2B5EF4-FFF2-40B4-BE49-F238E27FC236}">
                  <a16:creationId xmlns:a16="http://schemas.microsoft.com/office/drawing/2014/main" id="{85296214-D210-4406-9622-01E3F1AE747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441037" y="4730111"/>
              <a:ext cx="60959" cy="60968"/>
            </a:xfrm>
            <a:prstGeom prst="rect">
              <a:avLst/>
            </a:prstGeom>
          </p:spPr>
        </p:pic>
        <p:pic>
          <p:nvPicPr>
            <p:cNvPr id="322" name="Vector [Figma 9887:68938]" descr="Vector. векторный контур">
              <a:extLst>
                <a:ext uri="{FF2B5EF4-FFF2-40B4-BE49-F238E27FC236}">
                  <a16:creationId xmlns:a16="http://schemas.microsoft.com/office/drawing/2014/main" id="{D4167B4A-7572-4B45-8FEB-6F9BBB718F5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623917" y="4730111"/>
              <a:ext cx="60959" cy="60968"/>
            </a:xfrm>
            <a:prstGeom prst="rect">
              <a:avLst/>
            </a:prstGeom>
          </p:spPr>
        </p:pic>
        <p:pic>
          <p:nvPicPr>
            <p:cNvPr id="323" name="Vector [Figma 9887:68941]" descr="Vector. векторный контур">
              <a:extLst>
                <a:ext uri="{FF2B5EF4-FFF2-40B4-BE49-F238E27FC236}">
                  <a16:creationId xmlns:a16="http://schemas.microsoft.com/office/drawing/2014/main" id="{CA4A9EF3-84D0-4613-A729-B5D73C5EF43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806794" y="4730111"/>
              <a:ext cx="60959" cy="60968"/>
            </a:xfrm>
            <a:prstGeom prst="rect">
              <a:avLst/>
            </a:prstGeom>
          </p:spPr>
        </p:pic>
        <p:pic>
          <p:nvPicPr>
            <p:cNvPr id="324" name="Vector [Figma 9887:68944]" descr="Vector. векторный контур">
              <a:extLst>
                <a:ext uri="{FF2B5EF4-FFF2-40B4-BE49-F238E27FC236}">
                  <a16:creationId xmlns:a16="http://schemas.microsoft.com/office/drawing/2014/main" id="{BD32FB70-049C-4E9F-95FB-A19897812E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928712" y="4730111"/>
              <a:ext cx="60959" cy="60968"/>
            </a:xfrm>
            <a:prstGeom prst="rect">
              <a:avLst/>
            </a:prstGeom>
          </p:spPr>
        </p:pic>
        <p:pic>
          <p:nvPicPr>
            <p:cNvPr id="325" name="Vector [Figma 9887:68947]" descr="Vector. векторный контур">
              <a:extLst>
                <a:ext uri="{FF2B5EF4-FFF2-40B4-BE49-F238E27FC236}">
                  <a16:creationId xmlns:a16="http://schemas.microsoft.com/office/drawing/2014/main" id="{56064AE8-0317-407E-88DC-ECC75319638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989675" y="4730111"/>
              <a:ext cx="60959" cy="60968"/>
            </a:xfrm>
            <a:prstGeom prst="rect">
              <a:avLst/>
            </a:prstGeom>
          </p:spPr>
        </p:pic>
        <p:pic>
          <p:nvPicPr>
            <p:cNvPr id="326" name="Vector [Figma 9887:68951]" descr="Vector. векторный контур">
              <a:extLst>
                <a:ext uri="{FF2B5EF4-FFF2-40B4-BE49-F238E27FC236}">
                  <a16:creationId xmlns:a16="http://schemas.microsoft.com/office/drawing/2014/main" id="{F91D20C9-EC6A-44E8-9A40-2B6D2425A27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p:blipFill>
          <p:spPr>
            <a:xfrm>
              <a:off x="11111593" y="4730136"/>
              <a:ext cx="60959" cy="60968"/>
            </a:xfrm>
            <a:prstGeom prst="rect">
              <a:avLst/>
            </a:prstGeom>
          </p:spPr>
        </p:pic>
        <p:pic>
          <p:nvPicPr>
            <p:cNvPr id="327" name="Vector [Figma 9887:68954]" descr="Vector. векторный контур">
              <a:extLst>
                <a:ext uri="{FF2B5EF4-FFF2-40B4-BE49-F238E27FC236}">
                  <a16:creationId xmlns:a16="http://schemas.microsoft.com/office/drawing/2014/main" id="{411A4F83-DE02-427E-B77C-D1E39349417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1233511" y="4730111"/>
              <a:ext cx="60959" cy="60968"/>
            </a:xfrm>
            <a:prstGeom prst="rect">
              <a:avLst/>
            </a:prstGeom>
          </p:spPr>
        </p:pic>
        <p:pic>
          <p:nvPicPr>
            <p:cNvPr id="328" name="Vector [Figma 9887:68958]" descr="Vector. векторный контур">
              <a:extLst>
                <a:ext uri="{FF2B5EF4-FFF2-40B4-BE49-F238E27FC236}">
                  <a16:creationId xmlns:a16="http://schemas.microsoft.com/office/drawing/2014/main" id="{E1F5A578-8B76-4BE8-94DF-EAFC1F939B7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11355435" y="4730136"/>
              <a:ext cx="60959" cy="60968"/>
            </a:xfrm>
            <a:prstGeom prst="rect">
              <a:avLst/>
            </a:prstGeom>
          </p:spPr>
        </p:pic>
        <p:pic>
          <p:nvPicPr>
            <p:cNvPr id="329" name="Vector [Figma 9887:68962]" descr="Vector. векторный контур">
              <a:extLst>
                <a:ext uri="{FF2B5EF4-FFF2-40B4-BE49-F238E27FC236}">
                  <a16:creationId xmlns:a16="http://schemas.microsoft.com/office/drawing/2014/main" id="{E961CA54-CF54-4FE2-AFDB-D5D6162570C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10014320" y="4791054"/>
              <a:ext cx="60959" cy="60968"/>
            </a:xfrm>
            <a:prstGeom prst="rect">
              <a:avLst/>
            </a:prstGeom>
          </p:spPr>
        </p:pic>
        <p:pic>
          <p:nvPicPr>
            <p:cNvPr id="330" name="Vector [Figma 9887:68966]" descr="Vector. векторный контур">
              <a:extLst>
                <a:ext uri="{FF2B5EF4-FFF2-40B4-BE49-F238E27FC236}">
                  <a16:creationId xmlns:a16="http://schemas.microsoft.com/office/drawing/2014/main" id="{5D30FE42-D03E-4CA8-81F6-FAC59CD5FE1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>
              <a:off x="10075276" y="4791054"/>
              <a:ext cx="60959" cy="60968"/>
            </a:xfrm>
            <a:prstGeom prst="rect">
              <a:avLst/>
            </a:prstGeom>
          </p:spPr>
        </p:pic>
        <p:pic>
          <p:nvPicPr>
            <p:cNvPr id="331" name="Vector [Figma 9887:68970]" descr="Vector. векторный контур">
              <a:extLst>
                <a:ext uri="{FF2B5EF4-FFF2-40B4-BE49-F238E27FC236}">
                  <a16:creationId xmlns:a16="http://schemas.microsoft.com/office/drawing/2014/main" id="{2DEF8D63-F4DE-4264-8FED-8695B3CA9B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10197200" y="4791054"/>
              <a:ext cx="60959" cy="60968"/>
            </a:xfrm>
            <a:prstGeom prst="rect">
              <a:avLst/>
            </a:prstGeom>
          </p:spPr>
        </p:pic>
        <p:pic>
          <p:nvPicPr>
            <p:cNvPr id="332" name="Vector [Figma 9887:68974]" descr="Vector. векторный контур">
              <a:extLst>
                <a:ext uri="{FF2B5EF4-FFF2-40B4-BE49-F238E27FC236}">
                  <a16:creationId xmlns:a16="http://schemas.microsoft.com/office/drawing/2014/main" id="{78AF6D2B-8062-45F6-B2D9-EAFE30C545C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10319118" y="4791054"/>
              <a:ext cx="60959" cy="60968"/>
            </a:xfrm>
            <a:prstGeom prst="rect">
              <a:avLst/>
            </a:prstGeom>
          </p:spPr>
        </p:pic>
        <p:pic>
          <p:nvPicPr>
            <p:cNvPr id="333" name="Vector [Figma 9887:68977]" descr="Vector. векторный контур">
              <a:extLst>
                <a:ext uri="{FF2B5EF4-FFF2-40B4-BE49-F238E27FC236}">
                  <a16:creationId xmlns:a16="http://schemas.microsoft.com/office/drawing/2014/main" id="{6BA4059B-1848-446B-A248-CE543E213B0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380074" y="4791054"/>
              <a:ext cx="60959" cy="60968"/>
            </a:xfrm>
            <a:prstGeom prst="rect">
              <a:avLst/>
            </a:prstGeom>
          </p:spPr>
        </p:pic>
        <p:pic>
          <p:nvPicPr>
            <p:cNvPr id="334" name="Vector [Figma 9887:68981]" descr="Vector. векторный контур">
              <a:extLst>
                <a:ext uri="{FF2B5EF4-FFF2-40B4-BE49-F238E27FC236}">
                  <a16:creationId xmlns:a16="http://schemas.microsoft.com/office/drawing/2014/main" id="{A5206EB1-26F1-44F5-AA7B-0FDD3EA2CBD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>
              <a:off x="10441037" y="4791054"/>
              <a:ext cx="60959" cy="60968"/>
            </a:xfrm>
            <a:prstGeom prst="rect">
              <a:avLst/>
            </a:prstGeom>
          </p:spPr>
        </p:pic>
        <p:pic>
          <p:nvPicPr>
            <p:cNvPr id="335" name="Vector [Figma 9887:68985]" descr="Vector. векторный контур">
              <a:extLst>
                <a:ext uri="{FF2B5EF4-FFF2-40B4-BE49-F238E27FC236}">
                  <a16:creationId xmlns:a16="http://schemas.microsoft.com/office/drawing/2014/main" id="{DF12528A-3626-4CE8-99F0-CDCCCBE7F30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10562955" y="4791054"/>
              <a:ext cx="60959" cy="60968"/>
            </a:xfrm>
            <a:prstGeom prst="rect">
              <a:avLst/>
            </a:prstGeom>
          </p:spPr>
        </p:pic>
        <p:pic>
          <p:nvPicPr>
            <p:cNvPr id="336" name="Vector [Figma 9887:68988]" descr="Vector. векторный контур">
              <a:extLst>
                <a:ext uri="{FF2B5EF4-FFF2-40B4-BE49-F238E27FC236}">
                  <a16:creationId xmlns:a16="http://schemas.microsoft.com/office/drawing/2014/main" id="{743B4A2E-F230-4196-9FD9-C872C5E249A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623917" y="4791054"/>
              <a:ext cx="60959" cy="60968"/>
            </a:xfrm>
            <a:prstGeom prst="rect">
              <a:avLst/>
            </a:prstGeom>
          </p:spPr>
        </p:pic>
        <p:pic>
          <p:nvPicPr>
            <p:cNvPr id="337" name="Vector [Figma 9887:68992]" descr="Vector. векторный контур">
              <a:extLst>
                <a:ext uri="{FF2B5EF4-FFF2-40B4-BE49-F238E27FC236}">
                  <a16:creationId xmlns:a16="http://schemas.microsoft.com/office/drawing/2014/main" id="{E34E6C17-8B4F-4120-8A79-333A3F7A007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10745835" y="4791054"/>
              <a:ext cx="60959" cy="60968"/>
            </a:xfrm>
            <a:prstGeom prst="rect">
              <a:avLst/>
            </a:prstGeom>
          </p:spPr>
        </p:pic>
        <p:pic>
          <p:nvPicPr>
            <p:cNvPr id="338" name="Vector [Figma 9887:68996]" descr="Vector. векторный контур">
              <a:extLst>
                <a:ext uri="{FF2B5EF4-FFF2-40B4-BE49-F238E27FC236}">
                  <a16:creationId xmlns:a16="http://schemas.microsoft.com/office/drawing/2014/main" id="{46F78066-C0DA-4380-9C7C-783721D5DC6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>
              <a:off x="10806794" y="4791054"/>
              <a:ext cx="60959" cy="60968"/>
            </a:xfrm>
            <a:prstGeom prst="rect">
              <a:avLst/>
            </a:prstGeom>
          </p:spPr>
        </p:pic>
        <p:pic>
          <p:nvPicPr>
            <p:cNvPr id="339" name="Vector [Figma 9887:69000]" descr="Vector. векторный контур">
              <a:extLst>
                <a:ext uri="{FF2B5EF4-FFF2-40B4-BE49-F238E27FC236}">
                  <a16:creationId xmlns:a16="http://schemas.microsoft.com/office/drawing/2014/main" id="{31ED484C-F70A-4BB5-8DC8-02E1E7C65DB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p:blipFill>
          <p:spPr>
            <a:xfrm>
              <a:off x="10928712" y="4791054"/>
              <a:ext cx="60959" cy="60968"/>
            </a:xfrm>
            <a:prstGeom prst="rect">
              <a:avLst/>
            </a:prstGeom>
          </p:spPr>
        </p:pic>
        <p:pic>
          <p:nvPicPr>
            <p:cNvPr id="340" name="Vector [Figma 9887:69003]" descr="Vector. векторный контур">
              <a:extLst>
                <a:ext uri="{FF2B5EF4-FFF2-40B4-BE49-F238E27FC236}">
                  <a16:creationId xmlns:a16="http://schemas.microsoft.com/office/drawing/2014/main" id="{A7B030BB-0D37-46BF-B8D6-CF85E69982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989675" y="4791054"/>
              <a:ext cx="60959" cy="60968"/>
            </a:xfrm>
            <a:prstGeom prst="rect">
              <a:avLst/>
            </a:prstGeom>
          </p:spPr>
        </p:pic>
        <p:pic>
          <p:nvPicPr>
            <p:cNvPr id="341" name="Vector [Figma 9887:69007]" descr="Vector. векторный контур">
              <a:extLst>
                <a:ext uri="{FF2B5EF4-FFF2-40B4-BE49-F238E27FC236}">
                  <a16:creationId xmlns:a16="http://schemas.microsoft.com/office/drawing/2014/main" id="{BE3B7A3F-A24C-4835-862E-8159D729ED6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p:blipFill>
          <p:spPr>
            <a:xfrm>
              <a:off x="11233511" y="4791054"/>
              <a:ext cx="60959" cy="60968"/>
            </a:xfrm>
            <a:prstGeom prst="rect">
              <a:avLst/>
            </a:prstGeom>
          </p:spPr>
        </p:pic>
        <p:pic>
          <p:nvPicPr>
            <p:cNvPr id="342" name="Vector [Figma 9887:69011]" descr="Vector. векторный контур">
              <a:extLst>
                <a:ext uri="{FF2B5EF4-FFF2-40B4-BE49-F238E27FC236}">
                  <a16:creationId xmlns:a16="http://schemas.microsoft.com/office/drawing/2014/main" id="{EE6FA4C5-FD08-4504-9231-D4C762799C2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11294473" y="4791054"/>
              <a:ext cx="60959" cy="60968"/>
            </a:xfrm>
            <a:prstGeom prst="rect">
              <a:avLst/>
            </a:prstGeom>
          </p:spPr>
        </p:pic>
        <p:pic>
          <p:nvPicPr>
            <p:cNvPr id="343" name="Vector [Figma 9887:69015]" descr="Vector. векторный контур">
              <a:extLst>
                <a:ext uri="{FF2B5EF4-FFF2-40B4-BE49-F238E27FC236}">
                  <a16:creationId xmlns:a16="http://schemas.microsoft.com/office/drawing/2014/main" id="{922860D6-E73B-4589-B504-0F716395DA8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9953358" y="4852122"/>
              <a:ext cx="60959" cy="60968"/>
            </a:xfrm>
            <a:prstGeom prst="rect">
              <a:avLst/>
            </a:prstGeom>
          </p:spPr>
        </p:pic>
        <p:pic>
          <p:nvPicPr>
            <p:cNvPr id="344" name="Vector [Figma 9887:69018]" descr="Vector. векторный контур">
              <a:extLst>
                <a:ext uri="{FF2B5EF4-FFF2-40B4-BE49-F238E27FC236}">
                  <a16:creationId xmlns:a16="http://schemas.microsoft.com/office/drawing/2014/main" id="{89E110CF-8D4E-4DE0-ACAC-24AE65714E3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014320" y="4852097"/>
              <a:ext cx="60959" cy="60968"/>
            </a:xfrm>
            <a:prstGeom prst="rect">
              <a:avLst/>
            </a:prstGeom>
          </p:spPr>
        </p:pic>
        <p:pic>
          <p:nvPicPr>
            <p:cNvPr id="345" name="Vector [Figma 9887:69022]" descr="Vector. векторный контур">
              <a:extLst>
                <a:ext uri="{FF2B5EF4-FFF2-40B4-BE49-F238E27FC236}">
                  <a16:creationId xmlns:a16="http://schemas.microsoft.com/office/drawing/2014/main" id="{11DD528D-11DE-4C13-8161-CEBA7B82CDF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10136238" y="4852122"/>
              <a:ext cx="60959" cy="60968"/>
            </a:xfrm>
            <a:prstGeom prst="rect">
              <a:avLst/>
            </a:prstGeom>
          </p:spPr>
        </p:pic>
        <p:pic>
          <p:nvPicPr>
            <p:cNvPr id="346" name="Vector [Figma 9887:69025]" descr="Vector. векторный контур">
              <a:extLst>
                <a:ext uri="{FF2B5EF4-FFF2-40B4-BE49-F238E27FC236}">
                  <a16:creationId xmlns:a16="http://schemas.microsoft.com/office/drawing/2014/main" id="{09F88A41-F008-4A0E-B4ED-3034350905F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197200" y="4852097"/>
              <a:ext cx="60959" cy="60968"/>
            </a:xfrm>
            <a:prstGeom prst="rect">
              <a:avLst/>
            </a:prstGeom>
          </p:spPr>
        </p:pic>
        <p:pic>
          <p:nvPicPr>
            <p:cNvPr id="347" name="Vector [Figma 9887:69029]" descr="Vector. векторный контур">
              <a:extLst>
                <a:ext uri="{FF2B5EF4-FFF2-40B4-BE49-F238E27FC236}">
                  <a16:creationId xmlns:a16="http://schemas.microsoft.com/office/drawing/2014/main" id="{E8B28462-2F75-4275-8B1E-B9996528ED9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10258156" y="4852122"/>
              <a:ext cx="60959" cy="60968"/>
            </a:xfrm>
            <a:prstGeom prst="rect">
              <a:avLst/>
            </a:prstGeom>
          </p:spPr>
        </p:pic>
        <p:pic>
          <p:nvPicPr>
            <p:cNvPr id="348" name="Vector [Figma 9887:69033]" descr="Vector. векторный контур">
              <a:extLst>
                <a:ext uri="{FF2B5EF4-FFF2-40B4-BE49-F238E27FC236}">
                  <a16:creationId xmlns:a16="http://schemas.microsoft.com/office/drawing/2014/main" id="{6994587C-63A1-4261-BCF0-14CD7EA2242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p:blipFill>
          <p:spPr>
            <a:xfrm>
              <a:off x="10380074" y="4852122"/>
              <a:ext cx="60959" cy="60968"/>
            </a:xfrm>
            <a:prstGeom prst="rect">
              <a:avLst/>
            </a:prstGeom>
          </p:spPr>
        </p:pic>
        <p:pic>
          <p:nvPicPr>
            <p:cNvPr id="349" name="Vector [Figma 9887:69037]" descr="Vector. векторный контур">
              <a:extLst>
                <a:ext uri="{FF2B5EF4-FFF2-40B4-BE49-F238E27FC236}">
                  <a16:creationId xmlns:a16="http://schemas.microsoft.com/office/drawing/2014/main" id="{E2FF5CF4-AFFB-4270-B069-85E60328E71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p:blipFill>
          <p:spPr>
            <a:xfrm>
              <a:off x="10562955" y="4852122"/>
              <a:ext cx="60959" cy="60968"/>
            </a:xfrm>
            <a:prstGeom prst="rect">
              <a:avLst/>
            </a:prstGeom>
          </p:spPr>
        </p:pic>
        <p:pic>
          <p:nvPicPr>
            <p:cNvPr id="350" name="Vector [Figma 9887:69041]" descr="Vector. векторный контур">
              <a:extLst>
                <a:ext uri="{FF2B5EF4-FFF2-40B4-BE49-F238E27FC236}">
                  <a16:creationId xmlns:a16="http://schemas.microsoft.com/office/drawing/2014/main" id="{2C000DE9-6D92-4C52-ABF1-3149A15587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>
              <a:off x="10623917" y="4852122"/>
              <a:ext cx="60959" cy="60968"/>
            </a:xfrm>
            <a:prstGeom prst="rect">
              <a:avLst/>
            </a:prstGeom>
          </p:spPr>
        </p:pic>
        <p:pic>
          <p:nvPicPr>
            <p:cNvPr id="351" name="Vector [Figma 9887:69044]" descr="Vector. векторный контур">
              <a:extLst>
                <a:ext uri="{FF2B5EF4-FFF2-40B4-BE49-F238E27FC236}">
                  <a16:creationId xmlns:a16="http://schemas.microsoft.com/office/drawing/2014/main" id="{D4FEE16B-2F65-499F-B99C-C88DDC8FDC5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745835" y="4852097"/>
              <a:ext cx="60959" cy="60968"/>
            </a:xfrm>
            <a:prstGeom prst="rect">
              <a:avLst/>
            </a:prstGeom>
          </p:spPr>
        </p:pic>
        <p:pic>
          <p:nvPicPr>
            <p:cNvPr id="352" name="Vector [Figma 9887:69047]" descr="Vector. векторный контур">
              <a:extLst>
                <a:ext uri="{FF2B5EF4-FFF2-40B4-BE49-F238E27FC236}">
                  <a16:creationId xmlns:a16="http://schemas.microsoft.com/office/drawing/2014/main" id="{92E64377-DC57-4E83-BB22-06FD55C23C7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989675" y="4852097"/>
              <a:ext cx="60959" cy="60968"/>
            </a:xfrm>
            <a:prstGeom prst="rect">
              <a:avLst/>
            </a:prstGeom>
          </p:spPr>
        </p:pic>
        <p:pic>
          <p:nvPicPr>
            <p:cNvPr id="353" name="Vector [Figma 9887:69051]" descr="Vector. векторный контур">
              <a:extLst>
                <a:ext uri="{FF2B5EF4-FFF2-40B4-BE49-F238E27FC236}">
                  <a16:creationId xmlns:a16="http://schemas.microsoft.com/office/drawing/2014/main" id="{290CFEAE-0E4E-4E4A-9355-9EC1342A8ED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1050637" y="4852122"/>
              <a:ext cx="60959" cy="60968"/>
            </a:xfrm>
            <a:prstGeom prst="rect">
              <a:avLst/>
            </a:prstGeom>
          </p:spPr>
        </p:pic>
        <p:pic>
          <p:nvPicPr>
            <p:cNvPr id="354" name="Vector [Figma 9887:69054]" descr="Vector. векторный контур">
              <a:extLst>
                <a:ext uri="{FF2B5EF4-FFF2-40B4-BE49-F238E27FC236}">
                  <a16:creationId xmlns:a16="http://schemas.microsoft.com/office/drawing/2014/main" id="{714F00E2-74C7-4F2F-B8E1-9F99D16F854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1294473" y="4852097"/>
              <a:ext cx="60959" cy="60968"/>
            </a:xfrm>
            <a:prstGeom prst="rect">
              <a:avLst/>
            </a:prstGeom>
          </p:spPr>
        </p:pic>
        <p:pic>
          <p:nvPicPr>
            <p:cNvPr id="355" name="Vector [Figma 9887:69058]" descr="Vector. векторный контур">
              <a:extLst>
                <a:ext uri="{FF2B5EF4-FFF2-40B4-BE49-F238E27FC236}">
                  <a16:creationId xmlns:a16="http://schemas.microsoft.com/office/drawing/2014/main" id="{0A1CE067-72A5-48C0-8928-7337970975E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11355435" y="4852122"/>
              <a:ext cx="60959" cy="60968"/>
            </a:xfrm>
            <a:prstGeom prst="rect">
              <a:avLst/>
            </a:prstGeom>
          </p:spPr>
        </p:pic>
        <p:pic>
          <p:nvPicPr>
            <p:cNvPr id="356" name="Vector [Figma 9887:69061]" descr="Vector. векторный контур">
              <a:extLst>
                <a:ext uri="{FF2B5EF4-FFF2-40B4-BE49-F238E27FC236}">
                  <a16:creationId xmlns:a16="http://schemas.microsoft.com/office/drawing/2014/main" id="{E6A95C66-7B82-4785-9A5B-733B2E3290A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9953358" y="4912991"/>
              <a:ext cx="60959" cy="60968"/>
            </a:xfrm>
            <a:prstGeom prst="rect">
              <a:avLst/>
            </a:prstGeom>
          </p:spPr>
        </p:pic>
        <p:pic>
          <p:nvPicPr>
            <p:cNvPr id="357" name="Vector [Figma 9887:69064]" descr="Vector. векторный контур">
              <a:extLst>
                <a:ext uri="{FF2B5EF4-FFF2-40B4-BE49-F238E27FC236}">
                  <a16:creationId xmlns:a16="http://schemas.microsoft.com/office/drawing/2014/main" id="{9DD19840-8259-4161-95C9-197E9383E7C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014320" y="4912991"/>
              <a:ext cx="60959" cy="60968"/>
            </a:xfrm>
            <a:prstGeom prst="rect">
              <a:avLst/>
            </a:prstGeom>
          </p:spPr>
        </p:pic>
        <p:pic>
          <p:nvPicPr>
            <p:cNvPr id="358" name="Vector [Figma 9887:69067]" descr="Vector. векторный контур">
              <a:extLst>
                <a:ext uri="{FF2B5EF4-FFF2-40B4-BE49-F238E27FC236}">
                  <a16:creationId xmlns:a16="http://schemas.microsoft.com/office/drawing/2014/main" id="{C75F23BB-E6BE-427A-B0E7-D803330BF77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075276" y="4912991"/>
              <a:ext cx="60959" cy="60968"/>
            </a:xfrm>
            <a:prstGeom prst="rect">
              <a:avLst/>
            </a:prstGeom>
          </p:spPr>
        </p:pic>
        <p:pic>
          <p:nvPicPr>
            <p:cNvPr id="359" name="Vector [Figma 9887:69071]" descr="Vector. векторный контур">
              <a:extLst>
                <a:ext uri="{FF2B5EF4-FFF2-40B4-BE49-F238E27FC236}">
                  <a16:creationId xmlns:a16="http://schemas.microsoft.com/office/drawing/2014/main" id="{98A90751-02BE-425D-A1E3-3983B0A24C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>
              <a:off x="10136238" y="4912991"/>
              <a:ext cx="60959" cy="60968"/>
            </a:xfrm>
            <a:prstGeom prst="rect">
              <a:avLst/>
            </a:prstGeom>
          </p:spPr>
        </p:pic>
        <p:pic>
          <p:nvPicPr>
            <p:cNvPr id="360" name="Vector [Figma 9887:69075]" descr="Vector. векторный контур">
              <a:extLst>
                <a:ext uri="{FF2B5EF4-FFF2-40B4-BE49-F238E27FC236}">
                  <a16:creationId xmlns:a16="http://schemas.microsoft.com/office/drawing/2014/main" id="{CA581333-C4A0-4978-8101-FADA425789E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p:blipFill>
          <p:spPr>
            <a:xfrm>
              <a:off x="10258156" y="4912991"/>
              <a:ext cx="60959" cy="60968"/>
            </a:xfrm>
            <a:prstGeom prst="rect">
              <a:avLst/>
            </a:prstGeom>
          </p:spPr>
        </p:pic>
        <p:pic>
          <p:nvPicPr>
            <p:cNvPr id="361" name="Vector [Figma 9887:69079]" descr="Vector. векторный контур">
              <a:extLst>
                <a:ext uri="{FF2B5EF4-FFF2-40B4-BE49-F238E27FC236}">
                  <a16:creationId xmlns:a16="http://schemas.microsoft.com/office/drawing/2014/main" id="{9E61754A-6BB9-4A89-A95F-C0325B7030C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0319118" y="4912991"/>
              <a:ext cx="60959" cy="60968"/>
            </a:xfrm>
            <a:prstGeom prst="rect">
              <a:avLst/>
            </a:prstGeom>
          </p:spPr>
        </p:pic>
        <p:pic>
          <p:nvPicPr>
            <p:cNvPr id="362" name="Vector [Figma 9887:69083]" descr="Vector. векторный контур">
              <a:extLst>
                <a:ext uri="{FF2B5EF4-FFF2-40B4-BE49-F238E27FC236}">
                  <a16:creationId xmlns:a16="http://schemas.microsoft.com/office/drawing/2014/main" id="{545D1BB6-B0B2-4DD8-9144-47B5E481B1F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10501996" y="4912991"/>
              <a:ext cx="60959" cy="60968"/>
            </a:xfrm>
            <a:prstGeom prst="rect">
              <a:avLst/>
            </a:prstGeom>
          </p:spPr>
        </p:pic>
        <p:pic>
          <p:nvPicPr>
            <p:cNvPr id="363" name="Vector [Figma 9887:69087]" descr="Vector. векторный контур">
              <a:extLst>
                <a:ext uri="{FF2B5EF4-FFF2-40B4-BE49-F238E27FC236}">
                  <a16:creationId xmlns:a16="http://schemas.microsoft.com/office/drawing/2014/main" id="{39477006-8015-473E-A51B-BDC19E68464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10684876" y="4912991"/>
              <a:ext cx="60959" cy="60968"/>
            </a:xfrm>
            <a:prstGeom prst="rect">
              <a:avLst/>
            </a:prstGeom>
          </p:spPr>
        </p:pic>
        <p:pic>
          <p:nvPicPr>
            <p:cNvPr id="364" name="Vector [Figma 9887:69090]" descr="Vector. векторный контур">
              <a:extLst>
                <a:ext uri="{FF2B5EF4-FFF2-40B4-BE49-F238E27FC236}">
                  <a16:creationId xmlns:a16="http://schemas.microsoft.com/office/drawing/2014/main" id="{E9598EE9-247B-419C-9E3F-34B86D0262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745835" y="4912991"/>
              <a:ext cx="60959" cy="60968"/>
            </a:xfrm>
            <a:prstGeom prst="rect">
              <a:avLst/>
            </a:prstGeom>
          </p:spPr>
        </p:pic>
        <p:pic>
          <p:nvPicPr>
            <p:cNvPr id="365" name="Vector [Figma 9887:69094]" descr="Vector. векторный контур">
              <a:extLst>
                <a:ext uri="{FF2B5EF4-FFF2-40B4-BE49-F238E27FC236}">
                  <a16:creationId xmlns:a16="http://schemas.microsoft.com/office/drawing/2014/main" id="{A4DC73B4-B486-44E1-A657-30256BC2916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10867756" y="4912991"/>
              <a:ext cx="60959" cy="60968"/>
            </a:xfrm>
            <a:prstGeom prst="rect">
              <a:avLst/>
            </a:prstGeom>
          </p:spPr>
        </p:pic>
        <p:pic>
          <p:nvPicPr>
            <p:cNvPr id="366" name="Vector [Figma 9887:69097]" descr="Vector. векторный контур">
              <a:extLst>
                <a:ext uri="{FF2B5EF4-FFF2-40B4-BE49-F238E27FC236}">
                  <a16:creationId xmlns:a16="http://schemas.microsoft.com/office/drawing/2014/main" id="{7C726778-F370-44AA-B5E4-DB6C8A306C8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989675" y="4912991"/>
              <a:ext cx="60959" cy="60968"/>
            </a:xfrm>
            <a:prstGeom prst="rect">
              <a:avLst/>
            </a:prstGeom>
          </p:spPr>
        </p:pic>
        <p:pic>
          <p:nvPicPr>
            <p:cNvPr id="367" name="Vector [Figma 9887:69101]" descr="Vector. векторный контур">
              <a:extLst>
                <a:ext uri="{FF2B5EF4-FFF2-40B4-BE49-F238E27FC236}">
                  <a16:creationId xmlns:a16="http://schemas.microsoft.com/office/drawing/2014/main" id="{9B22A389-5A37-4B49-8AB2-87FE23B2DCE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11172555" y="4912991"/>
              <a:ext cx="60959" cy="60968"/>
            </a:xfrm>
            <a:prstGeom prst="rect">
              <a:avLst/>
            </a:prstGeom>
          </p:spPr>
        </p:pic>
        <p:pic>
          <p:nvPicPr>
            <p:cNvPr id="368" name="Vector [Figma 9887:69104]" descr="Vector. векторный контур">
              <a:extLst>
                <a:ext uri="{FF2B5EF4-FFF2-40B4-BE49-F238E27FC236}">
                  <a16:creationId xmlns:a16="http://schemas.microsoft.com/office/drawing/2014/main" id="{9EB98550-9618-4D14-925F-3CDE8EF1C88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1233511" y="4912991"/>
              <a:ext cx="60959" cy="60968"/>
            </a:xfrm>
            <a:prstGeom prst="rect">
              <a:avLst/>
            </a:prstGeom>
          </p:spPr>
        </p:pic>
        <p:pic>
          <p:nvPicPr>
            <p:cNvPr id="369" name="Vector [Figma 9887:69107]" descr="Vector. векторный контур">
              <a:extLst>
                <a:ext uri="{FF2B5EF4-FFF2-40B4-BE49-F238E27FC236}">
                  <a16:creationId xmlns:a16="http://schemas.microsoft.com/office/drawing/2014/main" id="{72EEA130-9F7E-4D08-B05F-CFF9495A14E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1294473" y="4912991"/>
              <a:ext cx="60959" cy="60968"/>
            </a:xfrm>
            <a:prstGeom prst="rect">
              <a:avLst/>
            </a:prstGeom>
          </p:spPr>
        </p:pic>
        <p:pic>
          <p:nvPicPr>
            <p:cNvPr id="370" name="Vector [Figma 9887:69110]" descr="Vector. векторный контур">
              <a:extLst>
                <a:ext uri="{FF2B5EF4-FFF2-40B4-BE49-F238E27FC236}">
                  <a16:creationId xmlns:a16="http://schemas.microsoft.com/office/drawing/2014/main" id="{9E419769-654C-4F45-8D81-72801BD230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1355435" y="4912991"/>
              <a:ext cx="60959" cy="60968"/>
            </a:xfrm>
            <a:prstGeom prst="rect">
              <a:avLst/>
            </a:prstGeom>
          </p:spPr>
        </p:pic>
        <p:pic>
          <p:nvPicPr>
            <p:cNvPr id="371" name="Vector [Figma 9887:69114]" descr="Vector. векторный контур">
              <a:extLst>
                <a:ext uri="{FF2B5EF4-FFF2-40B4-BE49-F238E27FC236}">
                  <a16:creationId xmlns:a16="http://schemas.microsoft.com/office/drawing/2014/main" id="{0CAB416D-D74A-45EF-AD44-4D62504E407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1416391" y="4912991"/>
              <a:ext cx="60959" cy="60968"/>
            </a:xfrm>
            <a:prstGeom prst="rect">
              <a:avLst/>
            </a:prstGeom>
          </p:spPr>
        </p:pic>
        <p:pic>
          <p:nvPicPr>
            <p:cNvPr id="372" name="Vector [Figma 9887:69118]" descr="Vector. векторный контур">
              <a:extLst>
                <a:ext uri="{FF2B5EF4-FFF2-40B4-BE49-F238E27FC236}">
                  <a16:creationId xmlns:a16="http://schemas.microsoft.com/office/drawing/2014/main" id="{D0D7249F-5EF4-4177-A004-38448ED7188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p:blipFill>
          <p:spPr>
            <a:xfrm>
              <a:off x="9953358" y="4973910"/>
              <a:ext cx="60959" cy="60968"/>
            </a:xfrm>
            <a:prstGeom prst="rect">
              <a:avLst/>
            </a:prstGeom>
          </p:spPr>
        </p:pic>
        <p:pic>
          <p:nvPicPr>
            <p:cNvPr id="373" name="Vector [Figma 9887:69122]" descr="Vector. векторный контур">
              <a:extLst>
                <a:ext uri="{FF2B5EF4-FFF2-40B4-BE49-F238E27FC236}">
                  <a16:creationId xmlns:a16="http://schemas.microsoft.com/office/drawing/2014/main" id="{75897F2F-BC7D-4A0C-9AE6-86575AB82D2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p:blipFill>
          <p:spPr>
            <a:xfrm>
              <a:off x="10075276" y="4973910"/>
              <a:ext cx="60959" cy="60968"/>
            </a:xfrm>
            <a:prstGeom prst="rect">
              <a:avLst/>
            </a:prstGeom>
          </p:spPr>
        </p:pic>
        <p:pic>
          <p:nvPicPr>
            <p:cNvPr id="374" name="Vector [Figma 9887:69126]" descr="Vector. векторный контур">
              <a:extLst>
                <a:ext uri="{FF2B5EF4-FFF2-40B4-BE49-F238E27FC236}">
                  <a16:creationId xmlns:a16="http://schemas.microsoft.com/office/drawing/2014/main" id="{9D9DF267-4517-40FE-9C36-880A360D6CF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10197200" y="4973910"/>
              <a:ext cx="60959" cy="60968"/>
            </a:xfrm>
            <a:prstGeom prst="rect">
              <a:avLst/>
            </a:prstGeom>
          </p:spPr>
        </p:pic>
        <p:pic>
          <p:nvPicPr>
            <p:cNvPr id="375" name="Vector [Figma 9887:69130]" descr="Vector. векторный контур">
              <a:extLst>
                <a:ext uri="{FF2B5EF4-FFF2-40B4-BE49-F238E27FC236}">
                  <a16:creationId xmlns:a16="http://schemas.microsoft.com/office/drawing/2014/main" id="{3E535B88-E4D8-4895-A5B5-070862BF52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10380074" y="4973910"/>
              <a:ext cx="60959" cy="60968"/>
            </a:xfrm>
            <a:prstGeom prst="rect">
              <a:avLst/>
            </a:prstGeom>
          </p:spPr>
        </p:pic>
        <p:pic>
          <p:nvPicPr>
            <p:cNvPr id="376" name="Vector [Figma 9887:69134]" descr="Vector. векторный контур">
              <a:extLst>
                <a:ext uri="{FF2B5EF4-FFF2-40B4-BE49-F238E27FC236}">
                  <a16:creationId xmlns:a16="http://schemas.microsoft.com/office/drawing/2014/main" id="{B60F8650-C7E5-4C15-B309-50048FCF8A9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10562955" y="4973910"/>
              <a:ext cx="60959" cy="60968"/>
            </a:xfrm>
            <a:prstGeom prst="rect">
              <a:avLst/>
            </a:prstGeom>
          </p:spPr>
        </p:pic>
        <p:pic>
          <p:nvPicPr>
            <p:cNvPr id="377" name="Vector [Figma 9887:69138]" descr="Vector. векторный контур">
              <a:extLst>
                <a:ext uri="{FF2B5EF4-FFF2-40B4-BE49-F238E27FC236}">
                  <a16:creationId xmlns:a16="http://schemas.microsoft.com/office/drawing/2014/main" id="{3EEFA21C-C8CD-4889-8C10-5AE6E119429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p:blipFill>
          <p:spPr>
            <a:xfrm>
              <a:off x="10745835" y="4973910"/>
              <a:ext cx="60959" cy="60968"/>
            </a:xfrm>
            <a:prstGeom prst="rect">
              <a:avLst/>
            </a:prstGeom>
          </p:spPr>
        </p:pic>
        <p:pic>
          <p:nvPicPr>
            <p:cNvPr id="378" name="Vector [Figma 9887:69141]" descr="Vector. векторный контур">
              <a:extLst>
                <a:ext uri="{FF2B5EF4-FFF2-40B4-BE49-F238E27FC236}">
                  <a16:creationId xmlns:a16="http://schemas.microsoft.com/office/drawing/2014/main" id="{94699D84-60D1-4B1E-AE46-513A772FDBF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806794" y="4973910"/>
              <a:ext cx="60959" cy="60968"/>
            </a:xfrm>
            <a:prstGeom prst="rect">
              <a:avLst/>
            </a:prstGeom>
          </p:spPr>
        </p:pic>
        <p:pic>
          <p:nvPicPr>
            <p:cNvPr id="379" name="Vector [Figma 9887:69144]" descr="Vector. векторный контур">
              <a:extLst>
                <a:ext uri="{FF2B5EF4-FFF2-40B4-BE49-F238E27FC236}">
                  <a16:creationId xmlns:a16="http://schemas.microsoft.com/office/drawing/2014/main" id="{B51E9115-1546-4025-B6EC-719CF762B2C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867756" y="4973910"/>
              <a:ext cx="60959" cy="60968"/>
            </a:xfrm>
            <a:prstGeom prst="rect">
              <a:avLst/>
            </a:prstGeom>
          </p:spPr>
        </p:pic>
        <p:pic>
          <p:nvPicPr>
            <p:cNvPr id="380" name="Vector [Figma 9887:69147]" descr="Vector. векторный контур">
              <a:extLst>
                <a:ext uri="{FF2B5EF4-FFF2-40B4-BE49-F238E27FC236}">
                  <a16:creationId xmlns:a16="http://schemas.microsoft.com/office/drawing/2014/main" id="{AC91F506-5CC9-401C-A055-258478105E2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989675" y="4973910"/>
              <a:ext cx="60959" cy="60968"/>
            </a:xfrm>
            <a:prstGeom prst="rect">
              <a:avLst/>
            </a:prstGeom>
          </p:spPr>
        </p:pic>
        <p:pic>
          <p:nvPicPr>
            <p:cNvPr id="381" name="Vector [Figma 9887:69151]" descr="Vector. векторный контур">
              <a:extLst>
                <a:ext uri="{FF2B5EF4-FFF2-40B4-BE49-F238E27FC236}">
                  <a16:creationId xmlns:a16="http://schemas.microsoft.com/office/drawing/2014/main" id="{47ADC1F4-2581-47C1-BAB2-0D94B98581B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1050637" y="4973910"/>
              <a:ext cx="60959" cy="60968"/>
            </a:xfrm>
            <a:prstGeom prst="rect">
              <a:avLst/>
            </a:prstGeom>
          </p:spPr>
        </p:pic>
        <p:pic>
          <p:nvPicPr>
            <p:cNvPr id="382" name="Vector [Figma 9887:69155]" descr="Vector. векторный контур">
              <a:extLst>
                <a:ext uri="{FF2B5EF4-FFF2-40B4-BE49-F238E27FC236}">
                  <a16:creationId xmlns:a16="http://schemas.microsoft.com/office/drawing/2014/main" id="{3A7CDADE-65E5-43FD-9F36-011EE2E1B70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p:blipFill>
          <p:spPr>
            <a:xfrm>
              <a:off x="11355435" y="4973910"/>
              <a:ext cx="60959" cy="60968"/>
            </a:xfrm>
            <a:prstGeom prst="rect">
              <a:avLst/>
            </a:prstGeom>
          </p:spPr>
        </p:pic>
        <p:pic>
          <p:nvPicPr>
            <p:cNvPr id="383" name="Vector [Figma 9887:69159]" descr="Vector. векторный контур">
              <a:extLst>
                <a:ext uri="{FF2B5EF4-FFF2-40B4-BE49-F238E27FC236}">
                  <a16:creationId xmlns:a16="http://schemas.microsoft.com/office/drawing/2014/main" id="{1FCA93C3-E0EA-472B-9FF4-5AB9C7175C3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10319118" y="5034779"/>
              <a:ext cx="60959" cy="60968"/>
            </a:xfrm>
            <a:prstGeom prst="rect">
              <a:avLst/>
            </a:prstGeom>
          </p:spPr>
        </p:pic>
        <p:pic>
          <p:nvPicPr>
            <p:cNvPr id="384" name="Vector [Figma 9887:69163]" descr="Vector. векторный контур">
              <a:extLst>
                <a:ext uri="{FF2B5EF4-FFF2-40B4-BE49-F238E27FC236}">
                  <a16:creationId xmlns:a16="http://schemas.microsoft.com/office/drawing/2014/main" id="{4B83A8DD-D8CD-416C-9FE4-D0DF78BDD26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10441037" y="5034779"/>
              <a:ext cx="60959" cy="60968"/>
            </a:xfrm>
            <a:prstGeom prst="rect">
              <a:avLst/>
            </a:prstGeom>
          </p:spPr>
        </p:pic>
        <p:pic>
          <p:nvPicPr>
            <p:cNvPr id="385" name="Vector [Figma 9887:69166]" descr="Vector. векторный контур">
              <a:extLst>
                <a:ext uri="{FF2B5EF4-FFF2-40B4-BE49-F238E27FC236}">
                  <a16:creationId xmlns:a16="http://schemas.microsoft.com/office/drawing/2014/main" id="{4C0F4FF6-474E-4E54-9660-C99F39B29C3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562955" y="5034804"/>
              <a:ext cx="60959" cy="60968"/>
            </a:xfrm>
            <a:prstGeom prst="rect">
              <a:avLst/>
            </a:prstGeom>
          </p:spPr>
        </p:pic>
        <p:pic>
          <p:nvPicPr>
            <p:cNvPr id="386" name="Vector [Figma 9887:69169]" descr="Vector. векторный контур">
              <a:extLst>
                <a:ext uri="{FF2B5EF4-FFF2-40B4-BE49-F238E27FC236}">
                  <a16:creationId xmlns:a16="http://schemas.microsoft.com/office/drawing/2014/main" id="{76247083-70C1-4E4C-B566-3F6C774F96A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867756" y="5034804"/>
              <a:ext cx="60959" cy="60968"/>
            </a:xfrm>
            <a:prstGeom prst="rect">
              <a:avLst/>
            </a:prstGeom>
          </p:spPr>
        </p:pic>
        <p:pic>
          <p:nvPicPr>
            <p:cNvPr id="387" name="Vector [Figma 9887:69173]" descr="Vector. векторный контур">
              <a:extLst>
                <a:ext uri="{FF2B5EF4-FFF2-40B4-BE49-F238E27FC236}">
                  <a16:creationId xmlns:a16="http://schemas.microsoft.com/office/drawing/2014/main" id="{71D1917D-8DD2-4579-B6BA-1D3BFC916B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p:blipFill>
          <p:spPr>
            <a:xfrm>
              <a:off x="10989675" y="5034779"/>
              <a:ext cx="60959" cy="60968"/>
            </a:xfrm>
            <a:prstGeom prst="rect">
              <a:avLst/>
            </a:prstGeom>
          </p:spPr>
        </p:pic>
        <p:pic>
          <p:nvPicPr>
            <p:cNvPr id="388" name="Vector [Figma 9887:69177]" descr="Vector. векторный контур">
              <a:extLst>
                <a:ext uri="{FF2B5EF4-FFF2-40B4-BE49-F238E27FC236}">
                  <a16:creationId xmlns:a16="http://schemas.microsoft.com/office/drawing/2014/main" id="{A9688A2A-87FE-43DB-A2D6-BA9787193E8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11111593" y="5034779"/>
              <a:ext cx="60959" cy="60968"/>
            </a:xfrm>
            <a:prstGeom prst="rect">
              <a:avLst/>
            </a:prstGeom>
          </p:spPr>
        </p:pic>
        <p:pic>
          <p:nvPicPr>
            <p:cNvPr id="389" name="Vector [Figma 9887:69180]" descr="Vector. векторный контур">
              <a:extLst>
                <a:ext uri="{FF2B5EF4-FFF2-40B4-BE49-F238E27FC236}">
                  <a16:creationId xmlns:a16="http://schemas.microsoft.com/office/drawing/2014/main" id="{CDDB8B59-F751-492E-8FD8-C1381D9FC9D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1172555" y="5034804"/>
              <a:ext cx="60959" cy="60968"/>
            </a:xfrm>
            <a:prstGeom prst="rect">
              <a:avLst/>
            </a:prstGeom>
          </p:spPr>
        </p:pic>
        <p:pic>
          <p:nvPicPr>
            <p:cNvPr id="390" name="Vector [Figma 9887:69183]" descr="Vector. векторный контур">
              <a:extLst>
                <a:ext uri="{FF2B5EF4-FFF2-40B4-BE49-F238E27FC236}">
                  <a16:creationId xmlns:a16="http://schemas.microsoft.com/office/drawing/2014/main" id="{924542F7-C14A-4F7E-9BBD-A823B201A53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1233511" y="5034804"/>
              <a:ext cx="60959" cy="60968"/>
            </a:xfrm>
            <a:prstGeom prst="rect">
              <a:avLst/>
            </a:prstGeom>
          </p:spPr>
        </p:pic>
        <p:pic>
          <p:nvPicPr>
            <p:cNvPr id="391" name="Vector [Figma 9887:69187]" descr="Vector. векторный контур">
              <a:extLst>
                <a:ext uri="{FF2B5EF4-FFF2-40B4-BE49-F238E27FC236}">
                  <a16:creationId xmlns:a16="http://schemas.microsoft.com/office/drawing/2014/main" id="{0103A183-6117-471A-8F21-88AFD26EE10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11294473" y="5034779"/>
              <a:ext cx="60959" cy="60968"/>
            </a:xfrm>
            <a:prstGeom prst="rect">
              <a:avLst/>
            </a:prstGeom>
          </p:spPr>
        </p:pic>
        <p:pic>
          <p:nvPicPr>
            <p:cNvPr id="392" name="Vector [Figma 9887:69191]" descr="Vector. векторный контур">
              <a:extLst>
                <a:ext uri="{FF2B5EF4-FFF2-40B4-BE49-F238E27FC236}">
                  <a16:creationId xmlns:a16="http://schemas.microsoft.com/office/drawing/2014/main" id="{849E784F-B718-4EBA-B9F3-7D7A17E64E6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10075276" y="5095847"/>
              <a:ext cx="60959" cy="60968"/>
            </a:xfrm>
            <a:prstGeom prst="rect">
              <a:avLst/>
            </a:prstGeom>
          </p:spPr>
        </p:pic>
        <p:pic>
          <p:nvPicPr>
            <p:cNvPr id="393" name="Vector [Figma 9887:69194]" descr="Vector. векторный контур">
              <a:extLst>
                <a:ext uri="{FF2B5EF4-FFF2-40B4-BE49-F238E27FC236}">
                  <a16:creationId xmlns:a16="http://schemas.microsoft.com/office/drawing/2014/main" id="{08331B3E-C4A1-427A-A903-4970CC3A404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136238" y="5095847"/>
              <a:ext cx="60959" cy="60968"/>
            </a:xfrm>
            <a:prstGeom prst="rect">
              <a:avLst/>
            </a:prstGeom>
          </p:spPr>
        </p:pic>
        <p:pic>
          <p:nvPicPr>
            <p:cNvPr id="394" name="Vector [Figma 9887:69197]" descr="Vector. векторный контур">
              <a:extLst>
                <a:ext uri="{FF2B5EF4-FFF2-40B4-BE49-F238E27FC236}">
                  <a16:creationId xmlns:a16="http://schemas.microsoft.com/office/drawing/2014/main" id="{EC2A6434-AAF4-41BF-BFE0-25B3540CE60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197200" y="5095847"/>
              <a:ext cx="60959" cy="60968"/>
            </a:xfrm>
            <a:prstGeom prst="rect">
              <a:avLst/>
            </a:prstGeom>
          </p:spPr>
        </p:pic>
        <p:pic>
          <p:nvPicPr>
            <p:cNvPr id="395" name="Vector [Figma 9887:69201]" descr="Vector. векторный контур">
              <a:extLst>
                <a:ext uri="{FF2B5EF4-FFF2-40B4-BE49-F238E27FC236}">
                  <a16:creationId xmlns:a16="http://schemas.microsoft.com/office/drawing/2014/main" id="{22C75BF2-D4FF-4110-B10E-C534C64D076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10258156" y="5095847"/>
              <a:ext cx="60959" cy="60968"/>
            </a:xfrm>
            <a:prstGeom prst="rect">
              <a:avLst/>
            </a:prstGeom>
          </p:spPr>
        </p:pic>
        <p:pic>
          <p:nvPicPr>
            <p:cNvPr id="396" name="Vector [Figma 9887:69205]" descr="Vector. векторный контур">
              <a:extLst>
                <a:ext uri="{FF2B5EF4-FFF2-40B4-BE49-F238E27FC236}">
                  <a16:creationId xmlns:a16="http://schemas.microsoft.com/office/drawing/2014/main" id="{6D085477-A133-4CC5-9F67-307C8DD7591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10380074" y="5095847"/>
              <a:ext cx="60959" cy="60968"/>
            </a:xfrm>
            <a:prstGeom prst="rect">
              <a:avLst/>
            </a:prstGeom>
          </p:spPr>
        </p:pic>
        <p:pic>
          <p:nvPicPr>
            <p:cNvPr id="397" name="Vector [Figma 9887:69209]" descr="Vector. векторный контур">
              <a:extLst>
                <a:ext uri="{FF2B5EF4-FFF2-40B4-BE49-F238E27FC236}">
                  <a16:creationId xmlns:a16="http://schemas.microsoft.com/office/drawing/2014/main" id="{E2A707B0-09D9-4797-A761-2273688DFCB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10501996" y="5095847"/>
              <a:ext cx="60959" cy="60968"/>
            </a:xfrm>
            <a:prstGeom prst="rect">
              <a:avLst/>
            </a:prstGeom>
          </p:spPr>
        </p:pic>
        <p:pic>
          <p:nvPicPr>
            <p:cNvPr id="398" name="Vector [Figma 9887:69212]" descr="Vector. векторный контур">
              <a:extLst>
                <a:ext uri="{FF2B5EF4-FFF2-40B4-BE49-F238E27FC236}">
                  <a16:creationId xmlns:a16="http://schemas.microsoft.com/office/drawing/2014/main" id="{E31F0DB2-1862-49C3-9043-6A20A1989FB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562955" y="5095847"/>
              <a:ext cx="60959" cy="60968"/>
            </a:xfrm>
            <a:prstGeom prst="rect">
              <a:avLst/>
            </a:prstGeom>
          </p:spPr>
        </p:pic>
        <p:pic>
          <p:nvPicPr>
            <p:cNvPr id="399" name="Vector [Figma 9887:69216]" descr="Vector. векторный контур">
              <a:extLst>
                <a:ext uri="{FF2B5EF4-FFF2-40B4-BE49-F238E27FC236}">
                  <a16:creationId xmlns:a16="http://schemas.microsoft.com/office/drawing/2014/main" id="{11B4B1BE-1D4E-45E2-B297-56764B1FC66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10684876" y="5095847"/>
              <a:ext cx="60959" cy="60968"/>
            </a:xfrm>
            <a:prstGeom prst="rect">
              <a:avLst/>
            </a:prstGeom>
          </p:spPr>
        </p:pic>
        <p:pic>
          <p:nvPicPr>
            <p:cNvPr id="400" name="Vector [Figma 9887:69220]" descr="Vector. векторный контур">
              <a:extLst>
                <a:ext uri="{FF2B5EF4-FFF2-40B4-BE49-F238E27FC236}">
                  <a16:creationId xmlns:a16="http://schemas.microsoft.com/office/drawing/2014/main" id="{44205A53-1D3C-457D-ADE0-D6AA38F696F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10806794" y="5095847"/>
              <a:ext cx="60959" cy="60968"/>
            </a:xfrm>
            <a:prstGeom prst="rect">
              <a:avLst/>
            </a:prstGeom>
          </p:spPr>
        </p:pic>
        <p:pic>
          <p:nvPicPr>
            <p:cNvPr id="401" name="Vector [Figma 9887:69223]" descr="Vector. векторный контур">
              <a:extLst>
                <a:ext uri="{FF2B5EF4-FFF2-40B4-BE49-F238E27FC236}">
                  <a16:creationId xmlns:a16="http://schemas.microsoft.com/office/drawing/2014/main" id="{76D0F16F-E826-4A63-B252-83EB080B937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867756" y="5095847"/>
              <a:ext cx="60959" cy="60968"/>
            </a:xfrm>
            <a:prstGeom prst="rect">
              <a:avLst/>
            </a:prstGeom>
          </p:spPr>
        </p:pic>
        <p:pic>
          <p:nvPicPr>
            <p:cNvPr id="402" name="Vector [Figma 9887:69227]" descr="Vector. векторный контур">
              <a:extLst>
                <a:ext uri="{FF2B5EF4-FFF2-40B4-BE49-F238E27FC236}">
                  <a16:creationId xmlns:a16="http://schemas.microsoft.com/office/drawing/2014/main" id="{FAEFF83C-EE27-417A-8585-C6871D116D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10928712" y="5095847"/>
              <a:ext cx="60959" cy="60968"/>
            </a:xfrm>
            <a:prstGeom prst="rect">
              <a:avLst/>
            </a:prstGeom>
          </p:spPr>
        </p:pic>
        <p:pic>
          <p:nvPicPr>
            <p:cNvPr id="403" name="Vector [Figma 9887:69230]" descr="Vector. векторный контур">
              <a:extLst>
                <a:ext uri="{FF2B5EF4-FFF2-40B4-BE49-F238E27FC236}">
                  <a16:creationId xmlns:a16="http://schemas.microsoft.com/office/drawing/2014/main" id="{924F86D1-D8C5-4D64-A032-2A38E0EFE46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1111593" y="5095847"/>
              <a:ext cx="60959" cy="60968"/>
            </a:xfrm>
            <a:prstGeom prst="rect">
              <a:avLst/>
            </a:prstGeom>
          </p:spPr>
        </p:pic>
        <p:pic>
          <p:nvPicPr>
            <p:cNvPr id="404" name="Vector [Figma 9887:69233]" descr="Vector. векторный контур">
              <a:extLst>
                <a:ext uri="{FF2B5EF4-FFF2-40B4-BE49-F238E27FC236}">
                  <a16:creationId xmlns:a16="http://schemas.microsoft.com/office/drawing/2014/main" id="{53EABFFA-7885-458A-B67A-967BE2F0925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1172555" y="5095847"/>
              <a:ext cx="60959" cy="60968"/>
            </a:xfrm>
            <a:prstGeom prst="rect">
              <a:avLst/>
            </a:prstGeom>
          </p:spPr>
        </p:pic>
        <p:pic>
          <p:nvPicPr>
            <p:cNvPr id="405" name="Vector [Figma 9887:69236]" descr="Vector. векторный контур">
              <a:extLst>
                <a:ext uri="{FF2B5EF4-FFF2-40B4-BE49-F238E27FC236}">
                  <a16:creationId xmlns:a16="http://schemas.microsoft.com/office/drawing/2014/main" id="{04DB1028-206D-489E-A0B7-12574D1F33A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1294473" y="5095847"/>
              <a:ext cx="60959" cy="60968"/>
            </a:xfrm>
            <a:prstGeom prst="rect">
              <a:avLst/>
            </a:prstGeom>
          </p:spPr>
        </p:pic>
        <p:pic>
          <p:nvPicPr>
            <p:cNvPr id="406" name="Vector [Figma 9887:69240]" descr="Vector. векторный контур">
              <a:extLst>
                <a:ext uri="{FF2B5EF4-FFF2-40B4-BE49-F238E27FC236}">
                  <a16:creationId xmlns:a16="http://schemas.microsoft.com/office/drawing/2014/main" id="{54076D05-A11F-4E08-8A3C-6D3038508B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1355435" y="5095847"/>
              <a:ext cx="60959" cy="60968"/>
            </a:xfrm>
            <a:prstGeom prst="rect">
              <a:avLst/>
            </a:prstGeom>
          </p:spPr>
        </p:pic>
        <p:pic>
          <p:nvPicPr>
            <p:cNvPr id="407" name="Vector [Figma 9887:69244]" descr="Vector. векторный контур">
              <a:extLst>
                <a:ext uri="{FF2B5EF4-FFF2-40B4-BE49-F238E27FC236}">
                  <a16:creationId xmlns:a16="http://schemas.microsoft.com/office/drawing/2014/main" id="{B707E950-DBD4-4E33-A731-2C5EF124764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9953358" y="5156766"/>
              <a:ext cx="60959" cy="60968"/>
            </a:xfrm>
            <a:prstGeom prst="rect">
              <a:avLst/>
            </a:prstGeom>
          </p:spPr>
        </p:pic>
        <p:pic>
          <p:nvPicPr>
            <p:cNvPr id="408" name="Vector [Figma 9887:69247]" descr="Vector. векторный контур">
              <a:extLst>
                <a:ext uri="{FF2B5EF4-FFF2-40B4-BE49-F238E27FC236}">
                  <a16:creationId xmlns:a16="http://schemas.microsoft.com/office/drawing/2014/main" id="{F73690C2-7E98-4474-B143-88C3E2EFF07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014320" y="5156790"/>
              <a:ext cx="60959" cy="60968"/>
            </a:xfrm>
            <a:prstGeom prst="rect">
              <a:avLst/>
            </a:prstGeom>
          </p:spPr>
        </p:pic>
        <p:pic>
          <p:nvPicPr>
            <p:cNvPr id="409" name="Vector [Figma 9887:69250]" descr="Vector. векторный контур">
              <a:extLst>
                <a:ext uri="{FF2B5EF4-FFF2-40B4-BE49-F238E27FC236}">
                  <a16:creationId xmlns:a16="http://schemas.microsoft.com/office/drawing/2014/main" id="{49DF34B4-CC5B-47DB-8A7D-375E6315F79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075276" y="5156790"/>
              <a:ext cx="60959" cy="60968"/>
            </a:xfrm>
            <a:prstGeom prst="rect">
              <a:avLst/>
            </a:prstGeom>
          </p:spPr>
        </p:pic>
        <p:pic>
          <p:nvPicPr>
            <p:cNvPr id="410" name="Vector [Figma 9887:69253]" descr="Vector. векторный контур">
              <a:extLst>
                <a:ext uri="{FF2B5EF4-FFF2-40B4-BE49-F238E27FC236}">
                  <a16:creationId xmlns:a16="http://schemas.microsoft.com/office/drawing/2014/main" id="{786E0C50-F3E3-41DD-A26B-23628EDD0DC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136238" y="5156790"/>
              <a:ext cx="60959" cy="60968"/>
            </a:xfrm>
            <a:prstGeom prst="rect">
              <a:avLst/>
            </a:prstGeom>
          </p:spPr>
        </p:pic>
        <p:pic>
          <p:nvPicPr>
            <p:cNvPr id="411" name="Vector [Figma 9887:69256]" descr="Vector. векторный контур">
              <a:extLst>
                <a:ext uri="{FF2B5EF4-FFF2-40B4-BE49-F238E27FC236}">
                  <a16:creationId xmlns:a16="http://schemas.microsoft.com/office/drawing/2014/main" id="{0BF26FCE-8748-4540-A85F-CD896FF209F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197200" y="5156790"/>
              <a:ext cx="60959" cy="60968"/>
            </a:xfrm>
            <a:prstGeom prst="rect">
              <a:avLst/>
            </a:prstGeom>
          </p:spPr>
        </p:pic>
        <p:pic>
          <p:nvPicPr>
            <p:cNvPr id="412" name="Vector [Figma 9887:69259]" descr="Vector. векторный контур">
              <a:extLst>
                <a:ext uri="{FF2B5EF4-FFF2-40B4-BE49-F238E27FC236}">
                  <a16:creationId xmlns:a16="http://schemas.microsoft.com/office/drawing/2014/main" id="{6562D653-02B1-4949-8637-8D69EED9E59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258156" y="5156790"/>
              <a:ext cx="60959" cy="60968"/>
            </a:xfrm>
            <a:prstGeom prst="rect">
              <a:avLst/>
            </a:prstGeom>
          </p:spPr>
        </p:pic>
        <p:pic>
          <p:nvPicPr>
            <p:cNvPr id="413" name="Vector [Figma 9887:69263]" descr="Vector. векторный контур">
              <a:extLst>
                <a:ext uri="{FF2B5EF4-FFF2-40B4-BE49-F238E27FC236}">
                  <a16:creationId xmlns:a16="http://schemas.microsoft.com/office/drawing/2014/main" id="{837EB581-AFD6-4A71-97BB-8F826B82456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0319118" y="5156766"/>
              <a:ext cx="60959" cy="60968"/>
            </a:xfrm>
            <a:prstGeom prst="rect">
              <a:avLst/>
            </a:prstGeom>
          </p:spPr>
        </p:pic>
        <p:pic>
          <p:nvPicPr>
            <p:cNvPr id="414" name="Vector [Figma 9887:69267]" descr="Vector. векторный контур">
              <a:extLst>
                <a:ext uri="{FF2B5EF4-FFF2-40B4-BE49-F238E27FC236}">
                  <a16:creationId xmlns:a16="http://schemas.microsoft.com/office/drawing/2014/main" id="{54EFBFE5-B620-4BBC-AAB9-7E107DAE828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10441037" y="5156766"/>
              <a:ext cx="60959" cy="60968"/>
            </a:xfrm>
            <a:prstGeom prst="rect">
              <a:avLst/>
            </a:prstGeom>
          </p:spPr>
        </p:pic>
        <p:pic>
          <p:nvPicPr>
            <p:cNvPr id="415" name="Vector [Figma 9887:69270]" descr="Vector. векторный контур">
              <a:extLst>
                <a:ext uri="{FF2B5EF4-FFF2-40B4-BE49-F238E27FC236}">
                  <a16:creationId xmlns:a16="http://schemas.microsoft.com/office/drawing/2014/main" id="{F8997B91-9E95-409C-A73C-486F8F208DC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501996" y="5156790"/>
              <a:ext cx="60959" cy="60968"/>
            </a:xfrm>
            <a:prstGeom prst="rect">
              <a:avLst/>
            </a:prstGeom>
          </p:spPr>
        </p:pic>
        <p:pic>
          <p:nvPicPr>
            <p:cNvPr id="416" name="Vector [Figma 9887:69273]" descr="Vector. векторный контур">
              <a:extLst>
                <a:ext uri="{FF2B5EF4-FFF2-40B4-BE49-F238E27FC236}">
                  <a16:creationId xmlns:a16="http://schemas.microsoft.com/office/drawing/2014/main" id="{0A9667B7-FF27-4780-B806-DDD5185F0F1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562955" y="5156790"/>
              <a:ext cx="60959" cy="60968"/>
            </a:xfrm>
            <a:prstGeom prst="rect">
              <a:avLst/>
            </a:prstGeom>
          </p:spPr>
        </p:pic>
        <p:pic>
          <p:nvPicPr>
            <p:cNvPr id="417" name="Vector [Figma 9887:69277]" descr="Vector. векторный контур">
              <a:extLst>
                <a:ext uri="{FF2B5EF4-FFF2-40B4-BE49-F238E27FC236}">
                  <a16:creationId xmlns:a16="http://schemas.microsoft.com/office/drawing/2014/main" id="{B80BC2AD-4B70-468A-A00C-FA437B4601D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0623917" y="5156766"/>
              <a:ext cx="60959" cy="60968"/>
            </a:xfrm>
            <a:prstGeom prst="rect">
              <a:avLst/>
            </a:prstGeom>
          </p:spPr>
        </p:pic>
        <p:pic>
          <p:nvPicPr>
            <p:cNvPr id="418" name="Vector [Figma 9887:69281]" descr="Vector. векторный контур">
              <a:extLst>
                <a:ext uri="{FF2B5EF4-FFF2-40B4-BE49-F238E27FC236}">
                  <a16:creationId xmlns:a16="http://schemas.microsoft.com/office/drawing/2014/main" id="{5C0C7D86-5B87-481A-94E6-2033F1B4E82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10745835" y="5156766"/>
              <a:ext cx="60959" cy="60968"/>
            </a:xfrm>
            <a:prstGeom prst="rect">
              <a:avLst/>
            </a:prstGeom>
          </p:spPr>
        </p:pic>
        <p:pic>
          <p:nvPicPr>
            <p:cNvPr id="419" name="Vector [Figma 9887:69285]" descr="Vector. векторный контур">
              <a:extLst>
                <a:ext uri="{FF2B5EF4-FFF2-40B4-BE49-F238E27FC236}">
                  <a16:creationId xmlns:a16="http://schemas.microsoft.com/office/drawing/2014/main" id="{217A725D-A026-4D8A-BF05-5AB3FDF9C74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>
              <a:off x="10806794" y="5156766"/>
              <a:ext cx="60959" cy="60968"/>
            </a:xfrm>
            <a:prstGeom prst="rect">
              <a:avLst/>
            </a:prstGeom>
          </p:spPr>
        </p:pic>
        <p:pic>
          <p:nvPicPr>
            <p:cNvPr id="420" name="Vector [Figma 9887:69288]" descr="Vector. векторный контур">
              <a:extLst>
                <a:ext uri="{FF2B5EF4-FFF2-40B4-BE49-F238E27FC236}">
                  <a16:creationId xmlns:a16="http://schemas.microsoft.com/office/drawing/2014/main" id="{3A75BEDD-4382-4E5F-BF5C-D72C32278AD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928712" y="5156790"/>
              <a:ext cx="60959" cy="60968"/>
            </a:xfrm>
            <a:prstGeom prst="rect">
              <a:avLst/>
            </a:prstGeom>
          </p:spPr>
        </p:pic>
        <p:pic>
          <p:nvPicPr>
            <p:cNvPr id="421" name="Vector [Figma 9887:69291]" descr="Vector. векторный контур">
              <a:extLst>
                <a:ext uri="{FF2B5EF4-FFF2-40B4-BE49-F238E27FC236}">
                  <a16:creationId xmlns:a16="http://schemas.microsoft.com/office/drawing/2014/main" id="{23B7A24F-D26E-457F-A09D-69F931B64C4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989675" y="5156790"/>
              <a:ext cx="60959" cy="60968"/>
            </a:xfrm>
            <a:prstGeom prst="rect">
              <a:avLst/>
            </a:prstGeom>
          </p:spPr>
        </p:pic>
        <p:pic>
          <p:nvPicPr>
            <p:cNvPr id="422" name="Vector [Figma 9887:69294]" descr="Vector. векторный контур">
              <a:extLst>
                <a:ext uri="{FF2B5EF4-FFF2-40B4-BE49-F238E27FC236}">
                  <a16:creationId xmlns:a16="http://schemas.microsoft.com/office/drawing/2014/main" id="{39F60954-50F1-4289-AAFE-4EC30A1727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1050637" y="5156790"/>
              <a:ext cx="60959" cy="60968"/>
            </a:xfrm>
            <a:prstGeom prst="rect">
              <a:avLst/>
            </a:prstGeom>
          </p:spPr>
        </p:pic>
        <p:pic>
          <p:nvPicPr>
            <p:cNvPr id="423" name="Vector [Figma 9887:69297]" descr="Vector. векторный контур">
              <a:extLst>
                <a:ext uri="{FF2B5EF4-FFF2-40B4-BE49-F238E27FC236}">
                  <a16:creationId xmlns:a16="http://schemas.microsoft.com/office/drawing/2014/main" id="{5FDCBF19-2659-4896-8321-840FBA991B4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1111593" y="5156790"/>
              <a:ext cx="60959" cy="60968"/>
            </a:xfrm>
            <a:prstGeom prst="rect">
              <a:avLst/>
            </a:prstGeom>
          </p:spPr>
        </p:pic>
        <p:pic>
          <p:nvPicPr>
            <p:cNvPr id="424" name="Vector [Figma 9887:69300]" descr="Vector. векторный контур">
              <a:extLst>
                <a:ext uri="{FF2B5EF4-FFF2-40B4-BE49-F238E27FC236}">
                  <a16:creationId xmlns:a16="http://schemas.microsoft.com/office/drawing/2014/main" id="{05721109-505A-47B9-B2C2-EB0C5E37F96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1172555" y="5156790"/>
              <a:ext cx="60959" cy="60968"/>
            </a:xfrm>
            <a:prstGeom prst="rect">
              <a:avLst/>
            </a:prstGeom>
          </p:spPr>
        </p:pic>
        <p:pic>
          <p:nvPicPr>
            <p:cNvPr id="425" name="Vector [Figma 9887:69303]" descr="Vector. векторный контур">
              <a:extLst>
                <a:ext uri="{FF2B5EF4-FFF2-40B4-BE49-F238E27FC236}">
                  <a16:creationId xmlns:a16="http://schemas.microsoft.com/office/drawing/2014/main" id="{B4C2F92B-738A-42C6-A297-3B0171E7D7B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1233511" y="5156790"/>
              <a:ext cx="60959" cy="60968"/>
            </a:xfrm>
            <a:prstGeom prst="rect">
              <a:avLst/>
            </a:prstGeom>
          </p:spPr>
        </p:pic>
        <p:pic>
          <p:nvPicPr>
            <p:cNvPr id="426" name="Vector [Figma 9887:69307]" descr="Vector. векторный контур">
              <a:extLst>
                <a:ext uri="{FF2B5EF4-FFF2-40B4-BE49-F238E27FC236}">
                  <a16:creationId xmlns:a16="http://schemas.microsoft.com/office/drawing/2014/main" id="{A26C71E8-00B9-4595-B43C-6F54B766C4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>
              <a:off x="11294473" y="5156766"/>
              <a:ext cx="60959" cy="60968"/>
            </a:xfrm>
            <a:prstGeom prst="rect">
              <a:avLst/>
            </a:prstGeom>
          </p:spPr>
        </p:pic>
        <p:pic>
          <p:nvPicPr>
            <p:cNvPr id="427" name="Vector [Figma 9887:69310]" descr="Vector. векторный контур">
              <a:extLst>
                <a:ext uri="{FF2B5EF4-FFF2-40B4-BE49-F238E27FC236}">
                  <a16:creationId xmlns:a16="http://schemas.microsoft.com/office/drawing/2014/main" id="{B1F2F5B9-4C8A-4508-B928-910EFE88F60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441037" y="5217784"/>
              <a:ext cx="60959" cy="60968"/>
            </a:xfrm>
            <a:prstGeom prst="rect">
              <a:avLst/>
            </a:prstGeom>
          </p:spPr>
        </p:pic>
        <p:pic>
          <p:nvPicPr>
            <p:cNvPr id="428" name="Vector [Figma 9887:69313]" descr="Vector. векторный контур">
              <a:extLst>
                <a:ext uri="{FF2B5EF4-FFF2-40B4-BE49-F238E27FC236}">
                  <a16:creationId xmlns:a16="http://schemas.microsoft.com/office/drawing/2014/main" id="{2A0EF16D-0B8B-44EA-A97A-4B36849550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501996" y="5217784"/>
              <a:ext cx="60959" cy="60968"/>
            </a:xfrm>
            <a:prstGeom prst="rect">
              <a:avLst/>
            </a:prstGeom>
          </p:spPr>
        </p:pic>
        <p:pic>
          <p:nvPicPr>
            <p:cNvPr id="429" name="Vector [Figma 9887:69317]" descr="Vector. векторный контур">
              <a:extLst>
                <a:ext uri="{FF2B5EF4-FFF2-40B4-BE49-F238E27FC236}">
                  <a16:creationId xmlns:a16="http://schemas.microsoft.com/office/drawing/2014/main" id="{C5E941F8-FF5C-4E76-9141-F84940E4C1F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10684876" y="5217784"/>
              <a:ext cx="60959" cy="60968"/>
            </a:xfrm>
            <a:prstGeom prst="rect">
              <a:avLst/>
            </a:prstGeom>
          </p:spPr>
        </p:pic>
        <p:pic>
          <p:nvPicPr>
            <p:cNvPr id="430" name="Vector [Figma 9887:69321]" descr="Vector. векторный контур">
              <a:extLst>
                <a:ext uri="{FF2B5EF4-FFF2-40B4-BE49-F238E27FC236}">
                  <a16:creationId xmlns:a16="http://schemas.microsoft.com/office/drawing/2014/main" id="{50CA3760-FAF4-4A49-AB86-CF40E4D6196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10867756" y="5217784"/>
              <a:ext cx="60959" cy="60968"/>
            </a:xfrm>
            <a:prstGeom prst="rect">
              <a:avLst/>
            </a:prstGeom>
          </p:spPr>
        </p:pic>
        <p:pic>
          <p:nvPicPr>
            <p:cNvPr id="431" name="Vector [Figma 9887:69324]" descr="Vector. векторный контур">
              <a:extLst>
                <a:ext uri="{FF2B5EF4-FFF2-40B4-BE49-F238E27FC236}">
                  <a16:creationId xmlns:a16="http://schemas.microsoft.com/office/drawing/2014/main" id="{DBC44183-F454-4992-B022-8BC436BDDD3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928712" y="5217784"/>
              <a:ext cx="60959" cy="60968"/>
            </a:xfrm>
            <a:prstGeom prst="rect">
              <a:avLst/>
            </a:prstGeom>
          </p:spPr>
        </p:pic>
        <p:pic>
          <p:nvPicPr>
            <p:cNvPr id="432" name="Vector [Figma 9887:69327]" descr="Vector. векторный контур">
              <a:extLst>
                <a:ext uri="{FF2B5EF4-FFF2-40B4-BE49-F238E27FC236}">
                  <a16:creationId xmlns:a16="http://schemas.microsoft.com/office/drawing/2014/main" id="{C4CF7251-B9A8-4505-9F80-0423AE88769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1172555" y="5217784"/>
              <a:ext cx="60959" cy="60968"/>
            </a:xfrm>
            <a:prstGeom prst="rect">
              <a:avLst/>
            </a:prstGeom>
          </p:spPr>
        </p:pic>
        <p:pic>
          <p:nvPicPr>
            <p:cNvPr id="433" name="Vector [Figma 9887:69331]" descr="Vector. векторный контур">
              <a:extLst>
                <a:ext uri="{FF2B5EF4-FFF2-40B4-BE49-F238E27FC236}">
                  <a16:creationId xmlns:a16="http://schemas.microsoft.com/office/drawing/2014/main" id="{7AD4C769-8B34-468E-9A53-DBD86A3C799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p:blipFill>
          <p:spPr>
            <a:xfrm>
              <a:off x="10441037" y="5278802"/>
              <a:ext cx="60959" cy="60968"/>
            </a:xfrm>
            <a:prstGeom prst="rect">
              <a:avLst/>
            </a:prstGeom>
          </p:spPr>
        </p:pic>
        <p:pic>
          <p:nvPicPr>
            <p:cNvPr id="434" name="Vector [Figma 9887:69334]" descr="Vector. векторный контур">
              <a:extLst>
                <a:ext uri="{FF2B5EF4-FFF2-40B4-BE49-F238E27FC236}">
                  <a16:creationId xmlns:a16="http://schemas.microsoft.com/office/drawing/2014/main" id="{9CAFD444-3255-4AB2-A68D-52396AD8917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501996" y="5278777"/>
              <a:ext cx="60959" cy="60968"/>
            </a:xfrm>
            <a:prstGeom prst="rect">
              <a:avLst/>
            </a:prstGeom>
          </p:spPr>
        </p:pic>
        <p:pic>
          <p:nvPicPr>
            <p:cNvPr id="435" name="Vector [Figma 9887:69337]" descr="Vector. векторный контур">
              <a:extLst>
                <a:ext uri="{FF2B5EF4-FFF2-40B4-BE49-F238E27FC236}">
                  <a16:creationId xmlns:a16="http://schemas.microsoft.com/office/drawing/2014/main" id="{F3CAE9AD-18C0-405A-8C31-0823373A478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562955" y="5278777"/>
              <a:ext cx="60959" cy="60968"/>
            </a:xfrm>
            <a:prstGeom prst="rect">
              <a:avLst/>
            </a:prstGeom>
          </p:spPr>
        </p:pic>
        <p:pic>
          <p:nvPicPr>
            <p:cNvPr id="436" name="Vector [Figma 9887:69340]" descr="Vector. векторный контур">
              <a:extLst>
                <a:ext uri="{FF2B5EF4-FFF2-40B4-BE49-F238E27FC236}">
                  <a16:creationId xmlns:a16="http://schemas.microsoft.com/office/drawing/2014/main" id="{262360A2-E371-458D-98D5-052A8F0546D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623917" y="5278777"/>
              <a:ext cx="60959" cy="60968"/>
            </a:xfrm>
            <a:prstGeom prst="rect">
              <a:avLst/>
            </a:prstGeom>
          </p:spPr>
        </p:pic>
        <p:pic>
          <p:nvPicPr>
            <p:cNvPr id="437" name="Vector [Figma 9887:69343]" descr="Vector. векторный контур">
              <a:extLst>
                <a:ext uri="{FF2B5EF4-FFF2-40B4-BE49-F238E27FC236}">
                  <a16:creationId xmlns:a16="http://schemas.microsoft.com/office/drawing/2014/main" id="{8369627C-E495-4749-8118-7A1C00B72CE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684876" y="5278777"/>
              <a:ext cx="60959" cy="60968"/>
            </a:xfrm>
            <a:prstGeom prst="rect">
              <a:avLst/>
            </a:prstGeom>
          </p:spPr>
        </p:pic>
        <p:pic>
          <p:nvPicPr>
            <p:cNvPr id="438" name="Vector [Figma 9887:69346]" descr="Vector. векторный контур">
              <a:extLst>
                <a:ext uri="{FF2B5EF4-FFF2-40B4-BE49-F238E27FC236}">
                  <a16:creationId xmlns:a16="http://schemas.microsoft.com/office/drawing/2014/main" id="{0B2A352F-E66F-44BF-AEAF-213C91EAE63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745835" y="5278777"/>
              <a:ext cx="60959" cy="60968"/>
            </a:xfrm>
            <a:prstGeom prst="rect">
              <a:avLst/>
            </a:prstGeom>
          </p:spPr>
        </p:pic>
        <p:pic>
          <p:nvPicPr>
            <p:cNvPr id="439" name="Vector [Figma 9887:69350]" descr="Vector. векторный контур">
              <a:extLst>
                <a:ext uri="{FF2B5EF4-FFF2-40B4-BE49-F238E27FC236}">
                  <a16:creationId xmlns:a16="http://schemas.microsoft.com/office/drawing/2014/main" id="{39DEF1A3-00B2-4583-84C9-4BC147B7F60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0806794" y="5278802"/>
              <a:ext cx="60959" cy="60968"/>
            </a:xfrm>
            <a:prstGeom prst="rect">
              <a:avLst/>
            </a:prstGeom>
          </p:spPr>
        </p:pic>
        <p:pic>
          <p:nvPicPr>
            <p:cNvPr id="440" name="Vector [Figma 9887:69353]" descr="Vector. векторный контур">
              <a:extLst>
                <a:ext uri="{FF2B5EF4-FFF2-40B4-BE49-F238E27FC236}">
                  <a16:creationId xmlns:a16="http://schemas.microsoft.com/office/drawing/2014/main" id="{A3718029-4032-4D50-866C-B4F8A29DA3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928712" y="5278777"/>
              <a:ext cx="60959" cy="60968"/>
            </a:xfrm>
            <a:prstGeom prst="rect">
              <a:avLst/>
            </a:prstGeom>
          </p:spPr>
        </p:pic>
        <p:pic>
          <p:nvPicPr>
            <p:cNvPr id="441" name="Vector [Figma 9887:69357]" descr="Vector. векторный контур">
              <a:extLst>
                <a:ext uri="{FF2B5EF4-FFF2-40B4-BE49-F238E27FC236}">
                  <a16:creationId xmlns:a16="http://schemas.microsoft.com/office/drawing/2014/main" id="{DA9AD9ED-5B37-4419-9427-63CFEFB9FA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11050637" y="5278802"/>
              <a:ext cx="60959" cy="60968"/>
            </a:xfrm>
            <a:prstGeom prst="rect">
              <a:avLst/>
            </a:prstGeom>
          </p:spPr>
        </p:pic>
        <p:pic>
          <p:nvPicPr>
            <p:cNvPr id="442" name="Vector [Figma 9887:69360]" descr="Vector. векторный контур">
              <a:extLst>
                <a:ext uri="{FF2B5EF4-FFF2-40B4-BE49-F238E27FC236}">
                  <a16:creationId xmlns:a16="http://schemas.microsoft.com/office/drawing/2014/main" id="{60424B11-D0A9-4EC9-BDAE-AF986C447B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1172555" y="5278777"/>
              <a:ext cx="60959" cy="60968"/>
            </a:xfrm>
            <a:prstGeom prst="rect">
              <a:avLst/>
            </a:prstGeom>
          </p:spPr>
        </p:pic>
        <p:pic>
          <p:nvPicPr>
            <p:cNvPr id="443" name="Vector [Figma 9887:69364]" descr="Vector. векторный контур">
              <a:extLst>
                <a:ext uri="{FF2B5EF4-FFF2-40B4-BE49-F238E27FC236}">
                  <a16:creationId xmlns:a16="http://schemas.microsoft.com/office/drawing/2014/main" id="{16C26168-EF52-441C-BCCF-F9839921D25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p:blipFill>
          <p:spPr>
            <a:xfrm>
              <a:off x="10562955" y="5339572"/>
              <a:ext cx="60959" cy="60968"/>
            </a:xfrm>
            <a:prstGeom prst="rect">
              <a:avLst/>
            </a:prstGeom>
          </p:spPr>
        </p:pic>
        <p:pic>
          <p:nvPicPr>
            <p:cNvPr id="444" name="Vector [Figma 9887:69368]" descr="Vector. векторный контур">
              <a:extLst>
                <a:ext uri="{FF2B5EF4-FFF2-40B4-BE49-F238E27FC236}">
                  <a16:creationId xmlns:a16="http://schemas.microsoft.com/office/drawing/2014/main" id="{086CCACC-074F-4B0A-9251-B3A1DFA3034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>
              <a:off x="10623917" y="5339572"/>
              <a:ext cx="60959" cy="60968"/>
            </a:xfrm>
            <a:prstGeom prst="rect">
              <a:avLst/>
            </a:prstGeom>
          </p:spPr>
        </p:pic>
        <p:pic>
          <p:nvPicPr>
            <p:cNvPr id="445" name="Vector [Figma 9887:69371]" descr="Vector. векторный контур">
              <a:extLst>
                <a:ext uri="{FF2B5EF4-FFF2-40B4-BE49-F238E27FC236}">
                  <a16:creationId xmlns:a16="http://schemas.microsoft.com/office/drawing/2014/main" id="{D64DEDFC-908B-492E-8A89-C2A96FB01F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745835" y="5339596"/>
              <a:ext cx="60959" cy="60968"/>
            </a:xfrm>
            <a:prstGeom prst="rect">
              <a:avLst/>
            </a:prstGeom>
          </p:spPr>
        </p:pic>
        <p:pic>
          <p:nvPicPr>
            <p:cNvPr id="446" name="Vector [Figma 9887:69375]" descr="Vector. векторный контур">
              <a:extLst>
                <a:ext uri="{FF2B5EF4-FFF2-40B4-BE49-F238E27FC236}">
                  <a16:creationId xmlns:a16="http://schemas.microsoft.com/office/drawing/2014/main" id="{4682DAF2-CB8F-4A1B-9085-828A6DD7E2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10867756" y="5339572"/>
              <a:ext cx="60959" cy="60968"/>
            </a:xfrm>
            <a:prstGeom prst="rect">
              <a:avLst/>
            </a:prstGeom>
          </p:spPr>
        </p:pic>
        <p:pic>
          <p:nvPicPr>
            <p:cNvPr id="447" name="Vector [Figma 9887:69378]" descr="Vector. векторный контур">
              <a:extLst>
                <a:ext uri="{FF2B5EF4-FFF2-40B4-BE49-F238E27FC236}">
                  <a16:creationId xmlns:a16="http://schemas.microsoft.com/office/drawing/2014/main" id="{57DEA309-73DC-4AEF-A13A-E06F0CAF6B9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928712" y="5339596"/>
              <a:ext cx="60959" cy="60968"/>
            </a:xfrm>
            <a:prstGeom prst="rect">
              <a:avLst/>
            </a:prstGeom>
          </p:spPr>
        </p:pic>
        <p:pic>
          <p:nvPicPr>
            <p:cNvPr id="448" name="Vector [Figma 9887:69381]" descr="Vector. векторный контур">
              <a:extLst>
                <a:ext uri="{FF2B5EF4-FFF2-40B4-BE49-F238E27FC236}">
                  <a16:creationId xmlns:a16="http://schemas.microsoft.com/office/drawing/2014/main" id="{22195A01-2C32-4EFF-AF53-7E032CA528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1172555" y="5339596"/>
              <a:ext cx="60959" cy="60968"/>
            </a:xfrm>
            <a:prstGeom prst="rect">
              <a:avLst/>
            </a:prstGeom>
          </p:spPr>
        </p:pic>
        <p:pic>
          <p:nvPicPr>
            <p:cNvPr id="449" name="Vector [Figma 9887:69384]" descr="Vector. векторный контур">
              <a:extLst>
                <a:ext uri="{FF2B5EF4-FFF2-40B4-BE49-F238E27FC236}">
                  <a16:creationId xmlns:a16="http://schemas.microsoft.com/office/drawing/2014/main" id="{2C659BCE-C950-4411-8CC1-04D4C1916CD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1233511" y="5339596"/>
              <a:ext cx="60959" cy="60968"/>
            </a:xfrm>
            <a:prstGeom prst="rect">
              <a:avLst/>
            </a:prstGeom>
          </p:spPr>
        </p:pic>
        <p:pic>
          <p:nvPicPr>
            <p:cNvPr id="450" name="Vector [Figma 9887:69388]" descr="Vector. векторный контур">
              <a:extLst>
                <a:ext uri="{FF2B5EF4-FFF2-40B4-BE49-F238E27FC236}">
                  <a16:creationId xmlns:a16="http://schemas.microsoft.com/office/drawing/2014/main" id="{25A2F202-6F5D-4B57-A720-B7DFB9F9581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11294473" y="5339572"/>
              <a:ext cx="60959" cy="60968"/>
            </a:xfrm>
            <a:prstGeom prst="rect">
              <a:avLst/>
            </a:prstGeom>
          </p:spPr>
        </p:pic>
        <p:pic>
          <p:nvPicPr>
            <p:cNvPr id="451" name="Vector [Figma 9887:69392]" descr="Vector. векторный контур">
              <a:extLst>
                <a:ext uri="{FF2B5EF4-FFF2-40B4-BE49-F238E27FC236}">
                  <a16:creationId xmlns:a16="http://schemas.microsoft.com/office/drawing/2014/main" id="{8768CB04-B109-4159-A514-96CA4EC091B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11416391" y="5339572"/>
              <a:ext cx="60959" cy="60968"/>
            </a:xfrm>
            <a:prstGeom prst="rect">
              <a:avLst/>
            </a:prstGeom>
          </p:spPr>
        </p:pic>
        <p:pic>
          <p:nvPicPr>
            <p:cNvPr id="452" name="Vector [Figma 9887:69396]" descr="Vector. векторный контур">
              <a:extLst>
                <a:ext uri="{FF2B5EF4-FFF2-40B4-BE49-F238E27FC236}">
                  <a16:creationId xmlns:a16="http://schemas.microsoft.com/office/drawing/2014/main" id="{554BC479-3539-4AD9-916E-DFCB8E44F9B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10441037" y="5400639"/>
              <a:ext cx="60959" cy="60968"/>
            </a:xfrm>
            <a:prstGeom prst="rect">
              <a:avLst/>
            </a:prstGeom>
          </p:spPr>
        </p:pic>
        <p:pic>
          <p:nvPicPr>
            <p:cNvPr id="453" name="Vector [Figma 9887:69400]" descr="Vector. векторный контур">
              <a:extLst>
                <a:ext uri="{FF2B5EF4-FFF2-40B4-BE49-F238E27FC236}">
                  <a16:creationId xmlns:a16="http://schemas.microsoft.com/office/drawing/2014/main" id="{C9E44E8F-6343-42BB-A054-5A05D9E7596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10684876" y="5400639"/>
              <a:ext cx="60959" cy="60968"/>
            </a:xfrm>
            <a:prstGeom prst="rect">
              <a:avLst/>
            </a:prstGeom>
          </p:spPr>
        </p:pic>
        <p:pic>
          <p:nvPicPr>
            <p:cNvPr id="454" name="Vector [Figma 9887:69403]" descr="Vector. векторный контур">
              <a:extLst>
                <a:ext uri="{FF2B5EF4-FFF2-40B4-BE49-F238E27FC236}">
                  <a16:creationId xmlns:a16="http://schemas.microsoft.com/office/drawing/2014/main" id="{A4030D24-7402-4994-BE00-42B43DFC672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745835" y="5400639"/>
              <a:ext cx="60959" cy="60968"/>
            </a:xfrm>
            <a:prstGeom prst="rect">
              <a:avLst/>
            </a:prstGeom>
          </p:spPr>
        </p:pic>
        <p:pic>
          <p:nvPicPr>
            <p:cNvPr id="455" name="Vector [Figma 9887:69407]" descr="Vector. векторный контур">
              <a:extLst>
                <a:ext uri="{FF2B5EF4-FFF2-40B4-BE49-F238E27FC236}">
                  <a16:creationId xmlns:a16="http://schemas.microsoft.com/office/drawing/2014/main" id="{A3ECD0FB-4BFA-4E42-93E7-69B01734320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p:blipFill>
          <p:spPr>
            <a:xfrm>
              <a:off x="10867756" y="5400639"/>
              <a:ext cx="60959" cy="60968"/>
            </a:xfrm>
            <a:prstGeom prst="rect">
              <a:avLst/>
            </a:prstGeom>
          </p:spPr>
        </p:pic>
        <p:pic>
          <p:nvPicPr>
            <p:cNvPr id="456" name="Vector [Figma 9887:69410]" descr="Vector. векторный контур">
              <a:extLst>
                <a:ext uri="{FF2B5EF4-FFF2-40B4-BE49-F238E27FC236}">
                  <a16:creationId xmlns:a16="http://schemas.microsoft.com/office/drawing/2014/main" id="{84DC1902-E118-4E58-951F-1ADA980853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928712" y="5400639"/>
              <a:ext cx="60959" cy="60968"/>
            </a:xfrm>
            <a:prstGeom prst="rect">
              <a:avLst/>
            </a:prstGeom>
          </p:spPr>
        </p:pic>
        <p:pic>
          <p:nvPicPr>
            <p:cNvPr id="457" name="Vector [Figma 9887:69413]" descr="Vector. векторный контур">
              <a:extLst>
                <a:ext uri="{FF2B5EF4-FFF2-40B4-BE49-F238E27FC236}">
                  <a16:creationId xmlns:a16="http://schemas.microsoft.com/office/drawing/2014/main" id="{3442A1E4-9436-42B5-B466-46D03624F81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989675" y="5400639"/>
              <a:ext cx="60959" cy="60968"/>
            </a:xfrm>
            <a:prstGeom prst="rect">
              <a:avLst/>
            </a:prstGeom>
          </p:spPr>
        </p:pic>
        <p:pic>
          <p:nvPicPr>
            <p:cNvPr id="458" name="Vector [Figma 9887:69416]" descr="Vector. векторный контур">
              <a:extLst>
                <a:ext uri="{FF2B5EF4-FFF2-40B4-BE49-F238E27FC236}">
                  <a16:creationId xmlns:a16="http://schemas.microsoft.com/office/drawing/2014/main" id="{E07C69D2-AC25-4F4B-B1D3-4F27A8E55E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1050637" y="5400639"/>
              <a:ext cx="60959" cy="60968"/>
            </a:xfrm>
            <a:prstGeom prst="rect">
              <a:avLst/>
            </a:prstGeom>
          </p:spPr>
        </p:pic>
        <p:pic>
          <p:nvPicPr>
            <p:cNvPr id="459" name="Vector [Figma 9887:69419]" descr="Vector. векторный контур">
              <a:extLst>
                <a:ext uri="{FF2B5EF4-FFF2-40B4-BE49-F238E27FC236}">
                  <a16:creationId xmlns:a16="http://schemas.microsoft.com/office/drawing/2014/main" id="{7916DCFA-6709-4F9B-BEB5-482CF89A34D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1111593" y="5400639"/>
              <a:ext cx="60959" cy="60968"/>
            </a:xfrm>
            <a:prstGeom prst="rect">
              <a:avLst/>
            </a:prstGeom>
          </p:spPr>
        </p:pic>
        <p:pic>
          <p:nvPicPr>
            <p:cNvPr id="460" name="Vector [Figma 9887:69422]" descr="Vector. векторный контур">
              <a:extLst>
                <a:ext uri="{FF2B5EF4-FFF2-40B4-BE49-F238E27FC236}">
                  <a16:creationId xmlns:a16="http://schemas.microsoft.com/office/drawing/2014/main" id="{00141DCF-5876-45BC-856F-AE656A49A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1172555" y="5400639"/>
              <a:ext cx="60959" cy="60968"/>
            </a:xfrm>
            <a:prstGeom prst="rect">
              <a:avLst/>
            </a:prstGeom>
          </p:spPr>
        </p:pic>
        <p:pic>
          <p:nvPicPr>
            <p:cNvPr id="461" name="Vector [Figma 9887:69425]" descr="Vector. векторный контур">
              <a:extLst>
                <a:ext uri="{FF2B5EF4-FFF2-40B4-BE49-F238E27FC236}">
                  <a16:creationId xmlns:a16="http://schemas.microsoft.com/office/drawing/2014/main" id="{8A884EB8-A16A-4E11-8437-23AE7F7442B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1233511" y="5400639"/>
              <a:ext cx="60959" cy="60968"/>
            </a:xfrm>
            <a:prstGeom prst="rect">
              <a:avLst/>
            </a:prstGeom>
          </p:spPr>
        </p:pic>
        <p:pic>
          <p:nvPicPr>
            <p:cNvPr id="462" name="Vector [Figma 9887:69428]" descr="Vector. векторный контур">
              <a:extLst>
                <a:ext uri="{FF2B5EF4-FFF2-40B4-BE49-F238E27FC236}">
                  <a16:creationId xmlns:a16="http://schemas.microsoft.com/office/drawing/2014/main" id="{CE64C5FD-4DEE-42CB-9F4B-D69F1D5E2F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1294473" y="5400639"/>
              <a:ext cx="60959" cy="60968"/>
            </a:xfrm>
            <a:prstGeom prst="rect">
              <a:avLst/>
            </a:prstGeom>
          </p:spPr>
        </p:pic>
        <p:pic>
          <p:nvPicPr>
            <p:cNvPr id="463" name="Vector [Figma 9887:69431]" descr="Vector. векторный контур">
              <a:extLst>
                <a:ext uri="{FF2B5EF4-FFF2-40B4-BE49-F238E27FC236}">
                  <a16:creationId xmlns:a16="http://schemas.microsoft.com/office/drawing/2014/main" id="{355D604C-8FD3-44CE-9DEC-2BF070253A2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1416391" y="5400639"/>
              <a:ext cx="60959" cy="60968"/>
            </a:xfrm>
            <a:prstGeom prst="rect">
              <a:avLst/>
            </a:prstGeom>
          </p:spPr>
        </p:pic>
        <p:pic>
          <p:nvPicPr>
            <p:cNvPr id="464" name="Vector [Figma 9887:69435]" descr="Vector. векторный контур">
              <a:extLst>
                <a:ext uri="{FF2B5EF4-FFF2-40B4-BE49-F238E27FC236}">
                  <a16:creationId xmlns:a16="http://schemas.microsoft.com/office/drawing/2014/main" id="{53061483-2182-4D4E-929F-5C05319B884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10501996" y="5461558"/>
              <a:ext cx="60959" cy="60968"/>
            </a:xfrm>
            <a:prstGeom prst="rect">
              <a:avLst/>
            </a:prstGeom>
          </p:spPr>
        </p:pic>
        <p:pic>
          <p:nvPicPr>
            <p:cNvPr id="465" name="Vector [Figma 9887:69439]" descr="Vector. векторный контур">
              <a:extLst>
                <a:ext uri="{FF2B5EF4-FFF2-40B4-BE49-F238E27FC236}">
                  <a16:creationId xmlns:a16="http://schemas.microsoft.com/office/drawing/2014/main" id="{6C8EFDFD-38EB-4408-BE8B-9B37B898E60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p:blipFill>
          <p:spPr>
            <a:xfrm>
              <a:off x="10745835" y="5461558"/>
              <a:ext cx="60959" cy="60968"/>
            </a:xfrm>
            <a:prstGeom prst="rect">
              <a:avLst/>
            </a:prstGeom>
          </p:spPr>
        </p:pic>
        <p:pic>
          <p:nvPicPr>
            <p:cNvPr id="466" name="Vector [Figma 9887:69443]" descr="Vector. векторный контур">
              <a:extLst>
                <a:ext uri="{FF2B5EF4-FFF2-40B4-BE49-F238E27FC236}">
                  <a16:creationId xmlns:a16="http://schemas.microsoft.com/office/drawing/2014/main" id="{3A2EE391-3B27-434A-8EAF-E615018D61C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0806794" y="5461558"/>
              <a:ext cx="60959" cy="60968"/>
            </a:xfrm>
            <a:prstGeom prst="rect">
              <a:avLst/>
            </a:prstGeom>
          </p:spPr>
        </p:pic>
        <p:pic>
          <p:nvPicPr>
            <p:cNvPr id="467" name="Vector [Figma 9887:69447]" descr="Vector. векторный контур">
              <a:extLst>
                <a:ext uri="{FF2B5EF4-FFF2-40B4-BE49-F238E27FC236}">
                  <a16:creationId xmlns:a16="http://schemas.microsoft.com/office/drawing/2014/main" id="{16C6BFEC-0D71-4320-BEC9-BE395211DC5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p:blipFill>
          <p:spPr>
            <a:xfrm>
              <a:off x="11111593" y="5461558"/>
              <a:ext cx="60959" cy="60968"/>
            </a:xfrm>
            <a:prstGeom prst="rect">
              <a:avLst/>
            </a:prstGeom>
          </p:spPr>
        </p:pic>
        <p:pic>
          <p:nvPicPr>
            <p:cNvPr id="468" name="Vector [Figma 9887:69451]" descr="Vector. векторный контур">
              <a:extLst>
                <a:ext uri="{FF2B5EF4-FFF2-40B4-BE49-F238E27FC236}">
                  <a16:creationId xmlns:a16="http://schemas.microsoft.com/office/drawing/2014/main" id="{307BB223-5B85-466A-B646-D2D0981AD15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p:blipFill>
          <p:spPr>
            <a:xfrm>
              <a:off x="11294473" y="5461558"/>
              <a:ext cx="60959" cy="60968"/>
            </a:xfrm>
            <a:prstGeom prst="rect">
              <a:avLst/>
            </a:prstGeom>
          </p:spPr>
        </p:pic>
        <p:pic>
          <p:nvPicPr>
            <p:cNvPr id="469" name="Vector [Figma 9887:69454]" descr="Vector. векторный контур">
              <a:extLst>
                <a:ext uri="{FF2B5EF4-FFF2-40B4-BE49-F238E27FC236}">
                  <a16:creationId xmlns:a16="http://schemas.microsoft.com/office/drawing/2014/main" id="{113BB813-320D-4B2D-85C8-D3E78C4BDC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1355435" y="5461583"/>
              <a:ext cx="60959" cy="60968"/>
            </a:xfrm>
            <a:prstGeom prst="rect">
              <a:avLst/>
            </a:prstGeom>
          </p:spPr>
        </p:pic>
        <p:pic>
          <p:nvPicPr>
            <p:cNvPr id="470" name="Vector [Figma 9887:69458]" descr="Vector. векторный контур">
              <a:extLst>
                <a:ext uri="{FF2B5EF4-FFF2-40B4-BE49-F238E27FC236}">
                  <a16:creationId xmlns:a16="http://schemas.microsoft.com/office/drawing/2014/main" id="{FFF50676-5DAB-4D7F-B825-D8F0A2625F9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>
              <a:off x="11416391" y="5461558"/>
              <a:ext cx="60959" cy="60968"/>
            </a:xfrm>
            <a:prstGeom prst="rect">
              <a:avLst/>
            </a:prstGeom>
          </p:spPr>
        </p:pic>
        <p:pic>
          <p:nvPicPr>
            <p:cNvPr id="471" name="Vector [Figma 9887:69462]" descr="Vector. векторный контур">
              <a:extLst>
                <a:ext uri="{FF2B5EF4-FFF2-40B4-BE49-F238E27FC236}">
                  <a16:creationId xmlns:a16="http://schemas.microsoft.com/office/drawing/2014/main" id="{16261149-FE7C-4EC9-B344-CD898F52A10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10562955" y="5522576"/>
              <a:ext cx="60959" cy="60968"/>
            </a:xfrm>
            <a:prstGeom prst="rect">
              <a:avLst/>
            </a:prstGeom>
          </p:spPr>
        </p:pic>
        <p:pic>
          <p:nvPicPr>
            <p:cNvPr id="472" name="Vector [Figma 9887:69466]" descr="Vector. векторный контур">
              <a:extLst>
                <a:ext uri="{FF2B5EF4-FFF2-40B4-BE49-F238E27FC236}">
                  <a16:creationId xmlns:a16="http://schemas.microsoft.com/office/drawing/2014/main" id="{8395368C-A223-4732-9C0C-525259BA5F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10867756" y="5522576"/>
              <a:ext cx="60959" cy="60968"/>
            </a:xfrm>
            <a:prstGeom prst="rect">
              <a:avLst/>
            </a:prstGeom>
          </p:spPr>
        </p:pic>
        <p:pic>
          <p:nvPicPr>
            <p:cNvPr id="473" name="Vector [Figma 9887:69469]" descr="Vector. векторный контур">
              <a:extLst>
                <a:ext uri="{FF2B5EF4-FFF2-40B4-BE49-F238E27FC236}">
                  <a16:creationId xmlns:a16="http://schemas.microsoft.com/office/drawing/2014/main" id="{A95088AD-8F32-41BB-AFDF-63F5A49D5E7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928712" y="5522576"/>
              <a:ext cx="60959" cy="60968"/>
            </a:xfrm>
            <a:prstGeom prst="rect">
              <a:avLst/>
            </a:prstGeom>
          </p:spPr>
        </p:pic>
        <p:pic>
          <p:nvPicPr>
            <p:cNvPr id="474" name="Vector [Figma 9887:69473]" descr="Vector. векторный контур">
              <a:extLst>
                <a:ext uri="{FF2B5EF4-FFF2-40B4-BE49-F238E27FC236}">
                  <a16:creationId xmlns:a16="http://schemas.microsoft.com/office/drawing/2014/main" id="{83A50F2F-B494-4DA6-AB07-4C3806F5E32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10989675" y="5522576"/>
              <a:ext cx="60959" cy="60968"/>
            </a:xfrm>
            <a:prstGeom prst="rect">
              <a:avLst/>
            </a:prstGeom>
          </p:spPr>
        </p:pic>
        <p:pic>
          <p:nvPicPr>
            <p:cNvPr id="475" name="Vector [Figma 9887:69477]" descr="Vector. векторный контур">
              <a:extLst>
                <a:ext uri="{FF2B5EF4-FFF2-40B4-BE49-F238E27FC236}">
                  <a16:creationId xmlns:a16="http://schemas.microsoft.com/office/drawing/2014/main" id="{824C9117-DC30-42D2-B12B-11AB69A3C3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11233511" y="5522576"/>
              <a:ext cx="60959" cy="60968"/>
            </a:xfrm>
            <a:prstGeom prst="rect">
              <a:avLst/>
            </a:prstGeom>
          </p:spPr>
        </p:pic>
        <p:pic>
          <p:nvPicPr>
            <p:cNvPr id="476" name="Vector [Figma 9887:69480]" descr="Vector. векторный контур">
              <a:extLst>
                <a:ext uri="{FF2B5EF4-FFF2-40B4-BE49-F238E27FC236}">
                  <a16:creationId xmlns:a16="http://schemas.microsoft.com/office/drawing/2014/main" id="{077F15A1-34F1-48DC-8C6E-976D6CBF295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1355435" y="5522576"/>
              <a:ext cx="60959" cy="60968"/>
            </a:xfrm>
            <a:prstGeom prst="rect">
              <a:avLst/>
            </a:prstGeom>
          </p:spPr>
        </p:pic>
        <p:pic>
          <p:nvPicPr>
            <p:cNvPr id="477" name="Vector [Figma 9887:69484]" descr="Vector. векторный контур">
              <a:extLst>
                <a:ext uri="{FF2B5EF4-FFF2-40B4-BE49-F238E27FC236}">
                  <a16:creationId xmlns:a16="http://schemas.microsoft.com/office/drawing/2014/main" id="{97FD75F9-B3CB-4C0A-82C9-EFF54C19F4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10501996" y="5583594"/>
              <a:ext cx="60959" cy="60968"/>
            </a:xfrm>
            <a:prstGeom prst="rect">
              <a:avLst/>
            </a:prstGeom>
          </p:spPr>
        </p:pic>
        <p:pic>
          <p:nvPicPr>
            <p:cNvPr id="478" name="Vector [Figma 9887:69488]" descr="Vector. векторный контур">
              <a:extLst>
                <a:ext uri="{FF2B5EF4-FFF2-40B4-BE49-F238E27FC236}">
                  <a16:creationId xmlns:a16="http://schemas.microsoft.com/office/drawing/2014/main" id="{055A429E-1661-49DA-B479-7F55E476C22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10684876" y="5583594"/>
              <a:ext cx="60959" cy="60968"/>
            </a:xfrm>
            <a:prstGeom prst="rect">
              <a:avLst/>
            </a:prstGeom>
          </p:spPr>
        </p:pic>
        <p:pic>
          <p:nvPicPr>
            <p:cNvPr id="479" name="Vector [Figma 9887:69492]" descr="Vector. векторный контур">
              <a:extLst>
                <a:ext uri="{FF2B5EF4-FFF2-40B4-BE49-F238E27FC236}">
                  <a16:creationId xmlns:a16="http://schemas.microsoft.com/office/drawing/2014/main" id="{64EAEA36-A352-4555-82FC-073C9903E5C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10806794" y="5583594"/>
              <a:ext cx="60959" cy="60968"/>
            </a:xfrm>
            <a:prstGeom prst="rect">
              <a:avLst/>
            </a:prstGeom>
          </p:spPr>
        </p:pic>
        <p:pic>
          <p:nvPicPr>
            <p:cNvPr id="480" name="Vector [Figma 9887:69495]" descr="Vector. векторный контур">
              <a:extLst>
                <a:ext uri="{FF2B5EF4-FFF2-40B4-BE49-F238E27FC236}">
                  <a16:creationId xmlns:a16="http://schemas.microsoft.com/office/drawing/2014/main" id="{BC0F8860-C12A-48D3-A2A4-7D0EDE741F3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928712" y="5583569"/>
              <a:ext cx="60959" cy="60968"/>
            </a:xfrm>
            <a:prstGeom prst="rect">
              <a:avLst/>
            </a:prstGeom>
          </p:spPr>
        </p:pic>
        <p:pic>
          <p:nvPicPr>
            <p:cNvPr id="481" name="Vector [Figma 9887:69499]" descr="Vector. векторный контур">
              <a:extLst>
                <a:ext uri="{FF2B5EF4-FFF2-40B4-BE49-F238E27FC236}">
                  <a16:creationId xmlns:a16="http://schemas.microsoft.com/office/drawing/2014/main" id="{E726775C-85F3-407E-9FE1-1305B1F8B1D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>
              <a:off x="10989675" y="5583594"/>
              <a:ext cx="60959" cy="60968"/>
            </a:xfrm>
            <a:prstGeom prst="rect">
              <a:avLst/>
            </a:prstGeom>
          </p:spPr>
        </p:pic>
        <p:pic>
          <p:nvPicPr>
            <p:cNvPr id="482" name="Vector [Figma 9887:69503]" descr="Vector. векторный контур">
              <a:extLst>
                <a:ext uri="{FF2B5EF4-FFF2-40B4-BE49-F238E27FC236}">
                  <a16:creationId xmlns:a16="http://schemas.microsoft.com/office/drawing/2014/main" id="{4E8320E3-4542-490A-897B-8AD80CE1FDB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11111593" y="5583594"/>
              <a:ext cx="60959" cy="60968"/>
            </a:xfrm>
            <a:prstGeom prst="rect">
              <a:avLst/>
            </a:prstGeom>
          </p:spPr>
        </p:pic>
        <p:pic>
          <p:nvPicPr>
            <p:cNvPr id="483" name="Vector [Figma 9887:69506]" descr="Vector. векторный контур">
              <a:extLst>
                <a:ext uri="{FF2B5EF4-FFF2-40B4-BE49-F238E27FC236}">
                  <a16:creationId xmlns:a16="http://schemas.microsoft.com/office/drawing/2014/main" id="{11267066-848F-4B25-80C5-58A9DF94C70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1172555" y="5583569"/>
              <a:ext cx="60959" cy="60968"/>
            </a:xfrm>
            <a:prstGeom prst="rect">
              <a:avLst/>
            </a:prstGeom>
          </p:spPr>
        </p:pic>
        <p:pic>
          <p:nvPicPr>
            <p:cNvPr id="484" name="Vector [Figma 9887:69509]" descr="Vector. векторный контур">
              <a:extLst>
                <a:ext uri="{FF2B5EF4-FFF2-40B4-BE49-F238E27FC236}">
                  <a16:creationId xmlns:a16="http://schemas.microsoft.com/office/drawing/2014/main" id="{19E450F7-C90E-4048-9A88-860ED394C49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1233511" y="5583569"/>
              <a:ext cx="60959" cy="60968"/>
            </a:xfrm>
            <a:prstGeom prst="rect">
              <a:avLst/>
            </a:prstGeom>
          </p:spPr>
        </p:pic>
        <p:pic>
          <p:nvPicPr>
            <p:cNvPr id="485" name="Vector [Figma 9887:69512]" descr="Vector. векторный контур">
              <a:extLst>
                <a:ext uri="{FF2B5EF4-FFF2-40B4-BE49-F238E27FC236}">
                  <a16:creationId xmlns:a16="http://schemas.microsoft.com/office/drawing/2014/main" id="{60848AE4-D1F1-4F37-9BE3-B5F44B25806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1294473" y="5583569"/>
              <a:ext cx="60959" cy="60968"/>
            </a:xfrm>
            <a:prstGeom prst="rect">
              <a:avLst/>
            </a:prstGeom>
          </p:spPr>
        </p:pic>
        <p:pic>
          <p:nvPicPr>
            <p:cNvPr id="486" name="Vector [Figma 9887:69515]" descr="Vector. векторный контур">
              <a:extLst>
                <a:ext uri="{FF2B5EF4-FFF2-40B4-BE49-F238E27FC236}">
                  <a16:creationId xmlns:a16="http://schemas.microsoft.com/office/drawing/2014/main" id="{B5F74CDF-B669-4C6D-B3F8-FBE82A75317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1355435" y="5583569"/>
              <a:ext cx="60959" cy="60968"/>
            </a:xfrm>
            <a:prstGeom prst="rect">
              <a:avLst/>
            </a:prstGeom>
          </p:spPr>
        </p:pic>
        <p:pic>
          <p:nvPicPr>
            <p:cNvPr id="487" name="Vector [Figma 9887:69519]" descr="Vector. векторный контур">
              <a:extLst>
                <a:ext uri="{FF2B5EF4-FFF2-40B4-BE49-F238E27FC236}">
                  <a16:creationId xmlns:a16="http://schemas.microsoft.com/office/drawing/2014/main" id="{CDFA496F-DE01-437B-9250-4A58BE3F071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10441037" y="5644463"/>
              <a:ext cx="60959" cy="60968"/>
            </a:xfrm>
            <a:prstGeom prst="rect">
              <a:avLst/>
            </a:prstGeom>
          </p:spPr>
        </p:pic>
        <p:pic>
          <p:nvPicPr>
            <p:cNvPr id="488" name="Vector [Figma 9887:69523]" descr="Vector. векторный контур">
              <a:extLst>
                <a:ext uri="{FF2B5EF4-FFF2-40B4-BE49-F238E27FC236}">
                  <a16:creationId xmlns:a16="http://schemas.microsoft.com/office/drawing/2014/main" id="{7038C9F8-AADD-49C1-B1C4-F34841C1B97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10623917" y="5644463"/>
              <a:ext cx="60959" cy="60968"/>
            </a:xfrm>
            <a:prstGeom prst="rect">
              <a:avLst/>
            </a:prstGeom>
          </p:spPr>
        </p:pic>
        <p:pic>
          <p:nvPicPr>
            <p:cNvPr id="489" name="Vector [Figma 9887:69527]" descr="Vector. векторный контур">
              <a:extLst>
                <a:ext uri="{FF2B5EF4-FFF2-40B4-BE49-F238E27FC236}">
                  <a16:creationId xmlns:a16="http://schemas.microsoft.com/office/drawing/2014/main" id="{6BC6FFD9-19A5-4ACE-A577-28087AB4E2A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10745835" y="5644463"/>
              <a:ext cx="60959" cy="60968"/>
            </a:xfrm>
            <a:prstGeom prst="rect">
              <a:avLst/>
            </a:prstGeom>
          </p:spPr>
        </p:pic>
        <p:pic>
          <p:nvPicPr>
            <p:cNvPr id="490" name="Vector [Figma 9887:69530]" descr="Vector. векторный контур">
              <a:extLst>
                <a:ext uri="{FF2B5EF4-FFF2-40B4-BE49-F238E27FC236}">
                  <a16:creationId xmlns:a16="http://schemas.microsoft.com/office/drawing/2014/main" id="{CA442530-860A-4686-A0BC-C8B1F2040F4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806794" y="5644463"/>
              <a:ext cx="60959" cy="60968"/>
            </a:xfrm>
            <a:prstGeom prst="rect">
              <a:avLst/>
            </a:prstGeom>
          </p:spPr>
        </p:pic>
        <p:pic>
          <p:nvPicPr>
            <p:cNvPr id="491" name="Vector [Figma 9887:69533]" descr="Vector. векторный контур">
              <a:extLst>
                <a:ext uri="{FF2B5EF4-FFF2-40B4-BE49-F238E27FC236}">
                  <a16:creationId xmlns:a16="http://schemas.microsoft.com/office/drawing/2014/main" id="{7A5E1C49-AB4D-4660-85EF-219978D1E81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0867756" y="5644463"/>
              <a:ext cx="60959" cy="60968"/>
            </a:xfrm>
            <a:prstGeom prst="rect">
              <a:avLst/>
            </a:prstGeom>
          </p:spPr>
        </p:pic>
        <p:pic>
          <p:nvPicPr>
            <p:cNvPr id="492" name="Vector [Figma 9887:69537]" descr="Vector. векторный контур">
              <a:extLst>
                <a:ext uri="{FF2B5EF4-FFF2-40B4-BE49-F238E27FC236}">
                  <a16:creationId xmlns:a16="http://schemas.microsoft.com/office/drawing/2014/main" id="{16D45FCD-7417-4598-95F6-E77B4EF0E5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>
              <a:off x="10928712" y="5644463"/>
              <a:ext cx="60959" cy="60968"/>
            </a:xfrm>
            <a:prstGeom prst="rect">
              <a:avLst/>
            </a:prstGeom>
          </p:spPr>
        </p:pic>
        <p:pic>
          <p:nvPicPr>
            <p:cNvPr id="493" name="Vector [Figma 9887:69541]" descr="Vector. векторный контур">
              <a:extLst>
                <a:ext uri="{FF2B5EF4-FFF2-40B4-BE49-F238E27FC236}">
                  <a16:creationId xmlns:a16="http://schemas.microsoft.com/office/drawing/2014/main" id="{31A7EC21-F9D3-4E14-8E6E-128DF1E2F47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p:blipFill>
          <p:spPr>
            <a:xfrm>
              <a:off x="11294473" y="5644463"/>
              <a:ext cx="60959" cy="60968"/>
            </a:xfrm>
            <a:prstGeom prst="rect">
              <a:avLst/>
            </a:prstGeom>
          </p:spPr>
        </p:pic>
        <p:pic>
          <p:nvPicPr>
            <p:cNvPr id="494" name="Vector [Figma 9887:69544]" descr="Vector. векторный контур">
              <a:extLst>
                <a:ext uri="{FF2B5EF4-FFF2-40B4-BE49-F238E27FC236}">
                  <a16:creationId xmlns:a16="http://schemas.microsoft.com/office/drawing/2014/main" id="{9FB5F626-5289-4769-AFB1-E273DE55D81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1355435" y="5644463"/>
              <a:ext cx="60959" cy="60968"/>
            </a:xfrm>
            <a:prstGeom prst="rect">
              <a:avLst/>
            </a:prstGeom>
          </p:spPr>
        </p:pic>
        <p:pic>
          <p:nvPicPr>
            <p:cNvPr id="495" name="Vector [Figma 9887:69548]" descr="Vector. векторный контур">
              <a:extLst>
                <a:ext uri="{FF2B5EF4-FFF2-40B4-BE49-F238E27FC236}">
                  <a16:creationId xmlns:a16="http://schemas.microsoft.com/office/drawing/2014/main" id="{34063E88-26CC-4D5B-B80A-6EE0535BBC4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1416391" y="5644463"/>
              <a:ext cx="60959" cy="60968"/>
            </a:xfrm>
            <a:prstGeom prst="rect">
              <a:avLst/>
            </a:prstGeom>
          </p:spPr>
        </p:pic>
        <p:pic>
          <p:nvPicPr>
            <p:cNvPr id="496" name="Vector [Figma 9887:69552]" descr="Vector. векторный контур">
              <a:extLst>
                <a:ext uri="{FF2B5EF4-FFF2-40B4-BE49-F238E27FC236}">
                  <a16:creationId xmlns:a16="http://schemas.microsoft.com/office/drawing/2014/main" id="{51C9D55F-E025-429D-9D94-4B01273C642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3"/>
            <a:stretch>
              <a:fillRect/>
            </a:stretch>
          </p:blipFill>
          <p:spPr>
            <a:xfrm>
              <a:off x="10017368" y="4245489"/>
              <a:ext cx="298703" cy="298634"/>
            </a:xfrm>
            <a:prstGeom prst="rect">
              <a:avLst/>
            </a:prstGeom>
          </p:spPr>
        </p:pic>
        <p:pic>
          <p:nvPicPr>
            <p:cNvPr id="497" name="Vector [Figma 9887:69553]" descr="Vector. векторный контур">
              <a:extLst>
                <a:ext uri="{FF2B5EF4-FFF2-40B4-BE49-F238E27FC236}">
                  <a16:creationId xmlns:a16="http://schemas.microsoft.com/office/drawing/2014/main" id="{F2003FA0-5E8D-445D-A806-E35E5FF9E36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>
              <a:off x="9953358" y="4181519"/>
              <a:ext cx="426717" cy="426655"/>
            </a:xfrm>
            <a:prstGeom prst="rect">
              <a:avLst/>
            </a:prstGeom>
          </p:spPr>
        </p:pic>
        <p:pic>
          <p:nvPicPr>
            <p:cNvPr id="498" name="Vector [Figma 9887:69557]" descr="Vector. векторный контур">
              <a:extLst>
                <a:ext uri="{FF2B5EF4-FFF2-40B4-BE49-F238E27FC236}">
                  <a16:creationId xmlns:a16="http://schemas.microsoft.com/office/drawing/2014/main" id="{878F728C-9953-4D00-8D26-783F93E68FE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3"/>
            <a:stretch>
              <a:fillRect/>
            </a:stretch>
          </p:blipFill>
          <p:spPr>
            <a:xfrm>
              <a:off x="11114644" y="4245489"/>
              <a:ext cx="298703" cy="298634"/>
            </a:xfrm>
            <a:prstGeom prst="rect">
              <a:avLst/>
            </a:prstGeom>
          </p:spPr>
        </p:pic>
        <p:pic>
          <p:nvPicPr>
            <p:cNvPr id="499" name="Vector [Figma 9887:69558]" descr="Vector. векторный контур">
              <a:extLst>
                <a:ext uri="{FF2B5EF4-FFF2-40B4-BE49-F238E27FC236}">
                  <a16:creationId xmlns:a16="http://schemas.microsoft.com/office/drawing/2014/main" id="{D4B528A8-9B69-495B-A010-3C6B601BF57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>
              <a:off x="11050637" y="4181519"/>
              <a:ext cx="426717" cy="426655"/>
            </a:xfrm>
            <a:prstGeom prst="rect">
              <a:avLst/>
            </a:prstGeom>
          </p:spPr>
        </p:pic>
        <p:pic>
          <p:nvPicPr>
            <p:cNvPr id="500" name="Vector [Figma 9887:69562]" descr="Vector. векторный контур">
              <a:extLst>
                <a:ext uri="{FF2B5EF4-FFF2-40B4-BE49-F238E27FC236}">
                  <a16:creationId xmlns:a16="http://schemas.microsoft.com/office/drawing/2014/main" id="{9928BAD6-6BC5-439D-A9BC-4284CAB6F3D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3"/>
            <a:stretch>
              <a:fillRect/>
            </a:stretch>
          </p:blipFill>
          <p:spPr>
            <a:xfrm>
              <a:off x="10017368" y="5342871"/>
              <a:ext cx="298703" cy="298634"/>
            </a:xfrm>
            <a:prstGeom prst="rect">
              <a:avLst/>
            </a:prstGeom>
          </p:spPr>
        </p:pic>
        <p:pic>
          <p:nvPicPr>
            <p:cNvPr id="501" name="Vector [Figma 9887:69563]" descr="Vector. векторный контур">
              <a:extLst>
                <a:ext uri="{FF2B5EF4-FFF2-40B4-BE49-F238E27FC236}">
                  <a16:creationId xmlns:a16="http://schemas.microsoft.com/office/drawing/2014/main" id="{F2F8AF2F-9255-4CBD-8EFB-D4A45A1AD6C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>
              <a:off x="9953358" y="5278802"/>
              <a:ext cx="426717" cy="426655"/>
            </a:xfrm>
            <a:prstGeom prst="rect">
              <a:avLst/>
            </a:prstGeom>
          </p:spPr>
        </p:pic>
        <p:pic>
          <p:nvPicPr>
            <p:cNvPr id="502" name="Vector [Figma 9887:69569]" descr="Vector. векторный контур">
              <a:extLst>
                <a:ext uri="{FF2B5EF4-FFF2-40B4-BE49-F238E27FC236}">
                  <a16:creationId xmlns:a16="http://schemas.microsoft.com/office/drawing/2014/main" id="{26FAC088-319F-493F-94AB-0D4BD98822A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0"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/>
            </a:stretch>
          </p:blipFill>
          <p:spPr>
            <a:xfrm>
              <a:off x="10075254" y="4303258"/>
              <a:ext cx="182930" cy="182880"/>
            </a:xfrm>
            <a:prstGeom prst="rect">
              <a:avLst/>
            </a:prstGeom>
          </p:spPr>
        </p:pic>
        <p:pic>
          <p:nvPicPr>
            <p:cNvPr id="503" name="Vector [Figma 9887:69575]" descr="Vector. векторный контур">
              <a:extLst>
                <a:ext uri="{FF2B5EF4-FFF2-40B4-BE49-F238E27FC236}">
                  <a16:creationId xmlns:a16="http://schemas.microsoft.com/office/drawing/2014/main" id="{A9DA5E8C-FDC7-4E82-94CD-F67B248CAB9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0"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/>
            </a:stretch>
          </p:blipFill>
          <p:spPr>
            <a:xfrm>
              <a:off x="11172527" y="4303258"/>
              <a:ext cx="182930" cy="182880"/>
            </a:xfrm>
            <a:prstGeom prst="rect">
              <a:avLst/>
            </a:prstGeom>
          </p:spPr>
        </p:pic>
        <p:pic>
          <p:nvPicPr>
            <p:cNvPr id="504" name="Vector [Figma 9887:69581]" descr="Vector. векторный контур">
              <a:extLst>
                <a:ext uri="{FF2B5EF4-FFF2-40B4-BE49-F238E27FC236}">
                  <a16:creationId xmlns:a16="http://schemas.microsoft.com/office/drawing/2014/main" id="{957F796C-2294-4CA2-865A-F7B5FDFFE55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0"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/>
            </a:stretch>
          </p:blipFill>
          <p:spPr>
            <a:xfrm>
              <a:off x="10075254" y="5400639"/>
              <a:ext cx="182930" cy="182880"/>
            </a:xfrm>
            <a:prstGeom prst="rect">
              <a:avLst/>
            </a:prstGeom>
          </p:spPr>
        </p:pic>
      </p:grpSp>
      <p:grpSp>
        <p:nvGrpSpPr>
          <p:cNvPr id="505" name="Группа 504">
            <a:extLst>
              <a:ext uri="{FF2B5EF4-FFF2-40B4-BE49-F238E27FC236}">
                <a16:creationId xmlns:a16="http://schemas.microsoft.com/office/drawing/2014/main" id="{C954EF69-6FB3-46A7-82B9-8AC0F470A218}"/>
              </a:ext>
            </a:extLst>
          </p:cNvPr>
          <p:cNvGrpSpPr/>
          <p:nvPr/>
        </p:nvGrpSpPr>
        <p:grpSpPr>
          <a:xfrm>
            <a:off x="666020" y="3296361"/>
            <a:ext cx="266399" cy="244345"/>
            <a:chOff x="666020" y="3296361"/>
            <a:chExt cx="266399" cy="244345"/>
          </a:xfrm>
        </p:grpSpPr>
        <p:pic>
          <p:nvPicPr>
            <p:cNvPr id="506" name="Vector [Figma I9887:67847;7965:11814]" descr="Vector. векторный контур">
              <a:extLst>
                <a:ext uri="{FF2B5EF4-FFF2-40B4-BE49-F238E27FC236}">
                  <a16:creationId xmlns:a16="http://schemas.microsoft.com/office/drawing/2014/main" id="{4E4E8131-C6EE-4868-8384-8A0217F373A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2">
              <a:extLs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/>
            </a:stretch>
          </p:blipFill>
          <p:spPr>
            <a:xfrm>
              <a:off x="666020" y="3296361"/>
              <a:ext cx="175780" cy="244345"/>
            </a:xfrm>
            <a:prstGeom prst="rect">
              <a:avLst/>
            </a:prstGeom>
          </p:spPr>
        </p:pic>
        <p:pic>
          <p:nvPicPr>
            <p:cNvPr id="507" name="Union [Figma I9887:67847;7965:11815]" descr="Union. векторный контур">
              <a:extLst>
                <a:ext uri="{FF2B5EF4-FFF2-40B4-BE49-F238E27FC236}">
                  <a16:creationId xmlns:a16="http://schemas.microsoft.com/office/drawing/2014/main" id="{6005B899-2196-4DB3-ABEC-219E96322B9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/>
            </a:stretch>
          </p:blipFill>
          <p:spPr>
            <a:xfrm>
              <a:off x="816962" y="3296361"/>
              <a:ext cx="115457" cy="244345"/>
            </a:xfrm>
            <a:prstGeom prst="rect">
              <a:avLst/>
            </a:prstGeom>
          </p:spPr>
        </p:pic>
      </p:grpSp>
      <p:grpSp>
        <p:nvGrpSpPr>
          <p:cNvPr id="508" name="Группа 507">
            <a:extLst>
              <a:ext uri="{FF2B5EF4-FFF2-40B4-BE49-F238E27FC236}">
                <a16:creationId xmlns:a16="http://schemas.microsoft.com/office/drawing/2014/main" id="{5F418F59-41C2-4021-B625-C5C68C934946}"/>
              </a:ext>
            </a:extLst>
          </p:cNvPr>
          <p:cNvGrpSpPr/>
          <p:nvPr/>
        </p:nvGrpSpPr>
        <p:grpSpPr>
          <a:xfrm>
            <a:off x="3954280" y="3308937"/>
            <a:ext cx="319557" cy="269695"/>
            <a:chOff x="3954280" y="3308937"/>
            <a:chExt cx="319557" cy="269695"/>
          </a:xfrm>
        </p:grpSpPr>
        <p:pic>
          <p:nvPicPr>
            <p:cNvPr id="509" name="Rectangle 9 (Stroke) [Figma I9887:67851;7965:11818]" descr="Rectangle 9 (Stroke). векторный контур">
              <a:extLst>
                <a:ext uri="{FF2B5EF4-FFF2-40B4-BE49-F238E27FC236}">
                  <a16:creationId xmlns:a16="http://schemas.microsoft.com/office/drawing/2014/main" id="{C20B8B86-C3E9-4471-A0CC-66935DC3C20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6">
              <a:extLst>
                <a:ext uri="{96DAC541-7B7A-43D3-8B79-37D633B846F1}">
                  <asvg:svgBlip xmlns:asvg="http://schemas.microsoft.com/office/drawing/2016/SVG/main" r:embed="rId57"/>
                </a:ext>
              </a:extLst>
            </a:blip>
            <a:stretch>
              <a:fillRect/>
            </a:stretch>
          </p:blipFill>
          <p:spPr>
            <a:xfrm>
              <a:off x="3956131" y="3326722"/>
              <a:ext cx="273425" cy="123574"/>
            </a:xfrm>
            <a:prstGeom prst="rect">
              <a:avLst/>
            </a:prstGeom>
          </p:spPr>
        </p:pic>
        <p:pic>
          <p:nvPicPr>
            <p:cNvPr id="510" name="Rectangle 8 (Stroke) [Figma I9887:67851;7965:11819]" descr="Rectangle 8 (Stroke). векторный контур">
              <a:extLst>
                <a:ext uri="{FF2B5EF4-FFF2-40B4-BE49-F238E27FC236}">
                  <a16:creationId xmlns:a16="http://schemas.microsoft.com/office/drawing/2014/main" id="{E94AF8FF-DEBD-493B-B18D-3DB5D284BB3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8">
              <a:extLst>
                <a:ext uri="{96DAC541-7B7A-43D3-8B79-37D633B846F1}">
                  <asvg:svgBlip xmlns:asvg="http://schemas.microsoft.com/office/drawing/2016/SVG/main" r:embed="rId59"/>
                </a:ext>
              </a:extLst>
            </a:blip>
            <a:stretch>
              <a:fillRect/>
            </a:stretch>
          </p:blipFill>
          <p:spPr>
            <a:xfrm>
              <a:off x="3954280" y="3308937"/>
              <a:ext cx="319557" cy="269695"/>
            </a:xfrm>
            <a:prstGeom prst="rect">
              <a:avLst/>
            </a:prstGeom>
          </p:spPr>
        </p:pic>
      </p:grpSp>
      <p:grpSp>
        <p:nvGrpSpPr>
          <p:cNvPr id="511" name="Группа 510">
            <a:extLst>
              <a:ext uri="{FF2B5EF4-FFF2-40B4-BE49-F238E27FC236}">
                <a16:creationId xmlns:a16="http://schemas.microsoft.com/office/drawing/2014/main" id="{E8FC64D1-8BFC-4BCD-A65D-AA0901F9455B}"/>
              </a:ext>
            </a:extLst>
          </p:cNvPr>
          <p:cNvGrpSpPr/>
          <p:nvPr/>
        </p:nvGrpSpPr>
        <p:grpSpPr>
          <a:xfrm>
            <a:off x="666020" y="5845823"/>
            <a:ext cx="266399" cy="244345"/>
            <a:chOff x="666020" y="5845823"/>
            <a:chExt cx="266399" cy="244345"/>
          </a:xfrm>
        </p:grpSpPr>
        <p:pic>
          <p:nvPicPr>
            <p:cNvPr id="512" name="Vector [Figma I9887:67860;7965:11814]" descr="Vector. векторный контур">
              <a:extLst>
                <a:ext uri="{FF2B5EF4-FFF2-40B4-BE49-F238E27FC236}">
                  <a16:creationId xmlns:a16="http://schemas.microsoft.com/office/drawing/2014/main" id="{678DFB69-C98A-4956-A9C7-5B2B531C516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0">
              <a:extLst>
                <a:ext uri="{96DAC541-7B7A-43D3-8B79-37D633B846F1}">
                  <asvg:svgBlip xmlns:asvg="http://schemas.microsoft.com/office/drawing/2016/SVG/main" r:embed="rId61"/>
                </a:ext>
              </a:extLst>
            </a:blip>
            <a:stretch>
              <a:fillRect/>
            </a:stretch>
          </p:blipFill>
          <p:spPr>
            <a:xfrm>
              <a:off x="666020" y="5845823"/>
              <a:ext cx="175780" cy="244345"/>
            </a:xfrm>
            <a:prstGeom prst="rect">
              <a:avLst/>
            </a:prstGeom>
          </p:spPr>
        </p:pic>
        <p:pic>
          <p:nvPicPr>
            <p:cNvPr id="513" name="Union [Figma I9887:67860;7965:11815]" descr="Union. векторный контур">
              <a:extLst>
                <a:ext uri="{FF2B5EF4-FFF2-40B4-BE49-F238E27FC236}">
                  <a16:creationId xmlns:a16="http://schemas.microsoft.com/office/drawing/2014/main" id="{B7343DB8-D38B-42B5-8F4B-A0C7B6DD20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2">
              <a:extLst>
                <a:ext uri="{96DAC541-7B7A-43D3-8B79-37D633B846F1}">
                  <asvg:svgBlip xmlns:asvg="http://schemas.microsoft.com/office/drawing/2016/SVG/main" r:embed="rId63"/>
                </a:ext>
              </a:extLst>
            </a:blip>
            <a:stretch>
              <a:fillRect/>
            </a:stretch>
          </p:blipFill>
          <p:spPr>
            <a:xfrm>
              <a:off x="816962" y="5845823"/>
              <a:ext cx="115457" cy="244345"/>
            </a:xfrm>
            <a:prstGeom prst="rect">
              <a:avLst/>
            </a:prstGeom>
          </p:spPr>
        </p:pic>
      </p:grpSp>
      <p:grpSp>
        <p:nvGrpSpPr>
          <p:cNvPr id="514" name="Группа 513">
            <a:extLst>
              <a:ext uri="{FF2B5EF4-FFF2-40B4-BE49-F238E27FC236}">
                <a16:creationId xmlns:a16="http://schemas.microsoft.com/office/drawing/2014/main" id="{7ACACB2E-B62D-46D1-8033-929E146D58CD}"/>
              </a:ext>
            </a:extLst>
          </p:cNvPr>
          <p:cNvGrpSpPr/>
          <p:nvPr/>
        </p:nvGrpSpPr>
        <p:grpSpPr>
          <a:xfrm>
            <a:off x="3954280" y="5858398"/>
            <a:ext cx="319557" cy="269695"/>
            <a:chOff x="3954280" y="5858398"/>
            <a:chExt cx="319557" cy="269695"/>
          </a:xfrm>
        </p:grpSpPr>
        <p:pic>
          <p:nvPicPr>
            <p:cNvPr id="515" name="Rectangle 9 (Stroke) [Figma I9887:67864;7965:11818]" descr="Rectangle 9 (Stroke). векторный контур">
              <a:extLst>
                <a:ext uri="{FF2B5EF4-FFF2-40B4-BE49-F238E27FC236}">
                  <a16:creationId xmlns:a16="http://schemas.microsoft.com/office/drawing/2014/main" id="{4BEB9CAA-233B-4B44-97AF-DC160DF2A8F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4">
              <a:extLst>
                <a:ext uri="{96DAC541-7B7A-43D3-8B79-37D633B846F1}">
                  <asvg:svgBlip xmlns:asvg="http://schemas.microsoft.com/office/drawing/2016/SVG/main" r:embed="rId65"/>
                </a:ext>
              </a:extLst>
            </a:blip>
            <a:stretch>
              <a:fillRect/>
            </a:stretch>
          </p:blipFill>
          <p:spPr>
            <a:xfrm>
              <a:off x="3956131" y="5876183"/>
              <a:ext cx="273425" cy="123574"/>
            </a:xfrm>
            <a:prstGeom prst="rect">
              <a:avLst/>
            </a:prstGeom>
          </p:spPr>
        </p:pic>
        <p:pic>
          <p:nvPicPr>
            <p:cNvPr id="516" name="Rectangle 8 (Stroke) [Figma I9887:67864;7965:11819]" descr="Rectangle 8 (Stroke). векторный контур">
              <a:extLst>
                <a:ext uri="{FF2B5EF4-FFF2-40B4-BE49-F238E27FC236}">
                  <a16:creationId xmlns:a16="http://schemas.microsoft.com/office/drawing/2014/main" id="{600FD8B9-5856-43A6-8313-9ED6DA6DD6F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6">
              <a:extLst>
                <a:ext uri="{96DAC541-7B7A-43D3-8B79-37D633B846F1}">
                  <asvg:svgBlip xmlns:asvg="http://schemas.microsoft.com/office/drawing/2016/SVG/main" r:embed="rId67"/>
                </a:ext>
              </a:extLst>
            </a:blip>
            <a:stretch>
              <a:fillRect/>
            </a:stretch>
          </p:blipFill>
          <p:spPr>
            <a:xfrm>
              <a:off x="3954280" y="5858398"/>
              <a:ext cx="319557" cy="2696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0418744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to-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7F4C5D2-DA8D-4A9B-AB6D-2378BB33F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Заголовок 11">
            <a:extLst>
              <a:ext uri="{FF2B5EF4-FFF2-40B4-BE49-F238E27FC236}">
                <a16:creationId xmlns:a16="http://schemas.microsoft.com/office/drawing/2014/main" id="{64DB4AD2-F0A2-4FAD-AC34-B2A9EE9E3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>
                <a:effectLst/>
              </a:rPr>
              <a:t>втб</a:t>
            </a:r>
            <a:r>
              <a:rPr lang="ru-RU" dirty="0">
                <a:effectLst/>
              </a:rPr>
              <a:t> образование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6FD9BB6-EC81-44C7-9D90-C4A7C9DB3C8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pPr>
              <a:defRPr/>
            </a:pPr>
            <a:fld id="{53BF891E-63B0-45CA-9A92-96A490F157EC}" type="slidenum">
              <a:rPr lang="ru-RU" smtClean="0"/>
              <a:pPr>
                <a:defRPr/>
              </a:pPr>
              <a:t>52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8397879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to-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493A681-38B2-4C64-AFCC-10E83D59533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pPr>
              <a:defRPr/>
            </a:pPr>
            <a:fld id="{53BF891E-63B0-45CA-9A92-96A490F157EC}" type="slidenum">
              <a:rPr lang="ru-RU" smtClean="0"/>
              <a:pPr>
                <a:defRPr/>
              </a:pPr>
              <a:t>63</a:t>
            </a:fld>
            <a:endParaRPr lang="ru-RU" dirty="0"/>
          </a:p>
        </p:txBody>
      </p:sp>
      <p:sp>
        <p:nvSpPr>
          <p:cNvPr id="65" name="Заголовок 64">
            <a:extLst>
              <a:ext uri="{FF2B5EF4-FFF2-40B4-BE49-F238E27FC236}">
                <a16:creationId xmlns:a16="http://schemas.microsoft.com/office/drawing/2014/main" id="{3709B1FB-8EA9-466B-AE4B-39CC0D7AA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effectLst/>
              </a:rPr>
              <a:t>Иконки </a:t>
            </a:r>
            <a:r>
              <a:rPr lang="ru-RU" dirty="0" err="1">
                <a:effectLst/>
              </a:rPr>
              <a:t>втб</a:t>
            </a:r>
            <a:r>
              <a:rPr lang="ru-RU" dirty="0">
                <a:effectLst/>
              </a:rPr>
              <a:t> образование</a:t>
            </a:r>
            <a:endParaRPr lang="ru-RU" dirty="0"/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9AB8F2D2-1401-43E3-8B6D-C19802C7DFC2}"/>
              </a:ext>
            </a:extLst>
          </p:cNvPr>
          <p:cNvGrpSpPr/>
          <p:nvPr/>
        </p:nvGrpSpPr>
        <p:grpSpPr>
          <a:xfrm>
            <a:off x="663599" y="2029568"/>
            <a:ext cx="507401" cy="507392"/>
            <a:chOff x="663599" y="2029568"/>
            <a:chExt cx="507401" cy="507392"/>
          </a:xfrm>
        </p:grpSpPr>
        <p:pic>
          <p:nvPicPr>
            <p:cNvPr id="12" name="Vector 45 (Stroke) [Figma I9887:94547;7965:11770]" descr="Vector 45 (Stroke). градиент">
              <a:extLst>
                <a:ext uri="{FF2B5EF4-FFF2-40B4-BE49-F238E27FC236}">
                  <a16:creationId xmlns:a16="http://schemas.microsoft.com/office/drawing/2014/main" id="{4AE57BDC-3BD1-4118-AE7B-9361866A940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3599" y="2268679"/>
              <a:ext cx="507401" cy="268281"/>
            </a:xfrm>
            <a:prstGeom prst="rect">
              <a:avLst/>
            </a:prstGeom>
          </p:spPr>
        </p:pic>
        <p:pic>
          <p:nvPicPr>
            <p:cNvPr id="13" name="Rectangle 16 (Stroke) [Figma I9887:94547;7965:11771]" descr="Rectangle 16 (Stroke). векторный контур">
              <a:extLst>
                <a:ext uri="{FF2B5EF4-FFF2-40B4-BE49-F238E27FC236}">
                  <a16:creationId xmlns:a16="http://schemas.microsoft.com/office/drawing/2014/main" id="{4C3E9B1F-6BAA-43E6-8DDB-F009B13479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88258" y="2029568"/>
              <a:ext cx="282742" cy="278649"/>
            </a:xfrm>
            <a:prstGeom prst="rect">
              <a:avLst/>
            </a:prstGeom>
          </p:spPr>
        </p:pic>
      </p:grp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7CDF8B61-0EFF-4A7C-8E89-B26B6B5E4546}"/>
              </a:ext>
            </a:extLst>
          </p:cNvPr>
          <p:cNvGrpSpPr/>
          <p:nvPr/>
        </p:nvGrpSpPr>
        <p:grpSpPr>
          <a:xfrm>
            <a:off x="1912942" y="1986756"/>
            <a:ext cx="507432" cy="518058"/>
            <a:chOff x="1912942" y="1986756"/>
            <a:chExt cx="507432" cy="518058"/>
          </a:xfrm>
        </p:grpSpPr>
        <p:pic>
          <p:nvPicPr>
            <p:cNvPr id="15" name="Vector 35 (Stroke) [Figma I9887:94548;7965:11789]" descr="Vector 35 (Stroke). градиент">
              <a:extLst>
                <a:ext uri="{FF2B5EF4-FFF2-40B4-BE49-F238E27FC236}">
                  <a16:creationId xmlns:a16="http://schemas.microsoft.com/office/drawing/2014/main" id="{BCE30EBE-AB5D-430A-A12C-DA362D6CD1B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12729" y="2269126"/>
              <a:ext cx="63694" cy="42465"/>
            </a:xfrm>
            <a:prstGeom prst="rect">
              <a:avLst/>
            </a:prstGeom>
          </p:spPr>
        </p:pic>
        <p:pic>
          <p:nvPicPr>
            <p:cNvPr id="16" name="Vector 36 (Stroke) [Figma I9887:94548;7965:11790]" descr="Vector 36 (Stroke). градиент">
              <a:extLst>
                <a:ext uri="{FF2B5EF4-FFF2-40B4-BE49-F238E27FC236}">
                  <a16:creationId xmlns:a16="http://schemas.microsoft.com/office/drawing/2014/main" id="{E5BE765A-1B24-4AB4-AFA5-0E9C3EBFD06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012729" y="2345572"/>
              <a:ext cx="180468" cy="42465"/>
            </a:xfrm>
            <a:prstGeom prst="rect">
              <a:avLst/>
            </a:prstGeom>
          </p:spPr>
        </p:pic>
        <p:pic>
          <p:nvPicPr>
            <p:cNvPr id="17" name="Rectangle 13 (Stroke) [Figma I9887:94548;7965:11791]" descr="Rectangle 13 (Stroke). векторный контур">
              <a:extLst>
                <a:ext uri="{FF2B5EF4-FFF2-40B4-BE49-F238E27FC236}">
                  <a16:creationId xmlns:a16="http://schemas.microsoft.com/office/drawing/2014/main" id="{22145808-A2C5-4C2E-8823-606F680F795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912942" y="1986756"/>
              <a:ext cx="507432" cy="518058"/>
            </a:xfrm>
            <a:prstGeom prst="rect">
              <a:avLst/>
            </a:prstGeom>
          </p:spPr>
        </p:pic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D7A68925-F816-4CDD-85D1-C179F5B7FD8B}"/>
              </a:ext>
            </a:extLst>
          </p:cNvPr>
          <p:cNvGrpSpPr/>
          <p:nvPr/>
        </p:nvGrpSpPr>
        <p:grpSpPr>
          <a:xfrm>
            <a:off x="2994518" y="1985913"/>
            <a:ext cx="678704" cy="672885"/>
            <a:chOff x="2994518" y="1985913"/>
            <a:chExt cx="678704" cy="672885"/>
          </a:xfrm>
        </p:grpSpPr>
        <p:pic>
          <p:nvPicPr>
            <p:cNvPr id="19" name="cap-top [Figma I9887:94549;9121:2295]" descr="cap-top. векторный контур">
              <a:extLst>
                <a:ext uri="{FF2B5EF4-FFF2-40B4-BE49-F238E27FC236}">
                  <a16:creationId xmlns:a16="http://schemas.microsoft.com/office/drawing/2014/main" id="{6050EFBF-CBAB-4F5A-9770-3AD78FBDCE8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994518" y="1985913"/>
              <a:ext cx="678704" cy="382826"/>
            </a:xfrm>
            <a:prstGeom prst="rect">
              <a:avLst/>
            </a:prstGeom>
          </p:spPr>
        </p:pic>
        <p:pic>
          <p:nvPicPr>
            <p:cNvPr id="20" name="cap-body [Figma I9887:94549;9121:2296]" descr="cap-body. векторный контур">
              <a:extLst>
                <a:ext uri="{FF2B5EF4-FFF2-40B4-BE49-F238E27FC236}">
                  <a16:creationId xmlns:a16="http://schemas.microsoft.com/office/drawing/2014/main" id="{B2424B82-2DEF-42E0-9948-130059B6CCD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3043828" y="2180228"/>
              <a:ext cx="580090" cy="390912"/>
            </a:xfrm>
            <a:prstGeom prst="rect">
              <a:avLst/>
            </a:prstGeom>
          </p:spPr>
        </p:pic>
        <p:pic>
          <p:nvPicPr>
            <p:cNvPr id="21" name="tassel [Figma I9887:94549;9121:2297]" descr="tassel. градиент в обводке">
              <a:extLst>
                <a:ext uri="{FF2B5EF4-FFF2-40B4-BE49-F238E27FC236}">
                  <a16:creationId xmlns:a16="http://schemas.microsoft.com/office/drawing/2014/main" id="{C213041C-50A3-48C1-8AB8-D3770862E4B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3081533" y="2136722"/>
              <a:ext cx="272646" cy="522076"/>
            </a:xfrm>
            <a:prstGeom prst="rect">
              <a:avLst/>
            </a:prstGeom>
          </p:spPr>
        </p:pic>
      </p:grp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A17E9902-7CAE-44FF-9E18-02482368114B}"/>
              </a:ext>
            </a:extLst>
          </p:cNvPr>
          <p:cNvGrpSpPr/>
          <p:nvPr/>
        </p:nvGrpSpPr>
        <p:grpSpPr>
          <a:xfrm>
            <a:off x="4237406" y="1979811"/>
            <a:ext cx="600441" cy="601548"/>
            <a:chOff x="4237406" y="1979811"/>
            <a:chExt cx="600441" cy="601548"/>
          </a:xfrm>
        </p:grpSpPr>
        <p:pic>
          <p:nvPicPr>
            <p:cNvPr id="23" name="Vector [Figma I9887:94550;9121:2204]" descr="Vector. векторный контур">
              <a:extLst>
                <a:ext uri="{FF2B5EF4-FFF2-40B4-BE49-F238E27FC236}">
                  <a16:creationId xmlns:a16="http://schemas.microsoft.com/office/drawing/2014/main" id="{87ED72C8-214D-4CC8-90C3-B43C244728A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4237406" y="1979811"/>
              <a:ext cx="445962" cy="445977"/>
            </a:xfrm>
            <a:prstGeom prst="rect">
              <a:avLst/>
            </a:prstGeom>
          </p:spPr>
        </p:pic>
        <p:pic>
          <p:nvPicPr>
            <p:cNvPr id="24" name="Vector [Figma I9887:94550;9121:2205]" descr="Vector. векторный контур">
              <a:extLst>
                <a:ext uri="{FF2B5EF4-FFF2-40B4-BE49-F238E27FC236}">
                  <a16:creationId xmlns:a16="http://schemas.microsoft.com/office/drawing/2014/main" id="{273A886B-5A76-489B-965D-C98D6AF55CD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4555444" y="2298841"/>
              <a:ext cx="148483" cy="148527"/>
            </a:xfrm>
            <a:prstGeom prst="rect">
              <a:avLst/>
            </a:prstGeom>
          </p:spPr>
        </p:pic>
        <p:pic>
          <p:nvPicPr>
            <p:cNvPr id="25" name="Vector [Figma I9887:94550;9121:2206]" descr="Vector. векторный контур">
              <a:extLst>
                <a:ext uri="{FF2B5EF4-FFF2-40B4-BE49-F238E27FC236}">
                  <a16:creationId xmlns:a16="http://schemas.microsoft.com/office/drawing/2014/main" id="{EDD6F209-7E3A-4FF8-9782-A5B412DBFAB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4597226" y="2340710"/>
              <a:ext cx="240621" cy="240649"/>
            </a:xfrm>
            <a:prstGeom prst="rect">
              <a:avLst/>
            </a:prstGeom>
          </p:spPr>
        </p:pic>
        <p:pic>
          <p:nvPicPr>
            <p:cNvPr id="26" name="Vector [Figma I9887:94550;9121:2207]" descr="Vector. градиент в обводке">
              <a:extLst>
                <a:ext uri="{FF2B5EF4-FFF2-40B4-BE49-F238E27FC236}">
                  <a16:creationId xmlns:a16="http://schemas.microsoft.com/office/drawing/2014/main" id="{05FC6B07-3807-4253-9A18-A414F47F84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4323107" y="2119160"/>
              <a:ext cx="99229" cy="202897"/>
            </a:xfrm>
            <a:prstGeom prst="rect">
              <a:avLst/>
            </a:prstGeom>
          </p:spPr>
        </p:pic>
      </p:grpSp>
      <p:grpSp>
        <p:nvGrpSpPr>
          <p:cNvPr id="27" name="Группа 26">
            <a:extLst>
              <a:ext uri="{FF2B5EF4-FFF2-40B4-BE49-F238E27FC236}">
                <a16:creationId xmlns:a16="http://schemas.microsoft.com/office/drawing/2014/main" id="{58EC8F69-FB02-43BA-B75A-76F33AED8205}"/>
              </a:ext>
            </a:extLst>
          </p:cNvPr>
          <p:cNvGrpSpPr/>
          <p:nvPr/>
        </p:nvGrpSpPr>
        <p:grpSpPr>
          <a:xfrm>
            <a:off x="5487534" y="1941811"/>
            <a:ext cx="518211" cy="620702"/>
            <a:chOff x="5487534" y="1941811"/>
            <a:chExt cx="518211" cy="620702"/>
          </a:xfrm>
        </p:grpSpPr>
        <p:sp>
          <p:nvSpPr>
            <p:cNvPr id="28" name="Ellipse 4994 [Figma I9887:94551;9121:2212]">
              <a:extLst>
                <a:ext uri="{FF2B5EF4-FFF2-40B4-BE49-F238E27FC236}">
                  <a16:creationId xmlns:a16="http://schemas.microsoft.com/office/drawing/2014/main" id="{9F33A0E0-A022-4D61-822D-A29E8CC0EE00}"/>
                </a:ext>
              </a:extLst>
            </p:cNvPr>
            <p:cNvSpPr/>
            <p:nvPr userDrawn="1"/>
          </p:nvSpPr>
          <p:spPr>
            <a:xfrm>
              <a:off x="5487534" y="2044302"/>
              <a:ext cx="518211" cy="518211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53974">
              <a:solidFill>
                <a:srgbClr val="0A2896"/>
              </a:solidFill>
              <a:prstDash val="solid"/>
            </a:ln>
          </p:spPr>
        </p:sp>
        <p:pic>
          <p:nvPicPr>
            <p:cNvPr id="29" name="Vector 184 [Figma I9887:94551;9121:2213]" descr="Vector 184. градиент в обводке">
              <a:extLst>
                <a:ext uri="{FF2B5EF4-FFF2-40B4-BE49-F238E27FC236}">
                  <a16:creationId xmlns:a16="http://schemas.microsoft.com/office/drawing/2014/main" id="{1AC95A1A-3B65-4419-9C3F-E3EDAE4CD07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5719654" y="2163857"/>
              <a:ext cx="165502" cy="165493"/>
            </a:xfrm>
            <a:prstGeom prst="rect">
              <a:avLst/>
            </a:prstGeom>
          </p:spPr>
        </p:pic>
        <p:pic>
          <p:nvPicPr>
            <p:cNvPr id="30" name="Vector 185 [Figma I9887:94551;9121:2214]" descr="Vector 185. градиент в обводке">
              <a:extLst>
                <a:ext uri="{FF2B5EF4-FFF2-40B4-BE49-F238E27FC236}">
                  <a16:creationId xmlns:a16="http://schemas.microsoft.com/office/drawing/2014/main" id="{DE93444D-0C66-4F13-B519-1C0B307D6E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5661466" y="1941811"/>
              <a:ext cx="170351" cy="53974"/>
            </a:xfrm>
            <a:prstGeom prst="rect">
              <a:avLst/>
            </a:prstGeom>
          </p:spPr>
        </p:pic>
      </p:grpSp>
      <p:grpSp>
        <p:nvGrpSpPr>
          <p:cNvPr id="31" name="Группа 30">
            <a:extLst>
              <a:ext uri="{FF2B5EF4-FFF2-40B4-BE49-F238E27FC236}">
                <a16:creationId xmlns:a16="http://schemas.microsoft.com/office/drawing/2014/main" id="{866449FB-6915-4A96-82EA-9619951DBCE0}"/>
              </a:ext>
            </a:extLst>
          </p:cNvPr>
          <p:cNvGrpSpPr/>
          <p:nvPr/>
        </p:nvGrpSpPr>
        <p:grpSpPr>
          <a:xfrm>
            <a:off x="6640030" y="1920232"/>
            <a:ext cx="626811" cy="701657"/>
            <a:chOff x="6640030" y="1920232"/>
            <a:chExt cx="626811" cy="701657"/>
          </a:xfrm>
        </p:grpSpPr>
        <p:pic>
          <p:nvPicPr>
            <p:cNvPr id="32" name="Union [Figma I9887:94552;9121:2221]" descr="Union. градиент">
              <a:extLst>
                <a:ext uri="{FF2B5EF4-FFF2-40B4-BE49-F238E27FC236}">
                  <a16:creationId xmlns:a16="http://schemas.microsoft.com/office/drawing/2014/main" id="{E3E0A8F3-4959-4161-817B-2FB6B385537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6640030" y="1920232"/>
              <a:ext cx="626811" cy="536810"/>
            </a:xfrm>
            <a:prstGeom prst="rect">
              <a:avLst/>
            </a:prstGeom>
          </p:spPr>
        </p:pic>
        <p:pic>
          <p:nvPicPr>
            <p:cNvPr id="33" name="Union [Figma I9887:94552;9121:2230]" descr="Union. векторный контур">
              <a:extLst>
                <a:ext uri="{FF2B5EF4-FFF2-40B4-BE49-F238E27FC236}">
                  <a16:creationId xmlns:a16="http://schemas.microsoft.com/office/drawing/2014/main" id="{59A2D30B-76C8-4884-8CFF-1F72F9E4751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6749949" y="2038894"/>
              <a:ext cx="411065" cy="582995"/>
            </a:xfrm>
            <a:prstGeom prst="rect">
              <a:avLst/>
            </a:prstGeom>
          </p:spPr>
        </p:pic>
      </p:grp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20FD8EBF-7506-41C8-800E-4268C3BE3992}"/>
              </a:ext>
            </a:extLst>
          </p:cNvPr>
          <p:cNvGrpSpPr/>
          <p:nvPr/>
        </p:nvGrpSpPr>
        <p:grpSpPr>
          <a:xfrm>
            <a:off x="7884280" y="1941811"/>
            <a:ext cx="553813" cy="674671"/>
            <a:chOff x="7884280" y="1941811"/>
            <a:chExt cx="553813" cy="674671"/>
          </a:xfrm>
        </p:grpSpPr>
        <p:pic>
          <p:nvPicPr>
            <p:cNvPr id="35" name="Union [Figma I9887:94553;9121:2260]" descr="Union. векторный контур">
              <a:extLst>
                <a:ext uri="{FF2B5EF4-FFF2-40B4-BE49-F238E27FC236}">
                  <a16:creationId xmlns:a16="http://schemas.microsoft.com/office/drawing/2014/main" id="{63E7CB65-2995-4131-AB11-6E66122C450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7977214" y="1941811"/>
              <a:ext cx="377236" cy="674671"/>
            </a:xfrm>
            <a:prstGeom prst="rect">
              <a:avLst/>
            </a:prstGeom>
          </p:spPr>
        </p:pic>
        <p:pic>
          <p:nvPicPr>
            <p:cNvPr id="36" name="Union [Figma I9887:94553;9121:2265]" descr="Union. градиент">
              <a:extLst>
                <a:ext uri="{FF2B5EF4-FFF2-40B4-BE49-F238E27FC236}">
                  <a16:creationId xmlns:a16="http://schemas.microsoft.com/office/drawing/2014/main" id="{A456E9A8-3BAC-4F59-81A0-C63CE875502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7884280" y="2006798"/>
              <a:ext cx="553813" cy="377220"/>
            </a:xfrm>
            <a:prstGeom prst="rect">
              <a:avLst/>
            </a:prstGeom>
          </p:spPr>
        </p:pic>
      </p:grpSp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FBB62663-5F30-4568-A6F9-DD09004081AC}"/>
              </a:ext>
            </a:extLst>
          </p:cNvPr>
          <p:cNvGrpSpPr/>
          <p:nvPr/>
        </p:nvGrpSpPr>
        <p:grpSpPr>
          <a:xfrm>
            <a:off x="663599" y="3978969"/>
            <a:ext cx="507401" cy="507392"/>
            <a:chOff x="663599" y="3978969"/>
            <a:chExt cx="507401" cy="507392"/>
          </a:xfrm>
        </p:grpSpPr>
        <p:pic>
          <p:nvPicPr>
            <p:cNvPr id="38" name="Vector 45 (Stroke) [Figma I9887:94557;7965:11839]" descr="Vector 45 (Stroke). векторный контур">
              <a:extLst>
                <a:ext uri="{FF2B5EF4-FFF2-40B4-BE49-F238E27FC236}">
                  <a16:creationId xmlns:a16="http://schemas.microsoft.com/office/drawing/2014/main" id="{7E98432B-64A0-47F6-93F0-B5797F53900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663599" y="4218080"/>
              <a:ext cx="507401" cy="268281"/>
            </a:xfrm>
            <a:prstGeom prst="rect">
              <a:avLst/>
            </a:prstGeom>
          </p:spPr>
        </p:pic>
        <p:pic>
          <p:nvPicPr>
            <p:cNvPr id="39" name="Rectangle 16 (Stroke) [Figma I9887:94557;7965:11840]" descr="Rectangle 16 (Stroke). векторный контур">
              <a:extLst>
                <a:ext uri="{FF2B5EF4-FFF2-40B4-BE49-F238E27FC236}">
                  <a16:creationId xmlns:a16="http://schemas.microsoft.com/office/drawing/2014/main" id="{433187C8-8C19-41C3-A75B-0935D26BA4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888255" y="3978969"/>
              <a:ext cx="282742" cy="278649"/>
            </a:xfrm>
            <a:prstGeom prst="rect">
              <a:avLst/>
            </a:prstGeom>
          </p:spPr>
        </p:pic>
      </p:grp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8A688A02-A81C-4D35-89CD-CB19775F0683}"/>
              </a:ext>
            </a:extLst>
          </p:cNvPr>
          <p:cNvGrpSpPr/>
          <p:nvPr/>
        </p:nvGrpSpPr>
        <p:grpSpPr>
          <a:xfrm>
            <a:off x="1912942" y="3936157"/>
            <a:ext cx="507432" cy="518058"/>
            <a:chOff x="1912942" y="3936157"/>
            <a:chExt cx="507432" cy="518058"/>
          </a:xfrm>
        </p:grpSpPr>
        <p:pic>
          <p:nvPicPr>
            <p:cNvPr id="41" name="Vector 35 (Stroke) [Figma I9887:94558;7965:11858]" descr="Vector 35 (Stroke). векторный контур">
              <a:extLst>
                <a:ext uri="{FF2B5EF4-FFF2-40B4-BE49-F238E27FC236}">
                  <a16:creationId xmlns:a16="http://schemas.microsoft.com/office/drawing/2014/main" id="{E3AC7C51-E299-48E0-8393-3FA56F9919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/>
            </a:stretch>
          </p:blipFill>
          <p:spPr>
            <a:xfrm>
              <a:off x="2012729" y="4218527"/>
              <a:ext cx="63694" cy="42465"/>
            </a:xfrm>
            <a:prstGeom prst="rect">
              <a:avLst/>
            </a:prstGeom>
          </p:spPr>
        </p:pic>
        <p:pic>
          <p:nvPicPr>
            <p:cNvPr id="42" name="Vector 36 (Stroke) [Figma I9887:94558;7965:11859]" descr="Vector 36 (Stroke). векторный контур">
              <a:extLst>
                <a:ext uri="{FF2B5EF4-FFF2-40B4-BE49-F238E27FC236}">
                  <a16:creationId xmlns:a16="http://schemas.microsoft.com/office/drawing/2014/main" id="{4614936E-DB15-4321-8854-C4FA9AC51D8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/>
            </a:stretch>
          </p:blipFill>
          <p:spPr>
            <a:xfrm>
              <a:off x="2012729" y="4294973"/>
              <a:ext cx="180468" cy="42465"/>
            </a:xfrm>
            <a:prstGeom prst="rect">
              <a:avLst/>
            </a:prstGeom>
          </p:spPr>
        </p:pic>
        <p:pic>
          <p:nvPicPr>
            <p:cNvPr id="43" name="Rectangle 13 (Stroke) [Figma I9887:94558;7965:11860]" descr="Rectangle 13 (Stroke). векторный контур">
              <a:extLst>
                <a:ext uri="{FF2B5EF4-FFF2-40B4-BE49-F238E27FC236}">
                  <a16:creationId xmlns:a16="http://schemas.microsoft.com/office/drawing/2014/main" id="{6EBD67AD-EB87-4A92-AEF5-7AB87A6E4EA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912942" y="3936157"/>
              <a:ext cx="507432" cy="518058"/>
            </a:xfrm>
            <a:prstGeom prst="rect">
              <a:avLst/>
            </a:prstGeom>
          </p:spPr>
        </p:pic>
      </p:grpSp>
      <p:grpSp>
        <p:nvGrpSpPr>
          <p:cNvPr id="44" name="Группа 43">
            <a:extLst>
              <a:ext uri="{FF2B5EF4-FFF2-40B4-BE49-F238E27FC236}">
                <a16:creationId xmlns:a16="http://schemas.microsoft.com/office/drawing/2014/main" id="{A75BCC66-FB7C-4725-A347-2E009D22454F}"/>
              </a:ext>
            </a:extLst>
          </p:cNvPr>
          <p:cNvGrpSpPr/>
          <p:nvPr/>
        </p:nvGrpSpPr>
        <p:grpSpPr>
          <a:xfrm>
            <a:off x="2994518" y="3933032"/>
            <a:ext cx="678704" cy="672885"/>
            <a:chOff x="2994518" y="3933032"/>
            <a:chExt cx="678704" cy="672885"/>
          </a:xfrm>
        </p:grpSpPr>
        <p:pic>
          <p:nvPicPr>
            <p:cNvPr id="45" name="cap-top [Figma I9887:94559;9768:32076]" descr="cap-top. векторный контур">
              <a:extLst>
                <a:ext uri="{FF2B5EF4-FFF2-40B4-BE49-F238E27FC236}">
                  <a16:creationId xmlns:a16="http://schemas.microsoft.com/office/drawing/2014/main" id="{0CB39F2A-277E-43DF-A295-57BC43AE652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994518" y="3933032"/>
              <a:ext cx="678704" cy="382826"/>
            </a:xfrm>
            <a:prstGeom prst="rect">
              <a:avLst/>
            </a:prstGeom>
          </p:spPr>
        </p:pic>
        <p:pic>
          <p:nvPicPr>
            <p:cNvPr id="46" name="cap-body [Figma I9887:94559;9768:32077]" descr="cap-body. векторный контур">
              <a:extLst>
                <a:ext uri="{FF2B5EF4-FFF2-40B4-BE49-F238E27FC236}">
                  <a16:creationId xmlns:a16="http://schemas.microsoft.com/office/drawing/2014/main" id="{4677D331-9658-4F80-826F-69C3B8163B8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3043828" y="4127347"/>
              <a:ext cx="580090" cy="390912"/>
            </a:xfrm>
            <a:prstGeom prst="rect">
              <a:avLst/>
            </a:prstGeom>
          </p:spPr>
        </p:pic>
        <p:pic>
          <p:nvPicPr>
            <p:cNvPr id="47" name="tassel [Figma I9887:94559;9768:32078]" descr="tassel. векторный контур">
              <a:extLst>
                <a:ext uri="{FF2B5EF4-FFF2-40B4-BE49-F238E27FC236}">
                  <a16:creationId xmlns:a16="http://schemas.microsoft.com/office/drawing/2014/main" id="{F910244D-F019-4EC1-8B6E-73D71DB9D54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/>
            </a:stretch>
          </p:blipFill>
          <p:spPr>
            <a:xfrm>
              <a:off x="3081533" y="4083841"/>
              <a:ext cx="272646" cy="522076"/>
            </a:xfrm>
            <a:prstGeom prst="rect">
              <a:avLst/>
            </a:prstGeom>
          </p:spPr>
        </p:pic>
      </p:grpSp>
      <p:grpSp>
        <p:nvGrpSpPr>
          <p:cNvPr id="48" name="Группа 47">
            <a:extLst>
              <a:ext uri="{FF2B5EF4-FFF2-40B4-BE49-F238E27FC236}">
                <a16:creationId xmlns:a16="http://schemas.microsoft.com/office/drawing/2014/main" id="{D9EE364F-5525-4DAA-B69D-D1D615E7C5D3}"/>
              </a:ext>
            </a:extLst>
          </p:cNvPr>
          <p:cNvGrpSpPr/>
          <p:nvPr/>
        </p:nvGrpSpPr>
        <p:grpSpPr>
          <a:xfrm>
            <a:off x="4237406" y="3926930"/>
            <a:ext cx="600441" cy="601549"/>
            <a:chOff x="4237406" y="3926930"/>
            <a:chExt cx="600441" cy="601549"/>
          </a:xfrm>
        </p:grpSpPr>
        <p:pic>
          <p:nvPicPr>
            <p:cNvPr id="49" name="Vector [Figma I9887:94560;9768:32100]" descr="Vector. векторный контур">
              <a:extLst>
                <a:ext uri="{FF2B5EF4-FFF2-40B4-BE49-F238E27FC236}">
                  <a16:creationId xmlns:a16="http://schemas.microsoft.com/office/drawing/2014/main" id="{FA411D56-1D6F-4A99-AECA-F2CBAADFC2A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4237406" y="3926930"/>
              <a:ext cx="445962" cy="445977"/>
            </a:xfrm>
            <a:prstGeom prst="rect">
              <a:avLst/>
            </a:prstGeom>
          </p:spPr>
        </p:pic>
        <p:pic>
          <p:nvPicPr>
            <p:cNvPr id="50" name="Vector [Figma I9887:94560;9768:32101]" descr="Vector. векторный контур">
              <a:extLst>
                <a:ext uri="{FF2B5EF4-FFF2-40B4-BE49-F238E27FC236}">
                  <a16:creationId xmlns:a16="http://schemas.microsoft.com/office/drawing/2014/main" id="{9150A106-4886-4AB9-B191-BAF0C540A6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4555444" y="4245960"/>
              <a:ext cx="148483" cy="148527"/>
            </a:xfrm>
            <a:prstGeom prst="rect">
              <a:avLst/>
            </a:prstGeom>
          </p:spPr>
        </p:pic>
        <p:pic>
          <p:nvPicPr>
            <p:cNvPr id="51" name="Vector [Figma I9887:94560;9768:32102]" descr="Vector. векторный контур">
              <a:extLst>
                <a:ext uri="{FF2B5EF4-FFF2-40B4-BE49-F238E27FC236}">
                  <a16:creationId xmlns:a16="http://schemas.microsoft.com/office/drawing/2014/main" id="{664B060B-494E-43AD-A7C9-47468042A6B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4597226" y="4287830"/>
              <a:ext cx="240621" cy="240649"/>
            </a:xfrm>
            <a:prstGeom prst="rect">
              <a:avLst/>
            </a:prstGeom>
          </p:spPr>
        </p:pic>
        <p:pic>
          <p:nvPicPr>
            <p:cNvPr id="52" name="Vector [Figma I9887:94560;9768:32103]" descr="Vector. векторный контур">
              <a:extLst>
                <a:ext uri="{FF2B5EF4-FFF2-40B4-BE49-F238E27FC236}">
                  <a16:creationId xmlns:a16="http://schemas.microsoft.com/office/drawing/2014/main" id="{936410B5-9F73-461A-B288-F8627C5B6C9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/>
            </a:stretch>
          </p:blipFill>
          <p:spPr>
            <a:xfrm>
              <a:off x="4323107" y="4066280"/>
              <a:ext cx="99229" cy="202897"/>
            </a:xfrm>
            <a:prstGeom prst="rect">
              <a:avLst/>
            </a:prstGeom>
          </p:spPr>
        </p:pic>
      </p:grpSp>
      <p:grpSp>
        <p:nvGrpSpPr>
          <p:cNvPr id="53" name="Группа 52">
            <a:extLst>
              <a:ext uri="{FF2B5EF4-FFF2-40B4-BE49-F238E27FC236}">
                <a16:creationId xmlns:a16="http://schemas.microsoft.com/office/drawing/2014/main" id="{B584482F-AD43-4588-AF94-B9A18C449C75}"/>
              </a:ext>
            </a:extLst>
          </p:cNvPr>
          <p:cNvGrpSpPr/>
          <p:nvPr/>
        </p:nvGrpSpPr>
        <p:grpSpPr>
          <a:xfrm>
            <a:off x="5487534" y="3888980"/>
            <a:ext cx="518211" cy="620702"/>
            <a:chOff x="5487534" y="3888980"/>
            <a:chExt cx="518211" cy="620702"/>
          </a:xfrm>
        </p:grpSpPr>
        <p:sp>
          <p:nvSpPr>
            <p:cNvPr id="54" name="Ellipse 4994 [Figma I9887:94561;9768:32106]">
              <a:extLst>
                <a:ext uri="{FF2B5EF4-FFF2-40B4-BE49-F238E27FC236}">
                  <a16:creationId xmlns:a16="http://schemas.microsoft.com/office/drawing/2014/main" id="{53C7DC1E-2F1D-4FEA-8CB4-F96A25BB9596}"/>
                </a:ext>
              </a:extLst>
            </p:cNvPr>
            <p:cNvSpPr/>
            <p:nvPr userDrawn="1"/>
          </p:nvSpPr>
          <p:spPr>
            <a:xfrm>
              <a:off x="5487534" y="3991471"/>
              <a:ext cx="518211" cy="518211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53974">
              <a:solidFill>
                <a:srgbClr val="0A2896"/>
              </a:solidFill>
              <a:prstDash val="solid"/>
            </a:ln>
          </p:spPr>
        </p:sp>
        <p:pic>
          <p:nvPicPr>
            <p:cNvPr id="55" name="Vector 184 [Figma I9887:94561;9768:32107]" descr="Vector 184. векторный контур">
              <a:extLst>
                <a:ext uri="{FF2B5EF4-FFF2-40B4-BE49-F238E27FC236}">
                  <a16:creationId xmlns:a16="http://schemas.microsoft.com/office/drawing/2014/main" id="{B40B206A-EE63-4B21-B727-6DB75D7A259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9"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/>
            </a:stretch>
          </p:blipFill>
          <p:spPr>
            <a:xfrm>
              <a:off x="5719654" y="4111026"/>
              <a:ext cx="165502" cy="165493"/>
            </a:xfrm>
            <a:prstGeom prst="rect">
              <a:avLst/>
            </a:prstGeom>
          </p:spPr>
        </p:pic>
        <p:pic>
          <p:nvPicPr>
            <p:cNvPr id="56" name="Vector 185 [Figma I9887:94561;9768:32108]" descr="Vector 185. векторный контур">
              <a:extLst>
                <a:ext uri="{FF2B5EF4-FFF2-40B4-BE49-F238E27FC236}">
                  <a16:creationId xmlns:a16="http://schemas.microsoft.com/office/drawing/2014/main" id="{9EAE6947-E740-4979-A50A-F61575FCC55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1"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/>
            </a:stretch>
          </p:blipFill>
          <p:spPr>
            <a:xfrm>
              <a:off x="5661466" y="3888980"/>
              <a:ext cx="170351" cy="53974"/>
            </a:xfrm>
            <a:prstGeom prst="rect">
              <a:avLst/>
            </a:prstGeom>
          </p:spPr>
        </p:pic>
      </p:grpSp>
      <p:grpSp>
        <p:nvGrpSpPr>
          <p:cNvPr id="57" name="Группа 56">
            <a:extLst>
              <a:ext uri="{FF2B5EF4-FFF2-40B4-BE49-F238E27FC236}">
                <a16:creationId xmlns:a16="http://schemas.microsoft.com/office/drawing/2014/main" id="{B05CE973-9498-45BD-A018-4E66AA715229}"/>
              </a:ext>
            </a:extLst>
          </p:cNvPr>
          <p:cNvGrpSpPr/>
          <p:nvPr/>
        </p:nvGrpSpPr>
        <p:grpSpPr>
          <a:xfrm>
            <a:off x="6640030" y="3867351"/>
            <a:ext cx="626811" cy="701658"/>
            <a:chOff x="6640030" y="3867351"/>
            <a:chExt cx="626811" cy="701658"/>
          </a:xfrm>
        </p:grpSpPr>
        <p:pic>
          <p:nvPicPr>
            <p:cNvPr id="58" name="Union [Figma I9887:94562;9768:32112]" descr="Union. векторный контур">
              <a:extLst>
                <a:ext uri="{FF2B5EF4-FFF2-40B4-BE49-F238E27FC236}">
                  <a16:creationId xmlns:a16="http://schemas.microsoft.com/office/drawing/2014/main" id="{1C737F40-40B0-49BD-9D7B-B50DB7918B4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3">
              <a:extLst>
                <a:ext uri="{96DAC541-7B7A-43D3-8B79-37D633B846F1}">
                  <asvg:svgBlip xmlns:asvg="http://schemas.microsoft.com/office/drawing/2016/SVG/main" r:embed="rId54"/>
                </a:ext>
              </a:extLst>
            </a:blip>
            <a:stretch>
              <a:fillRect/>
            </a:stretch>
          </p:blipFill>
          <p:spPr>
            <a:xfrm>
              <a:off x="6640030" y="3867351"/>
              <a:ext cx="626811" cy="536810"/>
            </a:xfrm>
            <a:prstGeom prst="rect">
              <a:avLst/>
            </a:prstGeom>
          </p:spPr>
        </p:pic>
        <p:pic>
          <p:nvPicPr>
            <p:cNvPr id="59" name="Union [Figma I9887:94562;9768:32121]" descr="Union. векторный контур">
              <a:extLst>
                <a:ext uri="{FF2B5EF4-FFF2-40B4-BE49-F238E27FC236}">
                  <a16:creationId xmlns:a16="http://schemas.microsoft.com/office/drawing/2014/main" id="{6DC5A574-CFA2-43FE-8828-81DD005B0A7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6749949" y="3986014"/>
              <a:ext cx="411065" cy="582995"/>
            </a:xfrm>
            <a:prstGeom prst="rect">
              <a:avLst/>
            </a:prstGeom>
          </p:spPr>
        </p:pic>
      </p:grpSp>
      <p:grpSp>
        <p:nvGrpSpPr>
          <p:cNvPr id="60" name="Группа 59">
            <a:extLst>
              <a:ext uri="{FF2B5EF4-FFF2-40B4-BE49-F238E27FC236}">
                <a16:creationId xmlns:a16="http://schemas.microsoft.com/office/drawing/2014/main" id="{9023A290-7492-4A99-8E4F-E1CB269CCFD0}"/>
              </a:ext>
            </a:extLst>
          </p:cNvPr>
          <p:cNvGrpSpPr/>
          <p:nvPr/>
        </p:nvGrpSpPr>
        <p:grpSpPr>
          <a:xfrm>
            <a:off x="7884280" y="3888980"/>
            <a:ext cx="553813" cy="674671"/>
            <a:chOff x="7884280" y="3888980"/>
            <a:chExt cx="553813" cy="674671"/>
          </a:xfrm>
        </p:grpSpPr>
        <p:pic>
          <p:nvPicPr>
            <p:cNvPr id="61" name="Union [Figma I9887:94563;9768:32128]" descr="Union. векторный контур">
              <a:extLst>
                <a:ext uri="{FF2B5EF4-FFF2-40B4-BE49-F238E27FC236}">
                  <a16:creationId xmlns:a16="http://schemas.microsoft.com/office/drawing/2014/main" id="{498C5CF5-FFF0-4E43-829D-41531127B08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7977214" y="3888980"/>
              <a:ext cx="377236" cy="674671"/>
            </a:xfrm>
            <a:prstGeom prst="rect">
              <a:avLst/>
            </a:prstGeom>
          </p:spPr>
        </p:pic>
        <p:pic>
          <p:nvPicPr>
            <p:cNvPr id="62" name="Union [Figma I9887:94563;9768:32133]" descr="Union. векторный контур">
              <a:extLst>
                <a:ext uri="{FF2B5EF4-FFF2-40B4-BE49-F238E27FC236}">
                  <a16:creationId xmlns:a16="http://schemas.microsoft.com/office/drawing/2014/main" id="{A621F7E1-8E06-4AEF-A078-E2A02C69F9B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5">
              <a:extLst>
                <a:ext uri="{96DAC541-7B7A-43D3-8B79-37D633B846F1}">
                  <asvg:svgBlip xmlns:asvg="http://schemas.microsoft.com/office/drawing/2016/SVG/main" r:embed="rId56"/>
                </a:ext>
              </a:extLst>
            </a:blip>
            <a:stretch>
              <a:fillRect/>
            </a:stretch>
          </p:blipFill>
          <p:spPr>
            <a:xfrm>
              <a:off x="7884280" y="3953967"/>
              <a:ext cx="553813" cy="377220"/>
            </a:xfrm>
            <a:prstGeom prst="rect">
              <a:avLst/>
            </a:prstGeom>
          </p:spPr>
        </p:pic>
      </p:grpSp>
      <p:sp>
        <p:nvSpPr>
          <p:cNvPr id="63" name="Текст 111">
            <a:extLst>
              <a:ext uri="{FF2B5EF4-FFF2-40B4-BE49-F238E27FC236}">
                <a16:creationId xmlns:a16="http://schemas.microsoft.com/office/drawing/2014/main" id="{2CB490A8-B652-4DE7-9732-F74522A41D49}"/>
              </a:ext>
            </a:extLst>
          </p:cNvPr>
          <p:cNvSpPr txBox="1">
            <a:spLocks/>
          </p:cNvSpPr>
          <p:nvPr/>
        </p:nvSpPr>
        <p:spPr>
          <a:xfrm>
            <a:off x="384658" y="1327872"/>
            <a:ext cx="1836116" cy="31716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rgbClr val="ACB6C3"/>
                </a:solidFill>
                <a:latin typeface="+mj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VTB Group Book" panose="020B0503040504020204" pitchFamily="34" charset="-52"/>
              </a:rPr>
              <a:t>Градиент</a:t>
            </a:r>
          </a:p>
        </p:txBody>
      </p:sp>
      <p:sp>
        <p:nvSpPr>
          <p:cNvPr id="64" name="Текст 111">
            <a:extLst>
              <a:ext uri="{FF2B5EF4-FFF2-40B4-BE49-F238E27FC236}">
                <a16:creationId xmlns:a16="http://schemas.microsoft.com/office/drawing/2014/main" id="{9B8FC13D-E9DC-4F73-A783-149ABE2FF480}"/>
              </a:ext>
            </a:extLst>
          </p:cNvPr>
          <p:cNvSpPr txBox="1">
            <a:spLocks/>
          </p:cNvSpPr>
          <p:nvPr/>
        </p:nvSpPr>
        <p:spPr>
          <a:xfrm>
            <a:off x="380990" y="3270417"/>
            <a:ext cx="1836116" cy="31716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rgbClr val="ACB6C3"/>
                </a:solidFill>
                <a:latin typeface="+mj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VTB Group Book" panose="020B0503040504020204" pitchFamily="34" charset="-52"/>
              </a:rPr>
              <a:t>Заливка</a:t>
            </a:r>
          </a:p>
        </p:txBody>
      </p:sp>
    </p:spTree>
    <p:extLst>
      <p:ext uri="{BB962C8B-B14F-4D97-AF65-F5344CB8AC3E}">
        <p14:creationId xmlns:p14="http://schemas.microsoft.com/office/powerpoint/2010/main" val="425270372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to-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ragraph [Figma I9887:98077;8961:9272]"/>
          <p:cNvSpPr txBox="1"/>
          <p:nvPr/>
        </p:nvSpPr>
        <p:spPr>
          <a:xfrm>
            <a:off x="11823404" y="6503902"/>
            <a:ext cx="114297" cy="140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kern="0" spc="-15" dirty="0">
                <a:solidFill>
                  <a:srgbClr val="ACB6C3"/>
                </a:solidFill>
                <a:latin typeface="VTB Group Book" panose="020B0503040504020204" pitchFamily="34" charset="-52"/>
                <a:ea typeface="VTB Group" pitchFamily="34" charset="-122"/>
                <a:cs typeface="VTB Group" pitchFamily="34" charset="-120"/>
              </a:rPr>
              <a:t>01</a:t>
            </a:r>
            <a:endParaRPr lang="en-US" sz="800" dirty="0">
              <a:latin typeface="VTB Group Book" panose="020B0503040504020204" pitchFamily="34" charset="-52"/>
            </a:endParaRPr>
          </a:p>
        </p:txBody>
      </p:sp>
      <p:grpSp>
        <p:nvGrpSpPr>
          <p:cNvPr id="62" name="Группа 61">
            <a:extLst>
              <a:ext uri="{FF2B5EF4-FFF2-40B4-BE49-F238E27FC236}">
                <a16:creationId xmlns:a16="http://schemas.microsoft.com/office/drawing/2014/main" id="{01FFB49A-E3B1-45E6-B4B2-B6D79E8943D6}"/>
              </a:ext>
            </a:extLst>
          </p:cNvPr>
          <p:cNvGrpSpPr/>
          <p:nvPr/>
        </p:nvGrpSpPr>
        <p:grpSpPr>
          <a:xfrm>
            <a:off x="706473" y="1986756"/>
            <a:ext cx="507432" cy="518058"/>
            <a:chOff x="706473" y="1986756"/>
            <a:chExt cx="507432" cy="518058"/>
          </a:xfrm>
        </p:grpSpPr>
        <p:pic>
          <p:nvPicPr>
            <p:cNvPr id="9" name="Vector 35 (Stroke) [Figma I9887:98083;7965:11789]" descr="Vector 35 (Stroke). градиент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06259" y="2269126"/>
              <a:ext cx="63694" cy="42465"/>
            </a:xfrm>
            <a:prstGeom prst="rect">
              <a:avLst/>
            </a:prstGeom>
          </p:spPr>
        </p:pic>
        <p:pic>
          <p:nvPicPr>
            <p:cNvPr id="10" name="Vector 36 (Stroke) [Figma I9887:98083;7965:11790]" descr="Vector 36 (Stroke). градиент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06259" y="2345572"/>
              <a:ext cx="180468" cy="42465"/>
            </a:xfrm>
            <a:prstGeom prst="rect">
              <a:avLst/>
            </a:prstGeom>
          </p:spPr>
        </p:pic>
        <p:pic>
          <p:nvPicPr>
            <p:cNvPr id="11" name="Rectangle 13 (Stroke) [Figma I9887:98083;7965:11791]" descr="Rectangle 13 (Stroke). векторный контур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06473" y="1986756"/>
              <a:ext cx="507432" cy="518058"/>
            </a:xfrm>
            <a:prstGeom prst="rect">
              <a:avLst/>
            </a:prstGeom>
          </p:spPr>
        </p:pic>
      </p:grpSp>
      <p:grpSp>
        <p:nvGrpSpPr>
          <p:cNvPr id="63" name="Группа 62">
            <a:extLst>
              <a:ext uri="{FF2B5EF4-FFF2-40B4-BE49-F238E27FC236}">
                <a16:creationId xmlns:a16="http://schemas.microsoft.com/office/drawing/2014/main" id="{71FCC29F-DA18-4613-9B62-A0ABAC2C4D45}"/>
              </a:ext>
            </a:extLst>
          </p:cNvPr>
          <p:cNvGrpSpPr/>
          <p:nvPr/>
        </p:nvGrpSpPr>
        <p:grpSpPr>
          <a:xfrm>
            <a:off x="1791520" y="1951584"/>
            <a:ext cx="666367" cy="622781"/>
            <a:chOff x="1791520" y="1951584"/>
            <a:chExt cx="666367" cy="622781"/>
          </a:xfrm>
        </p:grpSpPr>
        <p:pic>
          <p:nvPicPr>
            <p:cNvPr id="13" name="handle [Figma I9887:98084;9399:6302]" descr="handle. градиент в обводке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984580" y="1951584"/>
              <a:ext cx="280249" cy="199276"/>
            </a:xfrm>
            <a:prstGeom prst="rect">
              <a:avLst/>
            </a:prstGeom>
          </p:spPr>
        </p:pic>
        <p:pic>
          <p:nvPicPr>
            <p:cNvPr id="14" name="divider [Figma I9887:98084;9399:6303]" descr="divider. градиент в обводке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819546" y="2219369"/>
              <a:ext cx="610316" cy="56057"/>
            </a:xfrm>
            <a:prstGeom prst="rect">
              <a:avLst/>
            </a:prstGeom>
          </p:spPr>
        </p:pic>
        <p:pic>
          <p:nvPicPr>
            <p:cNvPr id="15" name="case [Figma I9887:98084;9399:6304]" descr="case. векторный контур"/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791520" y="2094803"/>
              <a:ext cx="666367" cy="479562"/>
            </a:xfrm>
            <a:prstGeom prst="rect">
              <a:avLst/>
            </a:prstGeom>
          </p:spPr>
        </p:pic>
      </p:grpSp>
      <p:grpSp>
        <p:nvGrpSpPr>
          <p:cNvPr id="64" name="Группа 63">
            <a:extLst>
              <a:ext uri="{FF2B5EF4-FFF2-40B4-BE49-F238E27FC236}">
                <a16:creationId xmlns:a16="http://schemas.microsoft.com/office/drawing/2014/main" id="{96F82403-DF7E-4DCE-B541-0B67B2EE8C70}"/>
              </a:ext>
            </a:extLst>
          </p:cNvPr>
          <p:cNvGrpSpPr/>
          <p:nvPr/>
        </p:nvGrpSpPr>
        <p:grpSpPr>
          <a:xfrm>
            <a:off x="3079989" y="1958033"/>
            <a:ext cx="503752" cy="647684"/>
            <a:chOff x="3079989" y="1958033"/>
            <a:chExt cx="503752" cy="647684"/>
          </a:xfrm>
        </p:grpSpPr>
        <p:pic>
          <p:nvPicPr>
            <p:cNvPr id="17" name="Union [Figma I9887:98085;9456:7403]" descr="Union. градиент"/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3169944" y="2047973"/>
              <a:ext cx="323842" cy="467755"/>
            </a:xfrm>
            <a:prstGeom prst="rect">
              <a:avLst/>
            </a:prstGeom>
          </p:spPr>
        </p:pic>
        <p:pic>
          <p:nvPicPr>
            <p:cNvPr id="18" name="Union [Figma I9887:98085;9456:7406]" descr="Union. векторный контур"/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3079989" y="1958033"/>
              <a:ext cx="503752" cy="647684"/>
            </a:xfrm>
            <a:prstGeom prst="rect">
              <a:avLst/>
            </a:prstGeom>
          </p:spPr>
        </p:pic>
      </p:grpSp>
      <p:grpSp>
        <p:nvGrpSpPr>
          <p:cNvPr id="65" name="Группа 64">
            <a:extLst>
              <a:ext uri="{FF2B5EF4-FFF2-40B4-BE49-F238E27FC236}">
                <a16:creationId xmlns:a16="http://schemas.microsoft.com/office/drawing/2014/main" id="{01F1E05E-B291-4A7E-A1A0-BEABD36F95BC}"/>
              </a:ext>
            </a:extLst>
          </p:cNvPr>
          <p:cNvGrpSpPr/>
          <p:nvPr/>
        </p:nvGrpSpPr>
        <p:grpSpPr>
          <a:xfrm>
            <a:off x="4194706" y="2076745"/>
            <a:ext cx="693948" cy="404809"/>
            <a:chOff x="4194706" y="2076745"/>
            <a:chExt cx="693948" cy="404809"/>
          </a:xfrm>
        </p:grpSpPr>
        <p:sp>
          <p:nvSpPr>
            <p:cNvPr id="20" name="Rectangle 240663294 [Figma I9887:98086;9460:7501]"/>
            <p:cNvSpPr/>
            <p:nvPr/>
          </p:nvSpPr>
          <p:spPr>
            <a:xfrm>
              <a:off x="4304582" y="2076745"/>
              <a:ext cx="584072" cy="294927"/>
            </a:xfrm>
            <a:prstGeom prst="roundRect">
              <a:avLst>
                <a:gd name="adj" fmla="val 18454"/>
              </a:avLst>
            </a:prstGeom>
            <a:solidFill>
              <a:srgbClr val="FFFFFF"/>
            </a:solidFill>
            <a:ln w="46263">
              <a:solidFill>
                <a:srgbClr val="0A2896"/>
              </a:solidFill>
              <a:prstDash val="solid"/>
            </a:ln>
          </p:spPr>
        </p:sp>
        <p:sp>
          <p:nvSpPr>
            <p:cNvPr id="21" name="Rectangle 240663293 [Figma I9887:98086;9460:7502]"/>
            <p:cNvSpPr/>
            <p:nvPr/>
          </p:nvSpPr>
          <p:spPr>
            <a:xfrm>
              <a:off x="4194706" y="2186627"/>
              <a:ext cx="584072" cy="294927"/>
            </a:xfrm>
            <a:prstGeom prst="roundRect">
              <a:avLst>
                <a:gd name="adj" fmla="val 18454"/>
              </a:avLst>
            </a:prstGeom>
            <a:solidFill>
              <a:srgbClr val="FFFFFF"/>
            </a:solidFill>
            <a:ln w="46263">
              <a:solidFill>
                <a:srgbClr val="0A2896"/>
              </a:solidFill>
              <a:prstDash val="solid"/>
            </a:ln>
          </p:spPr>
        </p:sp>
        <p:pic>
          <p:nvPicPr>
            <p:cNvPr id="22" name="Union [Figma I9887:98086;9460:7503]" descr="Union. градиент"/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4281452" y="2238666"/>
              <a:ext cx="410582" cy="185038"/>
            </a:xfrm>
            <a:prstGeom prst="rect">
              <a:avLst/>
            </a:prstGeom>
          </p:spPr>
        </p:pic>
      </p:grpSp>
      <p:grpSp>
        <p:nvGrpSpPr>
          <p:cNvPr id="66" name="Группа 65">
            <a:extLst>
              <a:ext uri="{FF2B5EF4-FFF2-40B4-BE49-F238E27FC236}">
                <a16:creationId xmlns:a16="http://schemas.microsoft.com/office/drawing/2014/main" id="{6744D684-F086-44A1-BB5E-E2F1D508FC20}"/>
              </a:ext>
            </a:extLst>
          </p:cNvPr>
          <p:cNvGrpSpPr/>
          <p:nvPr/>
        </p:nvGrpSpPr>
        <p:grpSpPr>
          <a:xfrm>
            <a:off x="5433563" y="1958033"/>
            <a:ext cx="623807" cy="647683"/>
            <a:chOff x="5433563" y="1958033"/>
            <a:chExt cx="623807" cy="647683"/>
          </a:xfrm>
        </p:grpSpPr>
        <p:pic>
          <p:nvPicPr>
            <p:cNvPr id="24" name="Union [Figma I9887:98087;9473:7804]" descr="Union. векторный контур"/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5433563" y="2263966"/>
              <a:ext cx="623804" cy="341750"/>
            </a:xfrm>
            <a:prstGeom prst="rect">
              <a:avLst/>
            </a:prstGeom>
          </p:spPr>
        </p:pic>
        <p:pic>
          <p:nvPicPr>
            <p:cNvPr id="25" name="Union [Figma I9887:98087;9473:7810]" descr="Union. градиент"/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5433563" y="1958033"/>
              <a:ext cx="623807" cy="331283"/>
            </a:xfrm>
            <a:prstGeom prst="rect">
              <a:avLst/>
            </a:prstGeom>
          </p:spPr>
        </p:pic>
      </p:grpSp>
      <p:grpSp>
        <p:nvGrpSpPr>
          <p:cNvPr id="67" name="Группа 66">
            <a:extLst>
              <a:ext uri="{FF2B5EF4-FFF2-40B4-BE49-F238E27FC236}">
                <a16:creationId xmlns:a16="http://schemas.microsoft.com/office/drawing/2014/main" id="{87709B6E-FEF6-4C5D-8DAA-E384047BA72C}"/>
              </a:ext>
            </a:extLst>
          </p:cNvPr>
          <p:cNvGrpSpPr/>
          <p:nvPr/>
        </p:nvGrpSpPr>
        <p:grpSpPr>
          <a:xfrm>
            <a:off x="6591451" y="2038994"/>
            <a:ext cx="728644" cy="485763"/>
            <a:chOff x="6591451" y="2038994"/>
            <a:chExt cx="728644" cy="485763"/>
          </a:xfrm>
        </p:grpSpPr>
        <p:pic>
          <p:nvPicPr>
            <p:cNvPr id="27" name="Union [Figma I9887:98088;9399:6241]" descr="Union. градиент"/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6621812" y="2136126"/>
              <a:ext cx="667924" cy="291597"/>
            </a:xfrm>
            <a:prstGeom prst="rect">
              <a:avLst/>
            </a:prstGeom>
          </p:spPr>
        </p:pic>
        <p:pic>
          <p:nvPicPr>
            <p:cNvPr id="28" name="Union [Figma I9887:98088;9477:7909]" descr="Union. векторный контур"/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6591451" y="2038994"/>
              <a:ext cx="728644" cy="485763"/>
            </a:xfrm>
            <a:prstGeom prst="rect">
              <a:avLst/>
            </a:prstGeom>
          </p:spPr>
        </p:pic>
      </p:grpSp>
      <p:grpSp>
        <p:nvGrpSpPr>
          <p:cNvPr id="61" name="Группа 60">
            <a:extLst>
              <a:ext uri="{FF2B5EF4-FFF2-40B4-BE49-F238E27FC236}">
                <a16:creationId xmlns:a16="http://schemas.microsoft.com/office/drawing/2014/main" id="{112FABC9-4CB8-43F2-896A-6777C7252629}"/>
              </a:ext>
            </a:extLst>
          </p:cNvPr>
          <p:cNvGrpSpPr/>
          <p:nvPr/>
        </p:nvGrpSpPr>
        <p:grpSpPr>
          <a:xfrm>
            <a:off x="706473" y="3936157"/>
            <a:ext cx="507432" cy="518058"/>
            <a:chOff x="706473" y="3936157"/>
            <a:chExt cx="507432" cy="518058"/>
          </a:xfrm>
        </p:grpSpPr>
        <p:pic>
          <p:nvPicPr>
            <p:cNvPr id="31" name="Vector 35 (Stroke) [Figma I9887:98092;7965:11858]" descr="Vector 35 (Stroke). векторный контур"/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806259" y="4218527"/>
              <a:ext cx="63694" cy="42465"/>
            </a:xfrm>
            <a:prstGeom prst="rect">
              <a:avLst/>
            </a:prstGeom>
          </p:spPr>
        </p:pic>
        <p:pic>
          <p:nvPicPr>
            <p:cNvPr id="32" name="Vector 36 (Stroke) [Figma I9887:98092;7965:11859]" descr="Vector 36 (Stroke). векторный контур"/>
            <p:cNvPicPr>
              <a:picLocks noChangeAspect="1"/>
            </p:cNvPicPr>
            <p:nvPr/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806259" y="4294973"/>
              <a:ext cx="180468" cy="42465"/>
            </a:xfrm>
            <a:prstGeom prst="rect">
              <a:avLst/>
            </a:prstGeom>
          </p:spPr>
        </p:pic>
        <p:pic>
          <p:nvPicPr>
            <p:cNvPr id="33" name="Rectangle 13 (Stroke) [Figma I9887:98092;7965:11860]" descr="Rectangle 13 (Stroke). векторный контур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06473" y="3936157"/>
              <a:ext cx="507432" cy="518058"/>
            </a:xfrm>
            <a:prstGeom prst="rect">
              <a:avLst/>
            </a:prstGeom>
          </p:spPr>
        </p:pic>
      </p:grpSp>
      <p:grpSp>
        <p:nvGrpSpPr>
          <p:cNvPr id="60" name="Группа 59">
            <a:extLst>
              <a:ext uri="{FF2B5EF4-FFF2-40B4-BE49-F238E27FC236}">
                <a16:creationId xmlns:a16="http://schemas.microsoft.com/office/drawing/2014/main" id="{8BC8BE4B-791E-4BBE-BAC8-A19FF07B89B8}"/>
              </a:ext>
            </a:extLst>
          </p:cNvPr>
          <p:cNvGrpSpPr/>
          <p:nvPr/>
        </p:nvGrpSpPr>
        <p:grpSpPr>
          <a:xfrm>
            <a:off x="1791520" y="3898703"/>
            <a:ext cx="666367" cy="622781"/>
            <a:chOff x="1791520" y="3898703"/>
            <a:chExt cx="666367" cy="622781"/>
          </a:xfrm>
        </p:grpSpPr>
        <p:pic>
          <p:nvPicPr>
            <p:cNvPr id="35" name="handle [Figma I9887:98093;9768:32138]" descr="handle. векторный контур"/>
            <p:cNvPicPr>
              <a:picLocks noChangeAspect="1"/>
            </p:cNvPicPr>
            <p:nvPr/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1984580" y="3898703"/>
              <a:ext cx="280249" cy="199276"/>
            </a:xfrm>
            <a:prstGeom prst="rect">
              <a:avLst/>
            </a:prstGeom>
          </p:spPr>
        </p:pic>
        <p:pic>
          <p:nvPicPr>
            <p:cNvPr id="36" name="divider [Figma I9887:98093;9768:32139]" descr="divider. векторный контур"/>
            <p:cNvPicPr>
              <a:picLocks noChangeAspect="1"/>
            </p:cNvPicPr>
            <p:nvPr/>
          </p:nvPicPr>
          <p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1819546" y="4166488"/>
              <a:ext cx="610316" cy="56057"/>
            </a:xfrm>
            <a:prstGeom prst="rect">
              <a:avLst/>
            </a:prstGeom>
          </p:spPr>
        </p:pic>
        <p:pic>
          <p:nvPicPr>
            <p:cNvPr id="37" name="case [Figma I9887:98093;9768:32140]" descr="case. векторный контур"/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791520" y="4041922"/>
              <a:ext cx="666367" cy="479562"/>
            </a:xfrm>
            <a:prstGeom prst="rect">
              <a:avLst/>
            </a:prstGeom>
          </p:spPr>
        </p:pic>
      </p:grpSp>
      <p:grpSp>
        <p:nvGrpSpPr>
          <p:cNvPr id="58" name="Группа 57">
            <a:extLst>
              <a:ext uri="{FF2B5EF4-FFF2-40B4-BE49-F238E27FC236}">
                <a16:creationId xmlns:a16="http://schemas.microsoft.com/office/drawing/2014/main" id="{F4C34186-9D01-4AB6-85A5-BC5FFCA13355}"/>
              </a:ext>
            </a:extLst>
          </p:cNvPr>
          <p:cNvGrpSpPr/>
          <p:nvPr/>
        </p:nvGrpSpPr>
        <p:grpSpPr>
          <a:xfrm>
            <a:off x="3079989" y="3905152"/>
            <a:ext cx="503752" cy="647684"/>
            <a:chOff x="3079989" y="3905152"/>
            <a:chExt cx="503752" cy="647684"/>
          </a:xfrm>
        </p:grpSpPr>
        <p:pic>
          <p:nvPicPr>
            <p:cNvPr id="39" name="Union [Figma I9887:98094;9768:32143]" descr="Union. векторный контур"/>
            <p:cNvPicPr>
              <a:picLocks noChangeAspect="1"/>
            </p:cNvPicPr>
            <p:nvPr/>
          </p:nvPicPr>
          <p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3169944" y="3995092"/>
              <a:ext cx="323842" cy="467755"/>
            </a:xfrm>
            <a:prstGeom prst="rect">
              <a:avLst/>
            </a:prstGeom>
          </p:spPr>
        </p:pic>
        <p:pic>
          <p:nvPicPr>
            <p:cNvPr id="40" name="Union [Figma I9887:98094;9768:32146]" descr="Union. векторный контур"/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3079989" y="3905152"/>
              <a:ext cx="503752" cy="647684"/>
            </a:xfrm>
            <a:prstGeom prst="rect">
              <a:avLst/>
            </a:prstGeom>
          </p:spPr>
        </p:pic>
      </p:grpSp>
      <p:grpSp>
        <p:nvGrpSpPr>
          <p:cNvPr id="57" name="Группа 56">
            <a:extLst>
              <a:ext uri="{FF2B5EF4-FFF2-40B4-BE49-F238E27FC236}">
                <a16:creationId xmlns:a16="http://schemas.microsoft.com/office/drawing/2014/main" id="{E7CE803D-7733-4728-8EDC-81400FF35A1E}"/>
              </a:ext>
            </a:extLst>
          </p:cNvPr>
          <p:cNvGrpSpPr/>
          <p:nvPr/>
        </p:nvGrpSpPr>
        <p:grpSpPr>
          <a:xfrm>
            <a:off x="4194706" y="4023914"/>
            <a:ext cx="693948" cy="404809"/>
            <a:chOff x="4194706" y="4023914"/>
            <a:chExt cx="693948" cy="404809"/>
          </a:xfrm>
        </p:grpSpPr>
        <p:sp>
          <p:nvSpPr>
            <p:cNvPr id="42" name="Rectangle 240663294 [Figma I9887:98095;9768:32153]"/>
            <p:cNvSpPr/>
            <p:nvPr/>
          </p:nvSpPr>
          <p:spPr>
            <a:xfrm>
              <a:off x="4304582" y="4023914"/>
              <a:ext cx="584072" cy="294927"/>
            </a:xfrm>
            <a:prstGeom prst="roundRect">
              <a:avLst>
                <a:gd name="adj" fmla="val 18454"/>
              </a:avLst>
            </a:prstGeom>
            <a:solidFill>
              <a:srgbClr val="FFFFFF"/>
            </a:solidFill>
            <a:ln w="46263">
              <a:solidFill>
                <a:srgbClr val="0A2896"/>
              </a:solidFill>
              <a:prstDash val="solid"/>
            </a:ln>
          </p:spPr>
        </p:sp>
        <p:sp>
          <p:nvSpPr>
            <p:cNvPr id="43" name="Rectangle 240663293 [Figma I9887:98095;9768:32154]"/>
            <p:cNvSpPr/>
            <p:nvPr/>
          </p:nvSpPr>
          <p:spPr>
            <a:xfrm>
              <a:off x="4194706" y="4133796"/>
              <a:ext cx="584072" cy="294927"/>
            </a:xfrm>
            <a:prstGeom prst="roundRect">
              <a:avLst>
                <a:gd name="adj" fmla="val 18454"/>
              </a:avLst>
            </a:prstGeom>
            <a:solidFill>
              <a:srgbClr val="FFFFFF"/>
            </a:solidFill>
            <a:ln w="46263">
              <a:solidFill>
                <a:srgbClr val="0A2896"/>
              </a:solidFill>
              <a:prstDash val="solid"/>
            </a:ln>
          </p:spPr>
        </p:sp>
        <p:pic>
          <p:nvPicPr>
            <p:cNvPr id="44" name="Union [Figma I9887:98095;9768:32155]" descr="Union. векторный контур"/>
            <p:cNvPicPr>
              <a:picLocks noChangeAspect="1"/>
            </p:cNvPicPr>
            <p:nvPr/>
          </p:nvPicPr>
          <p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4281452" y="4185835"/>
              <a:ext cx="410582" cy="185038"/>
            </a:xfrm>
            <a:prstGeom prst="rect">
              <a:avLst/>
            </a:prstGeom>
          </p:spPr>
        </p:pic>
      </p:grpSp>
      <p:grpSp>
        <p:nvGrpSpPr>
          <p:cNvPr id="56" name="Группа 55">
            <a:extLst>
              <a:ext uri="{FF2B5EF4-FFF2-40B4-BE49-F238E27FC236}">
                <a16:creationId xmlns:a16="http://schemas.microsoft.com/office/drawing/2014/main" id="{FE35EDAB-7F42-440C-ADA7-A6EC14C8630E}"/>
              </a:ext>
            </a:extLst>
          </p:cNvPr>
          <p:cNvGrpSpPr/>
          <p:nvPr/>
        </p:nvGrpSpPr>
        <p:grpSpPr>
          <a:xfrm>
            <a:off x="5433563" y="3905152"/>
            <a:ext cx="623807" cy="647684"/>
            <a:chOff x="5433563" y="3905152"/>
            <a:chExt cx="623807" cy="647684"/>
          </a:xfrm>
        </p:grpSpPr>
        <p:pic>
          <p:nvPicPr>
            <p:cNvPr id="46" name="Union [Figma I9887:98096;9768:32161]" descr="Union. векторный контур"/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5433563" y="4211086"/>
              <a:ext cx="623804" cy="341750"/>
            </a:xfrm>
            <a:prstGeom prst="rect">
              <a:avLst/>
            </a:prstGeom>
          </p:spPr>
        </p:pic>
        <p:pic>
          <p:nvPicPr>
            <p:cNvPr id="47" name="Union [Figma I9887:98096;9768:32166]" descr="Union. векторный контур"/>
            <p:cNvPicPr>
              <a:picLocks noChangeAspect="1"/>
            </p:cNvPicPr>
            <p:nvPr/>
          </p:nvPicPr>
          <p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/>
            </a:stretch>
          </p:blipFill>
          <p:spPr>
            <a:xfrm>
              <a:off x="5433563" y="3905152"/>
              <a:ext cx="623807" cy="331283"/>
            </a:xfrm>
            <a:prstGeom prst="rect">
              <a:avLst/>
            </a:prstGeom>
          </p:spPr>
        </p:pic>
      </p:grpSp>
      <p:grpSp>
        <p:nvGrpSpPr>
          <p:cNvPr id="55" name="Группа 54">
            <a:extLst>
              <a:ext uri="{FF2B5EF4-FFF2-40B4-BE49-F238E27FC236}">
                <a16:creationId xmlns:a16="http://schemas.microsoft.com/office/drawing/2014/main" id="{18553D39-EDF0-4E86-A60B-B1116E78A294}"/>
              </a:ext>
            </a:extLst>
          </p:cNvPr>
          <p:cNvGrpSpPr/>
          <p:nvPr/>
        </p:nvGrpSpPr>
        <p:grpSpPr>
          <a:xfrm>
            <a:off x="6591451" y="3986113"/>
            <a:ext cx="728644" cy="485763"/>
            <a:chOff x="6591451" y="3986113"/>
            <a:chExt cx="728644" cy="485763"/>
          </a:xfrm>
        </p:grpSpPr>
        <p:pic>
          <p:nvPicPr>
            <p:cNvPr id="49" name="Union [Figma I9887:98097;9768:32171]" descr="Union. векторный контур"/>
            <p:cNvPicPr>
              <a:picLocks noChangeAspect="1"/>
            </p:cNvPicPr>
            <p:nvPr/>
          </p:nvPicPr>
          <p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/>
            </a:stretch>
          </p:blipFill>
          <p:spPr>
            <a:xfrm>
              <a:off x="6621812" y="4083246"/>
              <a:ext cx="667924" cy="291597"/>
            </a:xfrm>
            <a:prstGeom prst="rect">
              <a:avLst/>
            </a:prstGeom>
          </p:spPr>
        </p:pic>
        <p:pic>
          <p:nvPicPr>
            <p:cNvPr id="50" name="Union [Figma I9887:98097;9768:32176]" descr="Union. векторный контур"/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6591451" y="3986113"/>
              <a:ext cx="728644" cy="485763"/>
            </a:xfrm>
            <a:prstGeom prst="rect">
              <a:avLst/>
            </a:prstGeom>
          </p:spPr>
        </p:pic>
      </p:grpSp>
      <p:sp>
        <p:nvSpPr>
          <p:cNvPr id="51" name="Текст 111">
            <a:extLst>
              <a:ext uri="{FF2B5EF4-FFF2-40B4-BE49-F238E27FC236}">
                <a16:creationId xmlns:a16="http://schemas.microsoft.com/office/drawing/2014/main" id="{6522CA4E-FA4A-41B5-8731-DC3B21C56A60}"/>
              </a:ext>
            </a:extLst>
          </p:cNvPr>
          <p:cNvSpPr txBox="1">
            <a:spLocks/>
          </p:cNvSpPr>
          <p:nvPr/>
        </p:nvSpPr>
        <p:spPr>
          <a:xfrm>
            <a:off x="384658" y="1327872"/>
            <a:ext cx="1836116" cy="31716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rgbClr val="ACB6C3"/>
                </a:solidFill>
                <a:latin typeface="+mj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VTB Group Book" panose="020B0503040504020204" pitchFamily="34" charset="-52"/>
              </a:rPr>
              <a:t>Градиент</a:t>
            </a:r>
          </a:p>
        </p:txBody>
      </p:sp>
      <p:sp>
        <p:nvSpPr>
          <p:cNvPr id="52" name="Текст 111">
            <a:extLst>
              <a:ext uri="{FF2B5EF4-FFF2-40B4-BE49-F238E27FC236}">
                <a16:creationId xmlns:a16="http://schemas.microsoft.com/office/drawing/2014/main" id="{3F9C6CE3-C902-4F01-B15F-2382AE5B63F2}"/>
              </a:ext>
            </a:extLst>
          </p:cNvPr>
          <p:cNvSpPr txBox="1">
            <a:spLocks/>
          </p:cNvSpPr>
          <p:nvPr/>
        </p:nvSpPr>
        <p:spPr>
          <a:xfrm>
            <a:off x="380990" y="3270417"/>
            <a:ext cx="1836116" cy="31716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rgbClr val="ACB6C3"/>
                </a:solidFill>
                <a:latin typeface="+mj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VTB Group Book" panose="020B0503040504020204" pitchFamily="34" charset="-52"/>
              </a:rPr>
              <a:t>Заливка</a:t>
            </a:r>
          </a:p>
        </p:txBody>
      </p:sp>
      <p:sp>
        <p:nvSpPr>
          <p:cNvPr id="54" name="Заголовок 53">
            <a:extLst>
              <a:ext uri="{FF2B5EF4-FFF2-40B4-BE49-F238E27FC236}">
                <a16:creationId xmlns:a16="http://schemas.microsoft.com/office/drawing/2014/main" id="{ACC70149-8A6F-43DF-9931-1D92B9DBE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altLang="en-US" kern="0" spc="-150" dirty="0">
                <a:solidFill>
                  <a:srgbClr val="000000"/>
                </a:solidFill>
                <a:ea typeface="VTB Group" pitchFamily="34" charset="-122"/>
                <a:cs typeface="VTB Group" pitchFamily="34" charset="-120"/>
              </a:rPr>
              <a:t>ИКОНКИ </a:t>
            </a:r>
            <a:r>
              <a:rPr lang="ru-RU" altLang="en-US" kern="0" spc="-150" dirty="0">
                <a:ea typeface="VTB Group" pitchFamily="34" charset="-122"/>
                <a:cs typeface="VTB Group" pitchFamily="34" charset="-120"/>
              </a:rPr>
              <a:t>ФИНАНСЫ</a:t>
            </a:r>
            <a:endParaRPr lang="ru-RU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to-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ragraph [Figma I9887:63539;8961:9272]"/>
          <p:cNvSpPr txBox="1"/>
          <p:nvPr/>
        </p:nvSpPr>
        <p:spPr>
          <a:xfrm>
            <a:off x="11823404" y="6503902"/>
            <a:ext cx="114297" cy="140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kern="0" spc="-15" dirty="0">
                <a:solidFill>
                  <a:srgbClr val="ACB6C3"/>
                </a:solidFill>
                <a:latin typeface="VTB Group Book" panose="020B0503040504020204" pitchFamily="34" charset="-52"/>
                <a:ea typeface="VTB Group" pitchFamily="34" charset="-122"/>
                <a:cs typeface="VTB Group" pitchFamily="34" charset="-120"/>
              </a:rPr>
              <a:t>01</a:t>
            </a:r>
            <a:endParaRPr lang="en-US" sz="800" dirty="0">
              <a:latin typeface="VTB Group Book" panose="020B0503040504020204" pitchFamily="34" charset="-52"/>
            </a:endParaRPr>
          </a:p>
        </p:txBody>
      </p:sp>
      <p:sp>
        <p:nvSpPr>
          <p:cNvPr id="99" name="Заголовок 98">
            <a:extLst>
              <a:ext uri="{FF2B5EF4-FFF2-40B4-BE49-F238E27FC236}">
                <a16:creationId xmlns:a16="http://schemas.microsoft.com/office/drawing/2014/main" id="{6AFA4CB1-B60E-4E0F-B0A1-F59F077B1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altLang="en-US" kern="0" spc="-150" dirty="0">
                <a:ea typeface="VTB Group" pitchFamily="34" charset="-122"/>
                <a:cs typeface="VTB Group" pitchFamily="34" charset="-120"/>
              </a:rPr>
              <a:t>ИКОНКИ ИТ</a:t>
            </a:r>
            <a:endParaRPr lang="ru-RU" dirty="0"/>
          </a:p>
        </p:txBody>
      </p:sp>
      <p:sp>
        <p:nvSpPr>
          <p:cNvPr id="100" name="Текст 111">
            <a:extLst>
              <a:ext uri="{FF2B5EF4-FFF2-40B4-BE49-F238E27FC236}">
                <a16:creationId xmlns:a16="http://schemas.microsoft.com/office/drawing/2014/main" id="{AFD8C5C0-4B76-4C02-84EB-8148FD08FC2C}"/>
              </a:ext>
            </a:extLst>
          </p:cNvPr>
          <p:cNvSpPr txBox="1">
            <a:spLocks/>
          </p:cNvSpPr>
          <p:nvPr/>
        </p:nvSpPr>
        <p:spPr>
          <a:xfrm>
            <a:off x="384658" y="1327872"/>
            <a:ext cx="1836116" cy="31716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rgbClr val="ACB6C3"/>
                </a:solidFill>
                <a:latin typeface="+mj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VTB Group Book" panose="020B0503040504020204" pitchFamily="34" charset="-52"/>
              </a:rPr>
              <a:t>Градиент</a:t>
            </a:r>
          </a:p>
        </p:txBody>
      </p:sp>
      <p:sp>
        <p:nvSpPr>
          <p:cNvPr id="101" name="Текст 111">
            <a:extLst>
              <a:ext uri="{FF2B5EF4-FFF2-40B4-BE49-F238E27FC236}">
                <a16:creationId xmlns:a16="http://schemas.microsoft.com/office/drawing/2014/main" id="{0C3A489A-CBAA-423B-B178-9ACE4B98E596}"/>
              </a:ext>
            </a:extLst>
          </p:cNvPr>
          <p:cNvSpPr txBox="1">
            <a:spLocks/>
          </p:cNvSpPr>
          <p:nvPr/>
        </p:nvSpPr>
        <p:spPr>
          <a:xfrm>
            <a:off x="380990" y="3270417"/>
            <a:ext cx="1836116" cy="31716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rgbClr val="ACB6C3"/>
                </a:solidFill>
                <a:latin typeface="+mj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VTB Group Book" panose="020B0503040504020204" pitchFamily="34" charset="-52"/>
              </a:rPr>
              <a:t>Заливка</a:t>
            </a:r>
          </a:p>
        </p:txBody>
      </p:sp>
      <p:pic>
        <p:nvPicPr>
          <p:cNvPr id="103" name="Vector 59 (Stroke) [Figma I9887:63545;7965:11778]" descr="Vector 59 (Stroke). градиент">
            <a:extLst>
              <a:ext uri="{FF2B5EF4-FFF2-40B4-BE49-F238E27FC236}">
                <a16:creationId xmlns:a16="http://schemas.microsoft.com/office/drawing/2014/main" id="{69C6F846-6DDA-4547-83BC-CED37F1BA6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3209" y="2018208"/>
            <a:ext cx="475593" cy="518058"/>
          </a:xfrm>
          <a:prstGeom prst="rect">
            <a:avLst/>
          </a:prstGeom>
        </p:spPr>
      </p:pic>
      <p:pic>
        <p:nvPicPr>
          <p:cNvPr id="104" name="Ellipse 47 (Stroke) [Figma I9887:63545;7965:11779]" descr="Ellipse 47 (Stroke). векторный контур">
            <a:extLst>
              <a:ext uri="{FF2B5EF4-FFF2-40B4-BE49-F238E27FC236}">
                <a16:creationId xmlns:a16="http://schemas.microsoft.com/office/drawing/2014/main" id="{1B4626FC-4559-4D03-B0F9-592A70C572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980" y="2018208"/>
            <a:ext cx="518058" cy="518058"/>
          </a:xfrm>
          <a:prstGeom prst="rect">
            <a:avLst/>
          </a:prstGeom>
        </p:spPr>
      </p:pic>
      <p:pic>
        <p:nvPicPr>
          <p:cNvPr id="106" name="Vector 43 (Stroke) [Figma I9887:63547;9422:6697]" descr="Vector 43 (Stroke). градиент">
            <a:extLst>
              <a:ext uri="{FF2B5EF4-FFF2-40B4-BE49-F238E27FC236}">
                <a16:creationId xmlns:a16="http://schemas.microsoft.com/office/drawing/2014/main" id="{75D876FA-F126-4ACA-A64E-EE792067C6B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007430" y="2216938"/>
            <a:ext cx="235450" cy="172934"/>
          </a:xfrm>
          <a:prstGeom prst="rect">
            <a:avLst/>
          </a:prstGeom>
        </p:spPr>
      </p:pic>
      <p:pic>
        <p:nvPicPr>
          <p:cNvPr id="107" name="Rectangle 16 (Stroke) [Figma I9887:63547;9422:6698]" descr="Rectangle 16 (Stroke). векторный контур">
            <a:extLst>
              <a:ext uri="{FF2B5EF4-FFF2-40B4-BE49-F238E27FC236}">
                <a16:creationId xmlns:a16="http://schemas.microsoft.com/office/drawing/2014/main" id="{50428D27-2ACD-419B-852F-E9038668F60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71994" y="2046088"/>
            <a:ext cx="508406" cy="468797"/>
          </a:xfrm>
          <a:prstGeom prst="rect">
            <a:avLst/>
          </a:prstGeom>
        </p:spPr>
      </p:pic>
      <p:grpSp>
        <p:nvGrpSpPr>
          <p:cNvPr id="192" name="Группа 191">
            <a:extLst>
              <a:ext uri="{FF2B5EF4-FFF2-40B4-BE49-F238E27FC236}">
                <a16:creationId xmlns:a16="http://schemas.microsoft.com/office/drawing/2014/main" id="{7C3831C7-DBE8-4263-8D6A-388D8BB99E63}"/>
              </a:ext>
            </a:extLst>
          </p:cNvPr>
          <p:cNvGrpSpPr/>
          <p:nvPr/>
        </p:nvGrpSpPr>
        <p:grpSpPr>
          <a:xfrm>
            <a:off x="3045115" y="1975594"/>
            <a:ext cx="586294" cy="586418"/>
            <a:chOff x="3045115" y="1975594"/>
            <a:chExt cx="586294" cy="586418"/>
          </a:xfrm>
        </p:grpSpPr>
        <p:pic>
          <p:nvPicPr>
            <p:cNvPr id="109" name="Rectangle 240663299 [Figma I9887:63548;9557:12382]" descr="Rectangle 240663299. градиент в обводке">
              <a:extLst>
                <a:ext uri="{FF2B5EF4-FFF2-40B4-BE49-F238E27FC236}">
                  <a16:creationId xmlns:a16="http://schemas.microsoft.com/office/drawing/2014/main" id="{86A47726-E50D-44CF-AD51-2046D9927C5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3237334" y="1975594"/>
              <a:ext cx="394075" cy="404554"/>
            </a:xfrm>
            <a:prstGeom prst="rect">
              <a:avLst/>
            </a:prstGeom>
          </p:spPr>
        </p:pic>
        <p:pic>
          <p:nvPicPr>
            <p:cNvPr id="110" name="Rectangle 240663303 [Figma I9887:63548;9557:12383]" descr="Rectangle 240663303. градиент в обводке">
              <a:extLst>
                <a:ext uri="{FF2B5EF4-FFF2-40B4-BE49-F238E27FC236}">
                  <a16:creationId xmlns:a16="http://schemas.microsoft.com/office/drawing/2014/main" id="{7827481D-17F6-4EFB-B9BB-222BC42794F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3045115" y="2157458"/>
              <a:ext cx="394075" cy="404554"/>
            </a:xfrm>
            <a:prstGeom prst="rect">
              <a:avLst/>
            </a:prstGeom>
          </p:spPr>
        </p:pic>
        <p:pic>
          <p:nvPicPr>
            <p:cNvPr id="111" name="Rectangle 240663302 [Figma I9887:63548;9557:12384]" descr="Rectangle 240663302. векторный контур">
              <a:extLst>
                <a:ext uri="{FF2B5EF4-FFF2-40B4-BE49-F238E27FC236}">
                  <a16:creationId xmlns:a16="http://schemas.microsoft.com/office/drawing/2014/main" id="{F4B3D195-25D9-4143-B0F2-69420274E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3319773" y="1975594"/>
              <a:ext cx="311635" cy="337980"/>
            </a:xfrm>
            <a:prstGeom prst="rect">
              <a:avLst/>
            </a:prstGeom>
          </p:spPr>
        </p:pic>
        <p:pic>
          <p:nvPicPr>
            <p:cNvPr id="112" name="Rectangle 240663304 [Figma I9887:63548;9557:12385]" descr="Rectangle 240663304. векторный контур">
              <a:extLst>
                <a:ext uri="{FF2B5EF4-FFF2-40B4-BE49-F238E27FC236}">
                  <a16:creationId xmlns:a16="http://schemas.microsoft.com/office/drawing/2014/main" id="{D673CF7C-CD9B-478B-9019-B6F1BCCD65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3045115" y="2224032"/>
              <a:ext cx="311635" cy="337980"/>
            </a:xfrm>
            <a:prstGeom prst="rect">
              <a:avLst/>
            </a:prstGeom>
          </p:spPr>
        </p:pic>
      </p:grpSp>
      <p:grpSp>
        <p:nvGrpSpPr>
          <p:cNvPr id="194" name="Группа 193">
            <a:extLst>
              <a:ext uri="{FF2B5EF4-FFF2-40B4-BE49-F238E27FC236}">
                <a16:creationId xmlns:a16="http://schemas.microsoft.com/office/drawing/2014/main" id="{4125618A-14DC-4DCF-85F0-F5E206110DC0}"/>
              </a:ext>
            </a:extLst>
          </p:cNvPr>
          <p:cNvGrpSpPr/>
          <p:nvPr/>
        </p:nvGrpSpPr>
        <p:grpSpPr>
          <a:xfrm>
            <a:off x="5462190" y="1984028"/>
            <a:ext cx="613736" cy="595794"/>
            <a:chOff x="5462190" y="1984028"/>
            <a:chExt cx="613736" cy="595794"/>
          </a:xfrm>
        </p:grpSpPr>
        <p:pic>
          <p:nvPicPr>
            <p:cNvPr id="133" name="Vector [Figma I9887:63550;9557:12412]" descr="Vector. векторный контур">
              <a:extLst>
                <a:ext uri="{FF2B5EF4-FFF2-40B4-BE49-F238E27FC236}">
                  <a16:creationId xmlns:a16="http://schemas.microsoft.com/office/drawing/2014/main" id="{8C5CD1B7-5A46-4DBF-AF6C-CA891C3A41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5462190" y="1984028"/>
              <a:ext cx="613736" cy="453964"/>
            </a:xfrm>
            <a:prstGeom prst="rect">
              <a:avLst/>
            </a:prstGeom>
          </p:spPr>
        </p:pic>
        <p:pic>
          <p:nvPicPr>
            <p:cNvPr id="134" name="Vector [Figma I9887:63550;9557:12413]" descr="Vector. градиент в обводке">
              <a:extLst>
                <a:ext uri="{FF2B5EF4-FFF2-40B4-BE49-F238E27FC236}">
                  <a16:creationId xmlns:a16="http://schemas.microsoft.com/office/drawing/2014/main" id="{B093CF7B-BF06-4857-A53D-66AFE15378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5527255" y="2096093"/>
              <a:ext cx="483608" cy="51196"/>
            </a:xfrm>
            <a:prstGeom prst="rect">
              <a:avLst/>
            </a:prstGeom>
          </p:spPr>
        </p:pic>
        <p:pic>
          <p:nvPicPr>
            <p:cNvPr id="135" name="Vector [Figma I9887:63550;9557:12414]" descr="Vector. векторный контур">
              <a:extLst>
                <a:ext uri="{FF2B5EF4-FFF2-40B4-BE49-F238E27FC236}">
                  <a16:creationId xmlns:a16="http://schemas.microsoft.com/office/drawing/2014/main" id="{4ABFA710-D33D-441D-819C-10AC801DB0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5743469" y="2412394"/>
              <a:ext cx="51177" cy="141879"/>
            </a:xfrm>
            <a:prstGeom prst="rect">
              <a:avLst/>
            </a:prstGeom>
          </p:spPr>
        </p:pic>
        <p:pic>
          <p:nvPicPr>
            <p:cNvPr id="136" name="Vector [Figma I9887:63550;9557:12415]" descr="Vector. векторный контур">
              <a:extLst>
                <a:ext uri="{FF2B5EF4-FFF2-40B4-BE49-F238E27FC236}">
                  <a16:creationId xmlns:a16="http://schemas.microsoft.com/office/drawing/2014/main" id="{45C756DD-B897-4F86-92F5-5D0CA830B3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5598325" y="2528626"/>
              <a:ext cx="341465" cy="51196"/>
            </a:xfrm>
            <a:prstGeom prst="rect">
              <a:avLst/>
            </a:prstGeom>
          </p:spPr>
        </p:pic>
      </p:grpSp>
      <p:grpSp>
        <p:nvGrpSpPr>
          <p:cNvPr id="195" name="Группа 194">
            <a:extLst>
              <a:ext uri="{FF2B5EF4-FFF2-40B4-BE49-F238E27FC236}">
                <a16:creationId xmlns:a16="http://schemas.microsoft.com/office/drawing/2014/main" id="{71495A09-EC39-4C31-8D07-A377F1AFDE1C}"/>
              </a:ext>
            </a:extLst>
          </p:cNvPr>
          <p:cNvGrpSpPr/>
          <p:nvPr/>
        </p:nvGrpSpPr>
        <p:grpSpPr>
          <a:xfrm>
            <a:off x="6630518" y="2033884"/>
            <a:ext cx="714242" cy="474303"/>
            <a:chOff x="6630518" y="2033884"/>
            <a:chExt cx="714242" cy="474303"/>
          </a:xfrm>
        </p:grpSpPr>
        <p:pic>
          <p:nvPicPr>
            <p:cNvPr id="138" name="Vector [Figma I9887:63551;9557:13341]" descr="Vector. векторный контур">
              <a:extLst>
                <a:ext uri="{FF2B5EF4-FFF2-40B4-BE49-F238E27FC236}">
                  <a16:creationId xmlns:a16="http://schemas.microsoft.com/office/drawing/2014/main" id="{C6373A95-E9C1-42B4-8D76-776320055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6630518" y="2033884"/>
              <a:ext cx="489682" cy="474303"/>
            </a:xfrm>
            <a:prstGeom prst="rect">
              <a:avLst/>
            </a:prstGeom>
          </p:spPr>
        </p:pic>
        <p:pic>
          <p:nvPicPr>
            <p:cNvPr id="139" name="Vector [Figma I9887:63551;9557:13342]" descr="Vector. градиент в обводке">
              <a:extLst>
                <a:ext uri="{FF2B5EF4-FFF2-40B4-BE49-F238E27FC236}">
                  <a16:creationId xmlns:a16="http://schemas.microsoft.com/office/drawing/2014/main" id="{48DCCE47-B11E-4527-A1E9-69D3989F16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7075546" y="2053479"/>
              <a:ext cx="269214" cy="453716"/>
            </a:xfrm>
            <a:prstGeom prst="rect">
              <a:avLst/>
            </a:prstGeom>
          </p:spPr>
        </p:pic>
      </p:grpSp>
      <p:grpSp>
        <p:nvGrpSpPr>
          <p:cNvPr id="196" name="Группа 195">
            <a:extLst>
              <a:ext uri="{FF2B5EF4-FFF2-40B4-BE49-F238E27FC236}">
                <a16:creationId xmlns:a16="http://schemas.microsoft.com/office/drawing/2014/main" id="{A89E59CB-32C9-483D-B49A-A916B7263B01}"/>
              </a:ext>
            </a:extLst>
          </p:cNvPr>
          <p:cNvGrpSpPr/>
          <p:nvPr/>
        </p:nvGrpSpPr>
        <p:grpSpPr>
          <a:xfrm>
            <a:off x="7844373" y="2030426"/>
            <a:ext cx="688493" cy="494826"/>
            <a:chOff x="7844373" y="2030426"/>
            <a:chExt cx="688493" cy="494826"/>
          </a:xfrm>
        </p:grpSpPr>
        <p:pic>
          <p:nvPicPr>
            <p:cNvPr id="141" name="Intersect [Figma I9887:63552;9557:12435]" descr="Intersect. векторный контур">
              <a:extLst>
                <a:ext uri="{FF2B5EF4-FFF2-40B4-BE49-F238E27FC236}">
                  <a16:creationId xmlns:a16="http://schemas.microsoft.com/office/drawing/2014/main" id="{FC073D87-A970-4E03-9E41-98642E8B04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7844373" y="2141534"/>
              <a:ext cx="466856" cy="379403"/>
            </a:xfrm>
            <a:prstGeom prst="rect">
              <a:avLst/>
            </a:prstGeom>
          </p:spPr>
        </p:pic>
        <p:pic>
          <p:nvPicPr>
            <p:cNvPr id="142" name="Ellipse 5030 [Figma I9887:63552;9557:12437]" descr="Ellipse 5030. векторный контур">
              <a:extLst>
                <a:ext uri="{FF2B5EF4-FFF2-40B4-BE49-F238E27FC236}">
                  <a16:creationId xmlns:a16="http://schemas.microsoft.com/office/drawing/2014/main" id="{363D7A84-3645-461E-8703-D51386F2C5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8172974" y="2034727"/>
              <a:ext cx="359892" cy="490525"/>
            </a:xfrm>
            <a:prstGeom prst="rect">
              <a:avLst/>
            </a:prstGeom>
          </p:spPr>
        </p:pic>
        <p:sp>
          <p:nvSpPr>
            <p:cNvPr id="143" name="Ellipse 5029 [Figma I9887:63552;9557:12438]">
              <a:extLst>
                <a:ext uri="{FF2B5EF4-FFF2-40B4-BE49-F238E27FC236}">
                  <a16:creationId xmlns:a16="http://schemas.microsoft.com/office/drawing/2014/main" id="{C8C1B97D-681A-4F17-8682-514BAF5FAB81}"/>
                </a:ext>
              </a:extLst>
            </p:cNvPr>
            <p:cNvSpPr/>
            <p:nvPr/>
          </p:nvSpPr>
          <p:spPr>
            <a:xfrm rot="3600000">
              <a:off x="8203461" y="2172155"/>
              <a:ext cx="436563" cy="153106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47735">
              <a:solidFill>
                <a:srgbClr val="90A6E9"/>
              </a:solidFill>
              <a:prstDash val="solid"/>
            </a:ln>
          </p:spPr>
        </p:sp>
        <p:pic>
          <p:nvPicPr>
            <p:cNvPr id="144" name="Intersect [Figma I9887:63552;9557:12439]" descr="Intersect. градиент в обводке">
              <a:extLst>
                <a:ext uri="{FF2B5EF4-FFF2-40B4-BE49-F238E27FC236}">
                  <a16:creationId xmlns:a16="http://schemas.microsoft.com/office/drawing/2014/main" id="{3DB42E07-9388-47A0-94C8-258FCADDCB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7844674" y="2090933"/>
              <a:ext cx="329476" cy="145798"/>
            </a:xfrm>
            <a:prstGeom prst="rect">
              <a:avLst/>
            </a:prstGeom>
          </p:spPr>
        </p:pic>
        <p:pic>
          <p:nvPicPr>
            <p:cNvPr id="145" name="Intersect [Figma I9887:63552;9557:12440]" descr="Intersect. градиент в обводке">
              <a:extLst>
                <a:ext uri="{FF2B5EF4-FFF2-40B4-BE49-F238E27FC236}">
                  <a16:creationId xmlns:a16="http://schemas.microsoft.com/office/drawing/2014/main" id="{475B51DB-21A3-45C7-B674-AE18B3AFC0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7889213" y="2360206"/>
              <a:ext cx="356050" cy="67715"/>
            </a:xfrm>
            <a:prstGeom prst="rect">
              <a:avLst/>
            </a:prstGeom>
          </p:spPr>
        </p:pic>
        <p:pic>
          <p:nvPicPr>
            <p:cNvPr id="146" name="Intersect [Figma I9887:63552;9557:12441]" descr="Intersect. градиент в обводке">
              <a:extLst>
                <a:ext uri="{FF2B5EF4-FFF2-40B4-BE49-F238E27FC236}">
                  <a16:creationId xmlns:a16="http://schemas.microsoft.com/office/drawing/2014/main" id="{D5248FDA-D451-42A6-A86D-2C88E1926E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7887870" y="2269423"/>
              <a:ext cx="319461" cy="68013"/>
            </a:xfrm>
            <a:prstGeom prst="rect">
              <a:avLst/>
            </a:prstGeom>
          </p:spPr>
        </p:pic>
      </p:grpSp>
      <p:grpSp>
        <p:nvGrpSpPr>
          <p:cNvPr id="197" name="Группа 196">
            <a:extLst>
              <a:ext uri="{FF2B5EF4-FFF2-40B4-BE49-F238E27FC236}">
                <a16:creationId xmlns:a16="http://schemas.microsoft.com/office/drawing/2014/main" id="{20AC6E8C-B9CB-4C45-B0E1-9DFFDD85BD80}"/>
              </a:ext>
            </a:extLst>
          </p:cNvPr>
          <p:cNvGrpSpPr/>
          <p:nvPr/>
        </p:nvGrpSpPr>
        <p:grpSpPr>
          <a:xfrm>
            <a:off x="660024" y="3978721"/>
            <a:ext cx="518058" cy="518058"/>
            <a:chOff x="660024" y="3978721"/>
            <a:chExt cx="518058" cy="518058"/>
          </a:xfrm>
        </p:grpSpPr>
        <p:pic>
          <p:nvPicPr>
            <p:cNvPr id="148" name="Vector 59 (Stroke) [Figma I9887:63556;7965:11847]" descr="Vector 59 (Stroke). векторный контур">
              <a:extLst>
                <a:ext uri="{FF2B5EF4-FFF2-40B4-BE49-F238E27FC236}">
                  <a16:creationId xmlns:a16="http://schemas.microsoft.com/office/drawing/2014/main" id="{61FD7825-0321-46DC-B7E0-20DCFB3785B1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/>
            </a:stretch>
          </p:blipFill>
          <p:spPr>
            <a:xfrm>
              <a:off x="681256" y="3978721"/>
              <a:ext cx="475593" cy="518058"/>
            </a:xfrm>
            <a:prstGeom prst="rect">
              <a:avLst/>
            </a:prstGeom>
          </p:spPr>
        </p:pic>
        <p:pic>
          <p:nvPicPr>
            <p:cNvPr id="149" name="Ellipse 47 (Stroke) [Figma I9887:63556;7965:11848]" descr="Ellipse 47 (Stroke). векторный контур">
              <a:extLst>
                <a:ext uri="{FF2B5EF4-FFF2-40B4-BE49-F238E27FC236}">
                  <a16:creationId xmlns:a16="http://schemas.microsoft.com/office/drawing/2014/main" id="{BE0F13C9-8FFA-40E5-B9CE-FD0BEC3ECEF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60024" y="3978721"/>
              <a:ext cx="518058" cy="518058"/>
            </a:xfrm>
            <a:prstGeom prst="rect">
              <a:avLst/>
            </a:prstGeom>
          </p:spPr>
        </p:pic>
      </p:grpSp>
      <p:grpSp>
        <p:nvGrpSpPr>
          <p:cNvPr id="198" name="Группа 197">
            <a:extLst>
              <a:ext uri="{FF2B5EF4-FFF2-40B4-BE49-F238E27FC236}">
                <a16:creationId xmlns:a16="http://schemas.microsoft.com/office/drawing/2014/main" id="{138727BC-DC33-4AA0-8B1E-413B15B054E8}"/>
              </a:ext>
            </a:extLst>
          </p:cNvPr>
          <p:cNvGrpSpPr/>
          <p:nvPr/>
        </p:nvGrpSpPr>
        <p:grpSpPr>
          <a:xfrm>
            <a:off x="1871994" y="4005212"/>
            <a:ext cx="508406" cy="468797"/>
            <a:chOff x="1871994" y="4005212"/>
            <a:chExt cx="508406" cy="468797"/>
          </a:xfrm>
        </p:grpSpPr>
        <p:pic>
          <p:nvPicPr>
            <p:cNvPr id="151" name="Vector 43 (Stroke) [Figma I9887:63558;9422:6769]" descr="Vector 43 (Stroke). векторный контур">
              <a:extLst>
                <a:ext uri="{FF2B5EF4-FFF2-40B4-BE49-F238E27FC236}">
                  <a16:creationId xmlns:a16="http://schemas.microsoft.com/office/drawing/2014/main" id="{2A9640FB-4937-4B63-8C8F-B4D19D0CB67B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/>
            </a:stretch>
          </p:blipFill>
          <p:spPr>
            <a:xfrm>
              <a:off x="2007430" y="4176062"/>
              <a:ext cx="235450" cy="172934"/>
            </a:xfrm>
            <a:prstGeom prst="rect">
              <a:avLst/>
            </a:prstGeom>
          </p:spPr>
        </p:pic>
        <p:pic>
          <p:nvPicPr>
            <p:cNvPr id="152" name="Rectangle 16 (Stroke) [Figma I9887:63558;9422:6770]" descr="Rectangle 16 (Stroke). векторный контур">
              <a:extLst>
                <a:ext uri="{FF2B5EF4-FFF2-40B4-BE49-F238E27FC236}">
                  <a16:creationId xmlns:a16="http://schemas.microsoft.com/office/drawing/2014/main" id="{F5C98585-2D70-48F6-8E61-76EE190FC78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871994" y="4005212"/>
              <a:ext cx="508406" cy="468797"/>
            </a:xfrm>
            <a:prstGeom prst="rect">
              <a:avLst/>
            </a:prstGeom>
          </p:spPr>
        </p:pic>
      </p:grpSp>
      <p:grpSp>
        <p:nvGrpSpPr>
          <p:cNvPr id="199" name="Группа 198">
            <a:extLst>
              <a:ext uri="{FF2B5EF4-FFF2-40B4-BE49-F238E27FC236}">
                <a16:creationId xmlns:a16="http://schemas.microsoft.com/office/drawing/2014/main" id="{A095F721-C73A-4E96-B6B2-AFE518D34FAA}"/>
              </a:ext>
            </a:extLst>
          </p:cNvPr>
          <p:cNvGrpSpPr/>
          <p:nvPr/>
        </p:nvGrpSpPr>
        <p:grpSpPr>
          <a:xfrm>
            <a:off x="3045115" y="3937943"/>
            <a:ext cx="586294" cy="586418"/>
            <a:chOff x="3045115" y="3937943"/>
            <a:chExt cx="586294" cy="586418"/>
          </a:xfrm>
        </p:grpSpPr>
        <p:pic>
          <p:nvPicPr>
            <p:cNvPr id="154" name="Rectangle 240663299 [Figma I9887:63559;9768:32181]" descr="Rectangle 240663299. векторный контур">
              <a:extLst>
                <a:ext uri="{FF2B5EF4-FFF2-40B4-BE49-F238E27FC236}">
                  <a16:creationId xmlns:a16="http://schemas.microsoft.com/office/drawing/2014/main" id="{D039656A-5D02-4819-AB4B-ED11C9A1E9EE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/>
            </a:stretch>
          </p:blipFill>
          <p:spPr>
            <a:xfrm>
              <a:off x="3237334" y="3937943"/>
              <a:ext cx="394075" cy="404554"/>
            </a:xfrm>
            <a:prstGeom prst="rect">
              <a:avLst/>
            </a:prstGeom>
          </p:spPr>
        </p:pic>
        <p:pic>
          <p:nvPicPr>
            <p:cNvPr id="155" name="Rectangle 240663303 [Figma I9887:63559;9768:32182]" descr="Rectangle 240663303. векторный контур">
              <a:extLst>
                <a:ext uri="{FF2B5EF4-FFF2-40B4-BE49-F238E27FC236}">
                  <a16:creationId xmlns:a16="http://schemas.microsoft.com/office/drawing/2014/main" id="{0EA8AC83-427F-4BC4-998D-3BEC2F2BA0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/>
            </a:stretch>
          </p:blipFill>
          <p:spPr>
            <a:xfrm>
              <a:off x="3045115" y="4119807"/>
              <a:ext cx="394075" cy="404554"/>
            </a:xfrm>
            <a:prstGeom prst="rect">
              <a:avLst/>
            </a:prstGeom>
          </p:spPr>
        </p:pic>
        <p:pic>
          <p:nvPicPr>
            <p:cNvPr id="156" name="Rectangle 240663302 [Figma I9887:63559;9768:32183]" descr="Rectangle 240663302. векторный контур">
              <a:extLst>
                <a:ext uri="{FF2B5EF4-FFF2-40B4-BE49-F238E27FC236}">
                  <a16:creationId xmlns:a16="http://schemas.microsoft.com/office/drawing/2014/main" id="{D44E721A-0E09-4BD0-AB83-1C78785BF7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3319773" y="3937943"/>
              <a:ext cx="311635" cy="337980"/>
            </a:xfrm>
            <a:prstGeom prst="rect">
              <a:avLst/>
            </a:prstGeom>
          </p:spPr>
        </p:pic>
        <p:pic>
          <p:nvPicPr>
            <p:cNvPr id="157" name="Rectangle 240663304 [Figma I9887:63559;9768:32184]" descr="Rectangle 240663304. векторный контур">
              <a:extLst>
                <a:ext uri="{FF2B5EF4-FFF2-40B4-BE49-F238E27FC236}">
                  <a16:creationId xmlns:a16="http://schemas.microsoft.com/office/drawing/2014/main" id="{F69A3129-D5CD-4EC8-84A5-A280A0083BC8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3045115" y="4186381"/>
              <a:ext cx="311635" cy="337980"/>
            </a:xfrm>
            <a:prstGeom prst="rect">
              <a:avLst/>
            </a:prstGeom>
          </p:spPr>
        </p:pic>
      </p:grpSp>
      <p:grpSp>
        <p:nvGrpSpPr>
          <p:cNvPr id="200" name="Группа 199">
            <a:extLst>
              <a:ext uri="{FF2B5EF4-FFF2-40B4-BE49-F238E27FC236}">
                <a16:creationId xmlns:a16="http://schemas.microsoft.com/office/drawing/2014/main" id="{11D4F037-0D47-4B43-8CA4-AD757E424D5F}"/>
              </a:ext>
            </a:extLst>
          </p:cNvPr>
          <p:cNvGrpSpPr/>
          <p:nvPr/>
        </p:nvGrpSpPr>
        <p:grpSpPr>
          <a:xfrm>
            <a:off x="5462190" y="3940920"/>
            <a:ext cx="613736" cy="595794"/>
            <a:chOff x="5462190" y="3940920"/>
            <a:chExt cx="613736" cy="595794"/>
          </a:xfrm>
        </p:grpSpPr>
        <p:pic>
          <p:nvPicPr>
            <p:cNvPr id="178" name="Vector [Figma I9887:63561;9768:32201]" descr="Vector. векторный контур">
              <a:extLst>
                <a:ext uri="{FF2B5EF4-FFF2-40B4-BE49-F238E27FC236}">
                  <a16:creationId xmlns:a16="http://schemas.microsoft.com/office/drawing/2014/main" id="{053C7869-26B4-4205-B049-1B86C79C63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5462190" y="3940920"/>
              <a:ext cx="613736" cy="453964"/>
            </a:xfrm>
            <a:prstGeom prst="rect">
              <a:avLst/>
            </a:prstGeom>
          </p:spPr>
        </p:pic>
        <p:pic>
          <p:nvPicPr>
            <p:cNvPr id="179" name="Vector [Figma I9887:63561;9768:32202]" descr="Vector. векторный контур">
              <a:extLst>
                <a:ext uri="{FF2B5EF4-FFF2-40B4-BE49-F238E27FC236}">
                  <a16:creationId xmlns:a16="http://schemas.microsoft.com/office/drawing/2014/main" id="{A694E31A-068D-4547-82B1-87C9D9FCD1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9"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/>
            </a:stretch>
          </p:blipFill>
          <p:spPr>
            <a:xfrm>
              <a:off x="5527255" y="4052985"/>
              <a:ext cx="483608" cy="51196"/>
            </a:xfrm>
            <a:prstGeom prst="rect">
              <a:avLst/>
            </a:prstGeom>
          </p:spPr>
        </p:pic>
        <p:pic>
          <p:nvPicPr>
            <p:cNvPr id="180" name="Vector [Figma I9887:63561;9768:32203]" descr="Vector. векторный контур">
              <a:extLst>
                <a:ext uri="{FF2B5EF4-FFF2-40B4-BE49-F238E27FC236}">
                  <a16:creationId xmlns:a16="http://schemas.microsoft.com/office/drawing/2014/main" id="{7D838968-C9A8-4FE2-BE48-CFE49661CD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5743469" y="4369286"/>
              <a:ext cx="51177" cy="141879"/>
            </a:xfrm>
            <a:prstGeom prst="rect">
              <a:avLst/>
            </a:prstGeom>
          </p:spPr>
        </p:pic>
        <p:pic>
          <p:nvPicPr>
            <p:cNvPr id="181" name="Vector [Figma I9887:63561;9768:32204]" descr="Vector. векторный контур">
              <a:extLst>
                <a:ext uri="{FF2B5EF4-FFF2-40B4-BE49-F238E27FC236}">
                  <a16:creationId xmlns:a16="http://schemas.microsoft.com/office/drawing/2014/main" id="{7A9BC1CF-66C1-4583-8B00-8C0E699401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5598325" y="4485518"/>
              <a:ext cx="341465" cy="51196"/>
            </a:xfrm>
            <a:prstGeom prst="rect">
              <a:avLst/>
            </a:prstGeom>
          </p:spPr>
        </p:pic>
      </p:grpSp>
      <p:grpSp>
        <p:nvGrpSpPr>
          <p:cNvPr id="201" name="Группа 200">
            <a:extLst>
              <a:ext uri="{FF2B5EF4-FFF2-40B4-BE49-F238E27FC236}">
                <a16:creationId xmlns:a16="http://schemas.microsoft.com/office/drawing/2014/main" id="{779D1885-8CD6-4795-BCF0-6D6F4E72A14A}"/>
              </a:ext>
            </a:extLst>
          </p:cNvPr>
          <p:cNvGrpSpPr/>
          <p:nvPr/>
        </p:nvGrpSpPr>
        <p:grpSpPr>
          <a:xfrm>
            <a:off x="6630518" y="3998465"/>
            <a:ext cx="714242" cy="474303"/>
            <a:chOff x="6630518" y="3998465"/>
            <a:chExt cx="714242" cy="474303"/>
          </a:xfrm>
        </p:grpSpPr>
        <p:pic>
          <p:nvPicPr>
            <p:cNvPr id="183" name="Vector [Figma I9887:63562;9768:32197]" descr="Vector. векторный контур">
              <a:extLst>
                <a:ext uri="{FF2B5EF4-FFF2-40B4-BE49-F238E27FC236}">
                  <a16:creationId xmlns:a16="http://schemas.microsoft.com/office/drawing/2014/main" id="{87C7B883-5022-4A60-84B6-0606404E7BF8}"/>
                </a:ext>
              </a:extLst>
            </p:cNvPr>
            <p:cNvPicPr>
              <a:picLocks noChangeAspect="1"/>
            </p:cNvPicPr>
            <p:nvPr/>
          </p:nvPicPr>
          <p:blipFill>
            <a:blip r:embed="rId51"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/>
            </a:stretch>
          </p:blipFill>
          <p:spPr>
            <a:xfrm>
              <a:off x="6630518" y="3998465"/>
              <a:ext cx="714242" cy="474303"/>
            </a:xfrm>
            <a:prstGeom prst="rect">
              <a:avLst/>
            </a:prstGeom>
          </p:spPr>
        </p:pic>
        <p:pic>
          <p:nvPicPr>
            <p:cNvPr id="184" name="Vector [Figma I9887:63562;9768:32198]" descr="Vector. векторный контур">
              <a:extLst>
                <a:ext uri="{FF2B5EF4-FFF2-40B4-BE49-F238E27FC236}">
                  <a16:creationId xmlns:a16="http://schemas.microsoft.com/office/drawing/2014/main" id="{F28CF819-953E-47D6-8704-A4AA6A628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>
              <a:extLst>
                <a:ext uri="{96DAC541-7B7A-43D3-8B79-37D633B846F1}">
                  <asvg:svgBlip xmlns:asvg="http://schemas.microsoft.com/office/drawing/2016/SVG/main" r:embed="rId54"/>
                </a:ext>
              </a:extLst>
            </a:blip>
            <a:stretch>
              <a:fillRect/>
            </a:stretch>
          </p:blipFill>
          <p:spPr>
            <a:xfrm>
              <a:off x="7075546" y="4018060"/>
              <a:ext cx="269214" cy="453716"/>
            </a:xfrm>
            <a:prstGeom prst="rect">
              <a:avLst/>
            </a:prstGeom>
          </p:spPr>
        </p:pic>
      </p:grpSp>
      <p:grpSp>
        <p:nvGrpSpPr>
          <p:cNvPr id="202" name="Группа 201">
            <a:extLst>
              <a:ext uri="{FF2B5EF4-FFF2-40B4-BE49-F238E27FC236}">
                <a16:creationId xmlns:a16="http://schemas.microsoft.com/office/drawing/2014/main" id="{67BCF400-E623-4C42-A7EB-41BA91A8358B}"/>
              </a:ext>
            </a:extLst>
          </p:cNvPr>
          <p:cNvGrpSpPr/>
          <p:nvPr/>
        </p:nvGrpSpPr>
        <p:grpSpPr>
          <a:xfrm>
            <a:off x="7844373" y="3986425"/>
            <a:ext cx="707306" cy="494826"/>
            <a:chOff x="7844373" y="3986425"/>
            <a:chExt cx="707306" cy="494826"/>
          </a:xfrm>
        </p:grpSpPr>
        <p:pic>
          <p:nvPicPr>
            <p:cNvPr id="186" name="Intersect [Figma I9887:63563;9768:32187]" descr="Intersect. векторный контур">
              <a:extLst>
                <a:ext uri="{FF2B5EF4-FFF2-40B4-BE49-F238E27FC236}">
                  <a16:creationId xmlns:a16="http://schemas.microsoft.com/office/drawing/2014/main" id="{CCA8B847-146E-464D-B3B0-21E0689C33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7844373" y="4097533"/>
              <a:ext cx="466856" cy="379403"/>
            </a:xfrm>
            <a:prstGeom prst="rect">
              <a:avLst/>
            </a:prstGeom>
          </p:spPr>
        </p:pic>
        <p:pic>
          <p:nvPicPr>
            <p:cNvPr id="187" name="Ellipse 5030 [Figma I9887:63563;9768:32189]" descr="Ellipse 5030. векторный контур">
              <a:extLst>
                <a:ext uri="{FF2B5EF4-FFF2-40B4-BE49-F238E27FC236}">
                  <a16:creationId xmlns:a16="http://schemas.microsoft.com/office/drawing/2014/main" id="{DCA63004-4281-4D43-86C7-75E81F198816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>
              <a:extLst>
                <a:ext uri="{96DAC541-7B7A-43D3-8B79-37D633B846F1}">
                  <asvg:svgBlip xmlns:asvg="http://schemas.microsoft.com/office/drawing/2016/SVG/main" r:embed="rId56"/>
                </a:ext>
              </a:extLst>
            </a:blip>
            <a:stretch>
              <a:fillRect/>
            </a:stretch>
          </p:blipFill>
          <p:spPr>
            <a:xfrm>
              <a:off x="8172974" y="3990726"/>
              <a:ext cx="378705" cy="490525"/>
            </a:xfrm>
            <a:prstGeom prst="rect">
              <a:avLst/>
            </a:prstGeom>
          </p:spPr>
        </p:pic>
        <p:sp>
          <p:nvSpPr>
            <p:cNvPr id="188" name="Ellipse 5029 [Figma I9887:63563;9768:32190]">
              <a:extLst>
                <a:ext uri="{FF2B5EF4-FFF2-40B4-BE49-F238E27FC236}">
                  <a16:creationId xmlns:a16="http://schemas.microsoft.com/office/drawing/2014/main" id="{041441B3-0EAE-435A-AAC2-B5E2849FD498}"/>
                </a:ext>
              </a:extLst>
            </p:cNvPr>
            <p:cNvSpPr/>
            <p:nvPr/>
          </p:nvSpPr>
          <p:spPr>
            <a:xfrm rot="3600000">
              <a:off x="8203461" y="4128154"/>
              <a:ext cx="436563" cy="153106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47735">
              <a:solidFill>
                <a:srgbClr val="1E4BD2"/>
              </a:solidFill>
              <a:prstDash val="solid"/>
            </a:ln>
          </p:spPr>
        </p:sp>
        <p:pic>
          <p:nvPicPr>
            <p:cNvPr id="189" name="Intersect [Figma I9887:63563;9768:32191]" descr="Intersect. векторный контур">
              <a:extLst>
                <a:ext uri="{FF2B5EF4-FFF2-40B4-BE49-F238E27FC236}">
                  <a16:creationId xmlns:a16="http://schemas.microsoft.com/office/drawing/2014/main" id="{0EC0EC9C-E367-49D3-8C71-DAA03083B25C}"/>
                </a:ext>
              </a:extLst>
            </p:cNvPr>
            <p:cNvPicPr>
              <a:picLocks noChangeAspect="1"/>
            </p:cNvPicPr>
            <p:nvPr/>
          </p:nvPicPr>
          <p:blipFill>
            <a:blip r:embed="rId57">
              <a:extLst>
                <a:ext uri="{96DAC541-7B7A-43D3-8B79-37D633B846F1}">
                  <asvg:svgBlip xmlns:asvg="http://schemas.microsoft.com/office/drawing/2016/SVG/main" r:embed="rId58"/>
                </a:ext>
              </a:extLst>
            </a:blip>
            <a:stretch>
              <a:fillRect/>
            </a:stretch>
          </p:blipFill>
          <p:spPr>
            <a:xfrm>
              <a:off x="7844674" y="4046932"/>
              <a:ext cx="329476" cy="145798"/>
            </a:xfrm>
            <a:prstGeom prst="rect">
              <a:avLst/>
            </a:prstGeom>
          </p:spPr>
        </p:pic>
        <p:pic>
          <p:nvPicPr>
            <p:cNvPr id="190" name="Intersect [Figma I9887:63563;9768:32192]" descr="Intersect. векторный контур">
              <a:extLst>
                <a:ext uri="{FF2B5EF4-FFF2-40B4-BE49-F238E27FC236}">
                  <a16:creationId xmlns:a16="http://schemas.microsoft.com/office/drawing/2014/main" id="{DD78EEEB-8293-4487-B30D-4EC6EBA713A1}"/>
                </a:ext>
              </a:extLst>
            </p:cNvPr>
            <p:cNvPicPr>
              <a:picLocks noChangeAspect="1"/>
            </p:cNvPicPr>
            <p:nvPr/>
          </p:nvPicPr>
          <p:blipFill>
            <a:blip r:embed="rId59">
              <a:extLst>
                <a:ext uri="{96DAC541-7B7A-43D3-8B79-37D633B846F1}">
                  <asvg:svgBlip xmlns:asvg="http://schemas.microsoft.com/office/drawing/2016/SVG/main" r:embed="rId60"/>
                </a:ext>
              </a:extLst>
            </a:blip>
            <a:stretch>
              <a:fillRect/>
            </a:stretch>
          </p:blipFill>
          <p:spPr>
            <a:xfrm>
              <a:off x="7889213" y="4316205"/>
              <a:ext cx="356050" cy="67715"/>
            </a:xfrm>
            <a:prstGeom prst="rect">
              <a:avLst/>
            </a:prstGeom>
          </p:spPr>
        </p:pic>
        <p:pic>
          <p:nvPicPr>
            <p:cNvPr id="191" name="Intersect [Figma I9887:63563;9768:32193]" descr="Intersect. векторный контур">
              <a:extLst>
                <a:ext uri="{FF2B5EF4-FFF2-40B4-BE49-F238E27FC236}">
                  <a16:creationId xmlns:a16="http://schemas.microsoft.com/office/drawing/2014/main" id="{1DBC5F4B-E738-43D7-B987-A6A58003F7F0}"/>
                </a:ext>
              </a:extLst>
            </p:cNvPr>
            <p:cNvPicPr>
              <a:picLocks noChangeAspect="1"/>
            </p:cNvPicPr>
            <p:nvPr/>
          </p:nvPicPr>
          <p:blipFill>
            <a:blip r:embed="rId61">
              <a:extLst>
                <a:ext uri="{96DAC541-7B7A-43D3-8B79-37D633B846F1}">
                  <asvg:svgBlip xmlns:asvg="http://schemas.microsoft.com/office/drawing/2016/SVG/main" r:embed="rId62"/>
                </a:ext>
              </a:extLst>
            </a:blip>
            <a:stretch>
              <a:fillRect/>
            </a:stretch>
          </p:blipFill>
          <p:spPr>
            <a:xfrm>
              <a:off x="7887870" y="4225422"/>
              <a:ext cx="319461" cy="68013"/>
            </a:xfrm>
            <a:prstGeom prst="rect">
              <a:avLst/>
            </a:prstGeom>
          </p:spPr>
        </p:pic>
      </p:grpSp>
      <p:grpSp>
        <p:nvGrpSpPr>
          <p:cNvPr id="203" name="Группа 202">
            <a:extLst>
              <a:ext uri="{FF2B5EF4-FFF2-40B4-BE49-F238E27FC236}">
                <a16:creationId xmlns:a16="http://schemas.microsoft.com/office/drawing/2014/main" id="{5E4648B1-C697-4873-BDD5-AECA97EB9CCB}"/>
              </a:ext>
            </a:extLst>
          </p:cNvPr>
          <p:cNvGrpSpPr/>
          <p:nvPr/>
        </p:nvGrpSpPr>
        <p:grpSpPr>
          <a:xfrm>
            <a:off x="4289095" y="1954908"/>
            <a:ext cx="538887" cy="639845"/>
            <a:chOff x="4289095" y="1954908"/>
            <a:chExt cx="538887" cy="639845"/>
          </a:xfrm>
        </p:grpSpPr>
        <p:pic>
          <p:nvPicPr>
            <p:cNvPr id="204" name="Rectangle 240663296 (Stroke) [Figma 9970:34027]" descr="Rectangle 240663296 (Stroke). векторный контур">
              <a:extLst>
                <a:ext uri="{FF2B5EF4-FFF2-40B4-BE49-F238E27FC236}">
                  <a16:creationId xmlns:a16="http://schemas.microsoft.com/office/drawing/2014/main" id="{5145F584-6CA5-45C7-8FD7-2574EC775A02}"/>
                </a:ext>
              </a:extLst>
            </p:cNvPr>
            <p:cNvPicPr>
              <a:picLocks noChangeAspect="1"/>
            </p:cNvPicPr>
            <p:nvPr/>
          </p:nvPicPr>
          <p:blipFill>
            <a:blip r:embed="rId63">
              <a:extLst>
                <a:ext uri="{96DAC541-7B7A-43D3-8B79-37D633B846F1}">
                  <asvg:svgBlip xmlns:asvg="http://schemas.microsoft.com/office/drawing/2016/SVG/main" r:embed="rId64"/>
                </a:ext>
              </a:extLst>
            </a:blip>
            <a:stretch>
              <a:fillRect/>
            </a:stretch>
          </p:blipFill>
          <p:spPr>
            <a:xfrm>
              <a:off x="4289727" y="1992064"/>
              <a:ext cx="537622" cy="183798"/>
            </a:xfrm>
            <a:prstGeom prst="rect">
              <a:avLst/>
            </a:prstGeom>
          </p:spPr>
        </p:pic>
        <p:pic>
          <p:nvPicPr>
            <p:cNvPr id="205" name="Rectangle 240663297 (Stroke) [Figma 9970:34028]" descr="Rectangle 240663297 (Stroke). векторный контур">
              <a:extLst>
                <a:ext uri="{FF2B5EF4-FFF2-40B4-BE49-F238E27FC236}">
                  <a16:creationId xmlns:a16="http://schemas.microsoft.com/office/drawing/2014/main" id="{9804D488-1A86-42EB-ABF6-AEEEE8383585}"/>
                </a:ext>
              </a:extLst>
            </p:cNvPr>
            <p:cNvPicPr>
              <a:picLocks noChangeAspect="1"/>
            </p:cNvPicPr>
            <p:nvPr/>
          </p:nvPicPr>
          <p:blipFill>
            <a:blip r:embed="rId65">
              <a:extLst>
                <a:ext uri="{96DAC541-7B7A-43D3-8B79-37D633B846F1}">
                  <asvg:svgBlip xmlns:asvg="http://schemas.microsoft.com/office/drawing/2016/SVG/main" r:embed="rId66"/>
                </a:ext>
              </a:extLst>
            </a:blip>
            <a:stretch>
              <a:fillRect/>
            </a:stretch>
          </p:blipFill>
          <p:spPr>
            <a:xfrm>
              <a:off x="4289095" y="2200567"/>
              <a:ext cx="538887" cy="185038"/>
            </a:xfrm>
            <a:prstGeom prst="rect">
              <a:avLst/>
            </a:prstGeom>
          </p:spPr>
        </p:pic>
        <p:pic>
          <p:nvPicPr>
            <p:cNvPr id="206" name="Rectangle 240663298 (Stroke) [Figma 9970:34029]" descr="Rectangle 240663298 (Stroke). векторный контур">
              <a:extLst>
                <a:ext uri="{FF2B5EF4-FFF2-40B4-BE49-F238E27FC236}">
                  <a16:creationId xmlns:a16="http://schemas.microsoft.com/office/drawing/2014/main" id="{DC876F54-E9FB-4361-A36D-85D0EB117312}"/>
                </a:ext>
              </a:extLst>
            </p:cNvPr>
            <p:cNvPicPr>
              <a:picLocks noChangeAspect="1"/>
            </p:cNvPicPr>
            <p:nvPr/>
          </p:nvPicPr>
          <p:blipFill>
            <a:blip r:embed="rId65">
              <a:extLst>
                <a:ext uri="{96DAC541-7B7A-43D3-8B79-37D633B846F1}">
                  <asvg:svgBlip xmlns:asvg="http://schemas.microsoft.com/office/drawing/2016/SVG/main" r:embed="rId66"/>
                </a:ext>
              </a:extLst>
            </a:blip>
            <a:stretch>
              <a:fillRect/>
            </a:stretch>
          </p:blipFill>
          <p:spPr>
            <a:xfrm>
              <a:off x="4289095" y="2409715"/>
              <a:ext cx="538887" cy="185038"/>
            </a:xfrm>
            <a:prstGeom prst="rect">
              <a:avLst/>
            </a:prstGeom>
          </p:spPr>
        </p:pic>
        <p:pic>
          <p:nvPicPr>
            <p:cNvPr id="207" name="Line 31 (Stroke) [Figma 9970:34030]" descr="Line 31 (Stroke). градиент">
              <a:extLst>
                <a:ext uri="{FF2B5EF4-FFF2-40B4-BE49-F238E27FC236}">
                  <a16:creationId xmlns:a16="http://schemas.microsoft.com/office/drawing/2014/main" id="{D37A50D0-5A13-4C26-A0DB-52C118FD19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>
              <a:extLst>
                <a:ext uri="{96DAC541-7B7A-43D3-8B79-37D633B846F1}">
                  <asvg:svgBlip xmlns:asvg="http://schemas.microsoft.com/office/drawing/2016/SVG/main" r:embed="rId68"/>
                </a:ext>
              </a:extLst>
            </a:blip>
            <a:stretch>
              <a:fillRect/>
            </a:stretch>
          </p:blipFill>
          <p:spPr>
            <a:xfrm>
              <a:off x="4364673" y="2058440"/>
              <a:ext cx="51332" cy="51344"/>
            </a:xfrm>
            <a:prstGeom prst="rect">
              <a:avLst/>
            </a:prstGeom>
          </p:spPr>
        </p:pic>
        <p:pic>
          <p:nvPicPr>
            <p:cNvPr id="208" name="Line 31 (Stroke) [Figma 9970:34031]" descr="Line 31 (Stroke). градиент">
              <a:extLst>
                <a:ext uri="{FF2B5EF4-FFF2-40B4-BE49-F238E27FC236}">
                  <a16:creationId xmlns:a16="http://schemas.microsoft.com/office/drawing/2014/main" id="{83E3DD28-B661-494B-B3DD-E9B574C580C9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>
              <a:extLst>
                <a:ext uri="{96DAC541-7B7A-43D3-8B79-37D633B846F1}">
                  <asvg:svgBlip xmlns:asvg="http://schemas.microsoft.com/office/drawing/2016/SVG/main" r:embed="rId69"/>
                </a:ext>
              </a:extLst>
            </a:blip>
            <a:stretch>
              <a:fillRect/>
            </a:stretch>
          </p:blipFill>
          <p:spPr>
            <a:xfrm>
              <a:off x="4432902" y="2058440"/>
              <a:ext cx="51332" cy="51344"/>
            </a:xfrm>
            <a:prstGeom prst="rect">
              <a:avLst/>
            </a:prstGeom>
          </p:spPr>
        </p:pic>
        <p:pic>
          <p:nvPicPr>
            <p:cNvPr id="209" name="Line 31 (Stroke) [Figma 9970:34032]" descr="Line 31 (Stroke). градиент">
              <a:extLst>
                <a:ext uri="{FF2B5EF4-FFF2-40B4-BE49-F238E27FC236}">
                  <a16:creationId xmlns:a16="http://schemas.microsoft.com/office/drawing/2014/main" id="{298BCA06-3477-4A71-90AD-ACD24BE6E719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>
              <a:extLst>
                <a:ext uri="{96DAC541-7B7A-43D3-8B79-37D633B846F1}">
                  <asvg:svgBlip xmlns:asvg="http://schemas.microsoft.com/office/drawing/2016/SVG/main" r:embed="rId70"/>
                </a:ext>
              </a:extLst>
            </a:blip>
            <a:stretch>
              <a:fillRect/>
            </a:stretch>
          </p:blipFill>
          <p:spPr>
            <a:xfrm>
              <a:off x="4364673" y="2267389"/>
              <a:ext cx="51332" cy="51344"/>
            </a:xfrm>
            <a:prstGeom prst="rect">
              <a:avLst/>
            </a:prstGeom>
          </p:spPr>
        </p:pic>
        <p:pic>
          <p:nvPicPr>
            <p:cNvPr id="210" name="Line 31 (Stroke) [Figma 9970:34033]" descr="Line 31 (Stroke). градиент">
              <a:extLst>
                <a:ext uri="{FF2B5EF4-FFF2-40B4-BE49-F238E27FC236}">
                  <a16:creationId xmlns:a16="http://schemas.microsoft.com/office/drawing/2014/main" id="{7EA762FB-C7A1-4609-9AE2-55CE0ADB003A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>
              <a:extLst>
                <a:ext uri="{96DAC541-7B7A-43D3-8B79-37D633B846F1}">
                  <asvg:svgBlip xmlns:asvg="http://schemas.microsoft.com/office/drawing/2016/SVG/main" r:embed="rId71"/>
                </a:ext>
              </a:extLst>
            </a:blip>
            <a:stretch>
              <a:fillRect/>
            </a:stretch>
          </p:blipFill>
          <p:spPr>
            <a:xfrm>
              <a:off x="4432902" y="2267389"/>
              <a:ext cx="51332" cy="51344"/>
            </a:xfrm>
            <a:prstGeom prst="rect">
              <a:avLst/>
            </a:prstGeom>
          </p:spPr>
        </p:pic>
        <p:pic>
          <p:nvPicPr>
            <p:cNvPr id="211" name="Line 31 (Stroke) [Figma 9970:34034]" descr="Line 31 (Stroke). градиент">
              <a:extLst>
                <a:ext uri="{FF2B5EF4-FFF2-40B4-BE49-F238E27FC236}">
                  <a16:creationId xmlns:a16="http://schemas.microsoft.com/office/drawing/2014/main" id="{78CB6BAB-6968-4099-95E3-BF963C5C1943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>
              <a:extLst>
                <a:ext uri="{96DAC541-7B7A-43D3-8B79-37D633B846F1}">
                  <asvg:svgBlip xmlns:asvg="http://schemas.microsoft.com/office/drawing/2016/SVG/main" r:embed="rId72"/>
                </a:ext>
              </a:extLst>
            </a:blip>
            <a:stretch>
              <a:fillRect/>
            </a:stretch>
          </p:blipFill>
          <p:spPr>
            <a:xfrm>
              <a:off x="4364673" y="2476488"/>
              <a:ext cx="51332" cy="51344"/>
            </a:xfrm>
            <a:prstGeom prst="rect">
              <a:avLst/>
            </a:prstGeom>
          </p:spPr>
        </p:pic>
        <p:pic>
          <p:nvPicPr>
            <p:cNvPr id="212" name="Line 31 (Stroke) [Figma 9970:34035]" descr="Line 31 (Stroke). градиент">
              <a:extLst>
                <a:ext uri="{FF2B5EF4-FFF2-40B4-BE49-F238E27FC236}">
                  <a16:creationId xmlns:a16="http://schemas.microsoft.com/office/drawing/2014/main" id="{E710F6CB-D257-4A27-BA60-7F6743E3A750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>
              <a:extLst>
                <a:ext uri="{96DAC541-7B7A-43D3-8B79-37D633B846F1}">
                  <asvg:svgBlip xmlns:asvg="http://schemas.microsoft.com/office/drawing/2016/SVG/main" r:embed="rId73"/>
                </a:ext>
              </a:extLst>
            </a:blip>
            <a:stretch>
              <a:fillRect/>
            </a:stretch>
          </p:blipFill>
          <p:spPr>
            <a:xfrm>
              <a:off x="4432902" y="2476488"/>
              <a:ext cx="51332" cy="51344"/>
            </a:xfrm>
            <a:prstGeom prst="rect">
              <a:avLst/>
            </a:prstGeom>
          </p:spPr>
        </p:pic>
        <p:pic>
          <p:nvPicPr>
            <p:cNvPr id="213" name="Line 29 (Stroke) [Figma 9970:34036]" descr="Line 29 (Stroke). векторный контур">
              <a:extLst>
                <a:ext uri="{FF2B5EF4-FFF2-40B4-BE49-F238E27FC236}">
                  <a16:creationId xmlns:a16="http://schemas.microsoft.com/office/drawing/2014/main" id="{A8A9DB84-065A-48C5-8216-6B5AD6674D29}"/>
                </a:ext>
              </a:extLst>
            </p:cNvPr>
            <p:cNvPicPr>
              <a:picLocks noChangeAspect="1"/>
            </p:cNvPicPr>
            <p:nvPr/>
          </p:nvPicPr>
          <p:blipFill>
            <a:blip r:embed="rId74">
              <a:extLst>
                <a:ext uri="{96DAC541-7B7A-43D3-8B79-37D633B846F1}">
                  <asvg:svgBlip xmlns:asvg="http://schemas.microsoft.com/office/drawing/2016/SVG/main" r:embed="rId75"/>
                </a:ext>
              </a:extLst>
            </a:blip>
            <a:stretch>
              <a:fillRect/>
            </a:stretch>
          </p:blipFill>
          <p:spPr>
            <a:xfrm>
              <a:off x="4329209" y="2160385"/>
              <a:ext cx="43401" cy="57545"/>
            </a:xfrm>
            <a:prstGeom prst="rect">
              <a:avLst/>
            </a:prstGeom>
          </p:spPr>
        </p:pic>
        <p:pic>
          <p:nvPicPr>
            <p:cNvPr id="214" name="Line 32 (Stroke) [Figma 9970:34037]" descr="Line 32 (Stroke). векторный контур">
              <a:extLst>
                <a:ext uri="{FF2B5EF4-FFF2-40B4-BE49-F238E27FC236}">
                  <a16:creationId xmlns:a16="http://schemas.microsoft.com/office/drawing/2014/main" id="{6CB792CA-0D3F-40CB-AA82-2D2BEC03AED7}"/>
                </a:ext>
              </a:extLst>
            </p:cNvPr>
            <p:cNvPicPr>
              <a:picLocks noChangeAspect="1"/>
            </p:cNvPicPr>
            <p:nvPr/>
          </p:nvPicPr>
          <p:blipFill>
            <a:blip r:embed="rId76">
              <a:extLst>
                <a:ext uri="{96DAC541-7B7A-43D3-8B79-37D633B846F1}">
                  <asvg:svgBlip xmlns:asvg="http://schemas.microsoft.com/office/drawing/2016/SVG/main" r:embed="rId77"/>
                </a:ext>
              </a:extLst>
            </a:blip>
            <a:stretch>
              <a:fillRect/>
            </a:stretch>
          </p:blipFill>
          <p:spPr>
            <a:xfrm>
              <a:off x="4329209" y="2372757"/>
              <a:ext cx="44033" cy="57545"/>
            </a:xfrm>
            <a:prstGeom prst="rect">
              <a:avLst/>
            </a:prstGeom>
          </p:spPr>
        </p:pic>
        <p:pic>
          <p:nvPicPr>
            <p:cNvPr id="215" name="Line 30 (Stroke) [Figma 9970:34038]" descr="Line 30 (Stroke). векторный контур">
              <a:extLst>
                <a:ext uri="{FF2B5EF4-FFF2-40B4-BE49-F238E27FC236}">
                  <a16:creationId xmlns:a16="http://schemas.microsoft.com/office/drawing/2014/main" id="{B4062AEF-0AC8-4E6A-B09A-1BB77BE50DF4}"/>
                </a:ext>
              </a:extLst>
            </p:cNvPr>
            <p:cNvPicPr>
              <a:picLocks noChangeAspect="1"/>
            </p:cNvPicPr>
            <p:nvPr/>
          </p:nvPicPr>
          <p:blipFill>
            <a:blip r:embed="rId76">
              <a:extLst>
                <a:ext uri="{96DAC541-7B7A-43D3-8B79-37D633B846F1}">
                  <asvg:svgBlip xmlns:asvg="http://schemas.microsoft.com/office/drawing/2016/SVG/main" r:embed="rId77"/>
                </a:ext>
              </a:extLst>
            </a:blip>
            <a:stretch>
              <a:fillRect/>
            </a:stretch>
          </p:blipFill>
          <p:spPr>
            <a:xfrm>
              <a:off x="4739164" y="2160385"/>
              <a:ext cx="44033" cy="57545"/>
            </a:xfrm>
            <a:prstGeom prst="rect">
              <a:avLst/>
            </a:prstGeom>
          </p:spPr>
        </p:pic>
        <p:pic>
          <p:nvPicPr>
            <p:cNvPr id="216" name="Line 31 (Stroke) [Figma 9970:34039]" descr="Line 31 (Stroke). векторный контур">
              <a:extLst>
                <a:ext uri="{FF2B5EF4-FFF2-40B4-BE49-F238E27FC236}">
                  <a16:creationId xmlns:a16="http://schemas.microsoft.com/office/drawing/2014/main" id="{257EF04A-85F8-40E8-915C-F946A3DCB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76">
              <a:extLst>
                <a:ext uri="{96DAC541-7B7A-43D3-8B79-37D633B846F1}">
                  <asvg:svgBlip xmlns:asvg="http://schemas.microsoft.com/office/drawing/2016/SVG/main" r:embed="rId77"/>
                </a:ext>
              </a:extLst>
            </a:blip>
            <a:stretch>
              <a:fillRect/>
            </a:stretch>
          </p:blipFill>
          <p:spPr>
            <a:xfrm>
              <a:off x="4739164" y="2377817"/>
              <a:ext cx="44033" cy="57545"/>
            </a:xfrm>
            <a:prstGeom prst="rect">
              <a:avLst/>
            </a:prstGeom>
          </p:spPr>
        </p:pic>
        <p:pic>
          <p:nvPicPr>
            <p:cNvPr id="217" name="Line 33 (Stroke) [Figma 9970:34040]" descr="Line 33 (Stroke). градиент">
              <a:extLst>
                <a:ext uri="{FF2B5EF4-FFF2-40B4-BE49-F238E27FC236}">
                  <a16:creationId xmlns:a16="http://schemas.microsoft.com/office/drawing/2014/main" id="{8189C3E0-33B5-40B2-9998-7C2AD182404E}"/>
                </a:ext>
              </a:extLst>
            </p:cNvPr>
            <p:cNvPicPr>
              <a:picLocks noChangeAspect="1"/>
            </p:cNvPicPr>
            <p:nvPr/>
          </p:nvPicPr>
          <p:blipFill>
            <a:blip r:embed="rId78">
              <a:extLst>
                <a:ext uri="{96DAC541-7B7A-43D3-8B79-37D633B846F1}">
                  <asvg:svgBlip xmlns:asvg="http://schemas.microsoft.com/office/drawing/2016/SVG/main" r:embed="rId79"/>
                </a:ext>
              </a:extLst>
            </a:blip>
            <a:stretch>
              <a:fillRect/>
            </a:stretch>
          </p:blipFill>
          <p:spPr>
            <a:xfrm>
              <a:off x="4631620" y="2066328"/>
              <a:ext cx="126848" cy="43407"/>
            </a:xfrm>
            <a:prstGeom prst="rect">
              <a:avLst/>
            </a:prstGeom>
          </p:spPr>
        </p:pic>
        <p:pic>
          <p:nvPicPr>
            <p:cNvPr id="218" name="Line 34 (Stroke) [Figma 9970:34041]" descr="Line 34 (Stroke). градиент">
              <a:extLst>
                <a:ext uri="{FF2B5EF4-FFF2-40B4-BE49-F238E27FC236}">
                  <a16:creationId xmlns:a16="http://schemas.microsoft.com/office/drawing/2014/main" id="{48C0B0D5-F976-4FDE-A026-3F0791C369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8">
              <a:extLst>
                <a:ext uri="{96DAC541-7B7A-43D3-8B79-37D633B846F1}">
                  <asvg:svgBlip xmlns:asvg="http://schemas.microsoft.com/office/drawing/2016/SVG/main" r:embed="rId80"/>
                </a:ext>
              </a:extLst>
            </a:blip>
            <a:stretch>
              <a:fillRect/>
            </a:stretch>
          </p:blipFill>
          <p:spPr>
            <a:xfrm>
              <a:off x="4631620" y="2275277"/>
              <a:ext cx="126848" cy="43407"/>
            </a:xfrm>
            <a:prstGeom prst="rect">
              <a:avLst/>
            </a:prstGeom>
          </p:spPr>
        </p:pic>
        <p:pic>
          <p:nvPicPr>
            <p:cNvPr id="219" name="Line 35 (Stroke) [Figma 9970:34042]" descr="Line 35 (Stroke). градиент">
              <a:extLst>
                <a:ext uri="{FF2B5EF4-FFF2-40B4-BE49-F238E27FC236}">
                  <a16:creationId xmlns:a16="http://schemas.microsoft.com/office/drawing/2014/main" id="{030C03D9-B750-4FEE-BC1E-4E563596A322}"/>
                </a:ext>
              </a:extLst>
            </p:cNvPr>
            <p:cNvPicPr>
              <a:picLocks noChangeAspect="1"/>
            </p:cNvPicPr>
            <p:nvPr/>
          </p:nvPicPr>
          <p:blipFill>
            <a:blip r:embed="rId78">
              <a:extLst>
                <a:ext uri="{96DAC541-7B7A-43D3-8B79-37D633B846F1}">
                  <asvg:svgBlip xmlns:asvg="http://schemas.microsoft.com/office/drawing/2016/SVG/main" r:embed="rId81"/>
                </a:ext>
              </a:extLst>
            </a:blip>
            <a:stretch>
              <a:fillRect/>
            </a:stretch>
          </p:blipFill>
          <p:spPr>
            <a:xfrm>
              <a:off x="4631620" y="2484375"/>
              <a:ext cx="126848" cy="43407"/>
            </a:xfrm>
            <a:prstGeom prst="rect">
              <a:avLst/>
            </a:prstGeom>
          </p:spPr>
        </p:pic>
        <p:pic>
          <p:nvPicPr>
            <p:cNvPr id="220" name="Line 29 (Stroke) [Figma 9970:34043]" descr="Line 29 (Stroke). векторный контур">
              <a:extLst>
                <a:ext uri="{FF2B5EF4-FFF2-40B4-BE49-F238E27FC236}">
                  <a16:creationId xmlns:a16="http://schemas.microsoft.com/office/drawing/2014/main" id="{35B4B1E2-84F0-41D8-AFA4-5BAB2BD22CB5}"/>
                </a:ext>
              </a:extLst>
            </p:cNvPr>
            <p:cNvPicPr>
              <a:picLocks noChangeAspect="1"/>
            </p:cNvPicPr>
            <p:nvPr/>
          </p:nvPicPr>
          <p:blipFill>
            <a:blip r:embed="rId82">
              <a:extLst>
                <a:ext uri="{96DAC541-7B7A-43D3-8B79-37D633B846F1}">
                  <asvg:svgBlip xmlns:asvg="http://schemas.microsoft.com/office/drawing/2016/SVG/main" r:embed="rId83"/>
                </a:ext>
              </a:extLst>
            </a:blip>
            <a:stretch>
              <a:fillRect/>
            </a:stretch>
          </p:blipFill>
          <p:spPr>
            <a:xfrm>
              <a:off x="4332868" y="1954908"/>
              <a:ext cx="44027" cy="79522"/>
            </a:xfrm>
            <a:prstGeom prst="rect">
              <a:avLst/>
            </a:prstGeom>
          </p:spPr>
        </p:pic>
        <p:pic>
          <p:nvPicPr>
            <p:cNvPr id="221" name="Line 30 (Stroke) [Figma 9970:34044]" descr="Line 30 (Stroke). векторный контур">
              <a:extLst>
                <a:ext uri="{FF2B5EF4-FFF2-40B4-BE49-F238E27FC236}">
                  <a16:creationId xmlns:a16="http://schemas.microsoft.com/office/drawing/2014/main" id="{0CECC881-06A0-4027-AB27-DA730BD0E942}"/>
                </a:ext>
              </a:extLst>
            </p:cNvPr>
            <p:cNvPicPr>
              <a:picLocks noChangeAspect="1"/>
            </p:cNvPicPr>
            <p:nvPr/>
          </p:nvPicPr>
          <p:blipFill>
            <a:blip r:embed="rId82">
              <a:extLst>
                <a:ext uri="{96DAC541-7B7A-43D3-8B79-37D633B846F1}">
                  <asvg:svgBlip xmlns:asvg="http://schemas.microsoft.com/office/drawing/2016/SVG/main" r:embed="rId83"/>
                </a:ext>
              </a:extLst>
            </a:blip>
            <a:stretch>
              <a:fillRect/>
            </a:stretch>
          </p:blipFill>
          <p:spPr>
            <a:xfrm>
              <a:off x="4393991" y="1954908"/>
              <a:ext cx="44027" cy="79522"/>
            </a:xfrm>
            <a:prstGeom prst="rect">
              <a:avLst/>
            </a:prstGeom>
          </p:spPr>
        </p:pic>
      </p:grpSp>
      <p:grpSp>
        <p:nvGrpSpPr>
          <p:cNvPr id="222" name="Группа 221">
            <a:extLst>
              <a:ext uri="{FF2B5EF4-FFF2-40B4-BE49-F238E27FC236}">
                <a16:creationId xmlns:a16="http://schemas.microsoft.com/office/drawing/2014/main" id="{8250AD60-E493-412F-B0B8-B1D30CE6FD9D}"/>
              </a:ext>
            </a:extLst>
          </p:cNvPr>
          <p:cNvGrpSpPr/>
          <p:nvPr/>
        </p:nvGrpSpPr>
        <p:grpSpPr>
          <a:xfrm>
            <a:off x="4289095" y="3921473"/>
            <a:ext cx="538887" cy="639895"/>
            <a:chOff x="4289095" y="3921473"/>
            <a:chExt cx="538887" cy="639895"/>
          </a:xfrm>
        </p:grpSpPr>
        <p:pic>
          <p:nvPicPr>
            <p:cNvPr id="223" name="Rectangle 240663296 (Stroke) [Figma 9970:34080]" descr="Rectangle 240663296 (Stroke). векторный контур">
              <a:extLst>
                <a:ext uri="{FF2B5EF4-FFF2-40B4-BE49-F238E27FC236}">
                  <a16:creationId xmlns:a16="http://schemas.microsoft.com/office/drawing/2014/main" id="{BBA0A948-25C9-4C6F-B3CD-8D84BB574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63">
              <a:extLst>
                <a:ext uri="{96DAC541-7B7A-43D3-8B79-37D633B846F1}">
                  <asvg:svgBlip xmlns:asvg="http://schemas.microsoft.com/office/drawing/2016/SVG/main" r:embed="rId64"/>
                </a:ext>
              </a:extLst>
            </a:blip>
            <a:stretch>
              <a:fillRect/>
            </a:stretch>
          </p:blipFill>
          <p:spPr>
            <a:xfrm>
              <a:off x="4289727" y="3958680"/>
              <a:ext cx="537622" cy="183798"/>
            </a:xfrm>
            <a:prstGeom prst="rect">
              <a:avLst/>
            </a:prstGeom>
          </p:spPr>
        </p:pic>
        <p:pic>
          <p:nvPicPr>
            <p:cNvPr id="224" name="Rectangle 240663297 (Stroke) [Figma 9970:34081]" descr="Rectangle 240663297 (Stroke). векторный контур">
              <a:extLst>
                <a:ext uri="{FF2B5EF4-FFF2-40B4-BE49-F238E27FC236}">
                  <a16:creationId xmlns:a16="http://schemas.microsoft.com/office/drawing/2014/main" id="{D73C5650-5EBD-438B-92D7-9783B40A84AE}"/>
                </a:ext>
              </a:extLst>
            </p:cNvPr>
            <p:cNvPicPr>
              <a:picLocks noChangeAspect="1"/>
            </p:cNvPicPr>
            <p:nvPr/>
          </p:nvPicPr>
          <p:blipFill>
            <a:blip r:embed="rId65">
              <a:extLst>
                <a:ext uri="{96DAC541-7B7A-43D3-8B79-37D633B846F1}">
                  <asvg:svgBlip xmlns:asvg="http://schemas.microsoft.com/office/drawing/2016/SVG/main" r:embed="rId66"/>
                </a:ext>
              </a:extLst>
            </a:blip>
            <a:stretch>
              <a:fillRect/>
            </a:stretch>
          </p:blipFill>
          <p:spPr>
            <a:xfrm>
              <a:off x="4289095" y="4167183"/>
              <a:ext cx="538887" cy="185038"/>
            </a:xfrm>
            <a:prstGeom prst="rect">
              <a:avLst/>
            </a:prstGeom>
          </p:spPr>
        </p:pic>
        <p:pic>
          <p:nvPicPr>
            <p:cNvPr id="225" name="Rectangle 240663298 (Stroke) [Figma 9970:34082]" descr="Rectangle 240663298 (Stroke). векторный контур">
              <a:extLst>
                <a:ext uri="{FF2B5EF4-FFF2-40B4-BE49-F238E27FC236}">
                  <a16:creationId xmlns:a16="http://schemas.microsoft.com/office/drawing/2014/main" id="{6C6CB03F-3477-4467-96B4-AB24D48505A0}"/>
                </a:ext>
              </a:extLst>
            </p:cNvPr>
            <p:cNvPicPr>
              <a:picLocks noChangeAspect="1"/>
            </p:cNvPicPr>
            <p:nvPr/>
          </p:nvPicPr>
          <p:blipFill>
            <a:blip r:embed="rId65">
              <a:extLst>
                <a:ext uri="{96DAC541-7B7A-43D3-8B79-37D633B846F1}">
                  <asvg:svgBlip xmlns:asvg="http://schemas.microsoft.com/office/drawing/2016/SVG/main" r:embed="rId66"/>
                </a:ext>
              </a:extLst>
            </a:blip>
            <a:stretch>
              <a:fillRect/>
            </a:stretch>
          </p:blipFill>
          <p:spPr>
            <a:xfrm>
              <a:off x="4289095" y="4376330"/>
              <a:ext cx="538887" cy="185038"/>
            </a:xfrm>
            <a:prstGeom prst="rect">
              <a:avLst/>
            </a:prstGeom>
          </p:spPr>
        </p:pic>
        <p:pic>
          <p:nvPicPr>
            <p:cNvPr id="226" name="Line 31 (Stroke) [Figma 9970:34083]" descr="Line 31 (Stroke). векторный контур">
              <a:extLst>
                <a:ext uri="{FF2B5EF4-FFF2-40B4-BE49-F238E27FC236}">
                  <a16:creationId xmlns:a16="http://schemas.microsoft.com/office/drawing/2014/main" id="{A78FE4B3-B302-4B9A-978F-96E7559A6999}"/>
                </a:ext>
              </a:extLst>
            </p:cNvPr>
            <p:cNvPicPr>
              <a:picLocks noChangeAspect="1"/>
            </p:cNvPicPr>
            <p:nvPr/>
          </p:nvPicPr>
          <p:blipFill>
            <a:blip r:embed="rId84">
              <a:extLst>
                <a:ext uri="{96DAC541-7B7A-43D3-8B79-37D633B846F1}">
                  <asvg:svgBlip xmlns:asvg="http://schemas.microsoft.com/office/drawing/2016/SVG/main" r:embed="rId85"/>
                </a:ext>
              </a:extLst>
            </a:blip>
            <a:stretch>
              <a:fillRect/>
            </a:stretch>
          </p:blipFill>
          <p:spPr>
            <a:xfrm>
              <a:off x="4364673" y="4025055"/>
              <a:ext cx="51332" cy="51344"/>
            </a:xfrm>
            <a:prstGeom prst="rect">
              <a:avLst/>
            </a:prstGeom>
          </p:spPr>
        </p:pic>
        <p:pic>
          <p:nvPicPr>
            <p:cNvPr id="227" name="Line 31 (Stroke) [Figma 9970:34084]" descr="Line 31 (Stroke). векторный контур">
              <a:extLst>
                <a:ext uri="{FF2B5EF4-FFF2-40B4-BE49-F238E27FC236}">
                  <a16:creationId xmlns:a16="http://schemas.microsoft.com/office/drawing/2014/main" id="{35D1468E-15AA-4DFB-BC82-E1101CF7C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84">
              <a:extLst>
                <a:ext uri="{96DAC541-7B7A-43D3-8B79-37D633B846F1}">
                  <asvg:svgBlip xmlns:asvg="http://schemas.microsoft.com/office/drawing/2016/SVG/main" r:embed="rId85"/>
                </a:ext>
              </a:extLst>
            </a:blip>
            <a:stretch>
              <a:fillRect/>
            </a:stretch>
          </p:blipFill>
          <p:spPr>
            <a:xfrm>
              <a:off x="4432902" y="4025055"/>
              <a:ext cx="51332" cy="51344"/>
            </a:xfrm>
            <a:prstGeom prst="rect">
              <a:avLst/>
            </a:prstGeom>
          </p:spPr>
        </p:pic>
        <p:pic>
          <p:nvPicPr>
            <p:cNvPr id="228" name="Line 31 (Stroke) [Figma 9970:34085]" descr="Line 31 (Stroke). векторный контур">
              <a:extLst>
                <a:ext uri="{FF2B5EF4-FFF2-40B4-BE49-F238E27FC236}">
                  <a16:creationId xmlns:a16="http://schemas.microsoft.com/office/drawing/2014/main" id="{FE8F6A8B-A69E-4DF1-A4F7-9DD94836E2EC}"/>
                </a:ext>
              </a:extLst>
            </p:cNvPr>
            <p:cNvPicPr>
              <a:picLocks noChangeAspect="1"/>
            </p:cNvPicPr>
            <p:nvPr/>
          </p:nvPicPr>
          <p:blipFill>
            <a:blip r:embed="rId84">
              <a:extLst>
                <a:ext uri="{96DAC541-7B7A-43D3-8B79-37D633B846F1}">
                  <asvg:svgBlip xmlns:asvg="http://schemas.microsoft.com/office/drawing/2016/SVG/main" r:embed="rId85"/>
                </a:ext>
              </a:extLst>
            </a:blip>
            <a:stretch>
              <a:fillRect/>
            </a:stretch>
          </p:blipFill>
          <p:spPr>
            <a:xfrm>
              <a:off x="4364673" y="4234005"/>
              <a:ext cx="51332" cy="51344"/>
            </a:xfrm>
            <a:prstGeom prst="rect">
              <a:avLst/>
            </a:prstGeom>
          </p:spPr>
        </p:pic>
        <p:pic>
          <p:nvPicPr>
            <p:cNvPr id="229" name="Line 31 (Stroke) [Figma 9970:34086]" descr="Line 31 (Stroke). векторный контур">
              <a:extLst>
                <a:ext uri="{FF2B5EF4-FFF2-40B4-BE49-F238E27FC236}">
                  <a16:creationId xmlns:a16="http://schemas.microsoft.com/office/drawing/2014/main" id="{24888C9B-8865-402B-B0D6-B4984D2E3781}"/>
                </a:ext>
              </a:extLst>
            </p:cNvPr>
            <p:cNvPicPr>
              <a:picLocks noChangeAspect="1"/>
            </p:cNvPicPr>
            <p:nvPr/>
          </p:nvPicPr>
          <p:blipFill>
            <a:blip r:embed="rId84">
              <a:extLst>
                <a:ext uri="{96DAC541-7B7A-43D3-8B79-37D633B846F1}">
                  <asvg:svgBlip xmlns:asvg="http://schemas.microsoft.com/office/drawing/2016/SVG/main" r:embed="rId85"/>
                </a:ext>
              </a:extLst>
            </a:blip>
            <a:stretch>
              <a:fillRect/>
            </a:stretch>
          </p:blipFill>
          <p:spPr>
            <a:xfrm>
              <a:off x="4432902" y="4234005"/>
              <a:ext cx="51332" cy="51344"/>
            </a:xfrm>
            <a:prstGeom prst="rect">
              <a:avLst/>
            </a:prstGeom>
          </p:spPr>
        </p:pic>
        <p:pic>
          <p:nvPicPr>
            <p:cNvPr id="230" name="Line 31 (Stroke) [Figma 9970:34087]" descr="Line 31 (Stroke). векторный контур">
              <a:extLst>
                <a:ext uri="{FF2B5EF4-FFF2-40B4-BE49-F238E27FC236}">
                  <a16:creationId xmlns:a16="http://schemas.microsoft.com/office/drawing/2014/main" id="{B04B684D-7148-4D8A-A48A-902FB80C28BD}"/>
                </a:ext>
              </a:extLst>
            </p:cNvPr>
            <p:cNvPicPr>
              <a:picLocks noChangeAspect="1"/>
            </p:cNvPicPr>
            <p:nvPr/>
          </p:nvPicPr>
          <p:blipFill>
            <a:blip r:embed="rId84">
              <a:extLst>
                <a:ext uri="{96DAC541-7B7A-43D3-8B79-37D633B846F1}">
                  <asvg:svgBlip xmlns:asvg="http://schemas.microsoft.com/office/drawing/2016/SVG/main" r:embed="rId85"/>
                </a:ext>
              </a:extLst>
            </a:blip>
            <a:stretch>
              <a:fillRect/>
            </a:stretch>
          </p:blipFill>
          <p:spPr>
            <a:xfrm>
              <a:off x="4364673" y="4443103"/>
              <a:ext cx="51332" cy="51344"/>
            </a:xfrm>
            <a:prstGeom prst="rect">
              <a:avLst/>
            </a:prstGeom>
          </p:spPr>
        </p:pic>
        <p:pic>
          <p:nvPicPr>
            <p:cNvPr id="231" name="Line 31 (Stroke) [Figma 9970:34088]" descr="Line 31 (Stroke). векторный контур">
              <a:extLst>
                <a:ext uri="{FF2B5EF4-FFF2-40B4-BE49-F238E27FC236}">
                  <a16:creationId xmlns:a16="http://schemas.microsoft.com/office/drawing/2014/main" id="{F27AA9B9-75F1-4B0C-93E0-ADAAD8EF05F4}"/>
                </a:ext>
              </a:extLst>
            </p:cNvPr>
            <p:cNvPicPr>
              <a:picLocks noChangeAspect="1"/>
            </p:cNvPicPr>
            <p:nvPr/>
          </p:nvPicPr>
          <p:blipFill>
            <a:blip r:embed="rId84">
              <a:extLst>
                <a:ext uri="{96DAC541-7B7A-43D3-8B79-37D633B846F1}">
                  <asvg:svgBlip xmlns:asvg="http://schemas.microsoft.com/office/drawing/2016/SVG/main" r:embed="rId85"/>
                </a:ext>
              </a:extLst>
            </a:blip>
            <a:stretch>
              <a:fillRect/>
            </a:stretch>
          </p:blipFill>
          <p:spPr>
            <a:xfrm>
              <a:off x="4432902" y="4443103"/>
              <a:ext cx="51332" cy="51344"/>
            </a:xfrm>
            <a:prstGeom prst="rect">
              <a:avLst/>
            </a:prstGeom>
          </p:spPr>
        </p:pic>
        <p:pic>
          <p:nvPicPr>
            <p:cNvPr id="232" name="Line 29 (Stroke) [Figma 9970:34089]" descr="Line 29 (Stroke). векторный контур">
              <a:extLst>
                <a:ext uri="{FF2B5EF4-FFF2-40B4-BE49-F238E27FC236}">
                  <a16:creationId xmlns:a16="http://schemas.microsoft.com/office/drawing/2014/main" id="{2437AA59-C71C-4373-8F21-391B027B2B17}"/>
                </a:ext>
              </a:extLst>
            </p:cNvPr>
            <p:cNvPicPr>
              <a:picLocks noChangeAspect="1"/>
            </p:cNvPicPr>
            <p:nvPr/>
          </p:nvPicPr>
          <p:blipFill>
            <a:blip r:embed="rId74">
              <a:extLst>
                <a:ext uri="{96DAC541-7B7A-43D3-8B79-37D633B846F1}">
                  <asvg:svgBlip xmlns:asvg="http://schemas.microsoft.com/office/drawing/2016/SVG/main" r:embed="rId75"/>
                </a:ext>
              </a:extLst>
            </a:blip>
            <a:stretch>
              <a:fillRect/>
            </a:stretch>
          </p:blipFill>
          <p:spPr>
            <a:xfrm>
              <a:off x="4329209" y="4127000"/>
              <a:ext cx="43401" cy="57545"/>
            </a:xfrm>
            <a:prstGeom prst="rect">
              <a:avLst/>
            </a:prstGeom>
          </p:spPr>
        </p:pic>
        <p:pic>
          <p:nvPicPr>
            <p:cNvPr id="233" name="Line 32 (Stroke) [Figma 9970:34090]" descr="Line 32 (Stroke). векторный контур">
              <a:extLst>
                <a:ext uri="{FF2B5EF4-FFF2-40B4-BE49-F238E27FC236}">
                  <a16:creationId xmlns:a16="http://schemas.microsoft.com/office/drawing/2014/main" id="{B85F84EE-4DD3-4812-9B43-F88DABEBC30C}"/>
                </a:ext>
              </a:extLst>
            </p:cNvPr>
            <p:cNvPicPr>
              <a:picLocks noChangeAspect="1"/>
            </p:cNvPicPr>
            <p:nvPr/>
          </p:nvPicPr>
          <p:blipFill>
            <a:blip r:embed="rId76">
              <a:extLst>
                <a:ext uri="{96DAC541-7B7A-43D3-8B79-37D633B846F1}">
                  <asvg:svgBlip xmlns:asvg="http://schemas.microsoft.com/office/drawing/2016/SVG/main" r:embed="rId77"/>
                </a:ext>
              </a:extLst>
            </a:blip>
            <a:stretch>
              <a:fillRect/>
            </a:stretch>
          </p:blipFill>
          <p:spPr>
            <a:xfrm>
              <a:off x="4329209" y="4339372"/>
              <a:ext cx="44033" cy="57545"/>
            </a:xfrm>
            <a:prstGeom prst="rect">
              <a:avLst/>
            </a:prstGeom>
          </p:spPr>
        </p:pic>
        <p:pic>
          <p:nvPicPr>
            <p:cNvPr id="234" name="Line 30 (Stroke) [Figma 9970:34091]" descr="Line 30 (Stroke). векторный контур">
              <a:extLst>
                <a:ext uri="{FF2B5EF4-FFF2-40B4-BE49-F238E27FC236}">
                  <a16:creationId xmlns:a16="http://schemas.microsoft.com/office/drawing/2014/main" id="{9FDCB63A-8E42-4711-BB79-4B53289953F1}"/>
                </a:ext>
              </a:extLst>
            </p:cNvPr>
            <p:cNvPicPr>
              <a:picLocks noChangeAspect="1"/>
            </p:cNvPicPr>
            <p:nvPr/>
          </p:nvPicPr>
          <p:blipFill>
            <a:blip r:embed="rId76">
              <a:extLst>
                <a:ext uri="{96DAC541-7B7A-43D3-8B79-37D633B846F1}">
                  <asvg:svgBlip xmlns:asvg="http://schemas.microsoft.com/office/drawing/2016/SVG/main" r:embed="rId77"/>
                </a:ext>
              </a:extLst>
            </a:blip>
            <a:stretch>
              <a:fillRect/>
            </a:stretch>
          </p:blipFill>
          <p:spPr>
            <a:xfrm>
              <a:off x="4739158" y="4127000"/>
              <a:ext cx="44033" cy="57545"/>
            </a:xfrm>
            <a:prstGeom prst="rect">
              <a:avLst/>
            </a:prstGeom>
          </p:spPr>
        </p:pic>
        <p:pic>
          <p:nvPicPr>
            <p:cNvPr id="235" name="Line 31 (Stroke) [Figma 9970:34092]" descr="Line 31 (Stroke). векторный контур">
              <a:extLst>
                <a:ext uri="{FF2B5EF4-FFF2-40B4-BE49-F238E27FC236}">
                  <a16:creationId xmlns:a16="http://schemas.microsoft.com/office/drawing/2014/main" id="{C50E1F92-7F8D-4922-855D-AED2C77ED6A8}"/>
                </a:ext>
              </a:extLst>
            </p:cNvPr>
            <p:cNvPicPr>
              <a:picLocks noChangeAspect="1"/>
            </p:cNvPicPr>
            <p:nvPr/>
          </p:nvPicPr>
          <p:blipFill>
            <a:blip r:embed="rId76">
              <a:extLst>
                <a:ext uri="{96DAC541-7B7A-43D3-8B79-37D633B846F1}">
                  <asvg:svgBlip xmlns:asvg="http://schemas.microsoft.com/office/drawing/2016/SVG/main" r:embed="rId77"/>
                </a:ext>
              </a:extLst>
            </a:blip>
            <a:stretch>
              <a:fillRect/>
            </a:stretch>
          </p:blipFill>
          <p:spPr>
            <a:xfrm>
              <a:off x="4739158" y="4344432"/>
              <a:ext cx="44033" cy="57545"/>
            </a:xfrm>
            <a:prstGeom prst="rect">
              <a:avLst/>
            </a:prstGeom>
          </p:spPr>
        </p:pic>
        <p:pic>
          <p:nvPicPr>
            <p:cNvPr id="236" name="Line 33 (Stroke) [Figma 9970:34093]" descr="Line 33 (Stroke). векторный контур">
              <a:extLst>
                <a:ext uri="{FF2B5EF4-FFF2-40B4-BE49-F238E27FC236}">
                  <a16:creationId xmlns:a16="http://schemas.microsoft.com/office/drawing/2014/main" id="{01E4C840-9B21-44FA-AC71-E15081B88F58}"/>
                </a:ext>
              </a:extLst>
            </p:cNvPr>
            <p:cNvPicPr>
              <a:picLocks noChangeAspect="1"/>
            </p:cNvPicPr>
            <p:nvPr/>
          </p:nvPicPr>
          <p:blipFill>
            <a:blip r:embed="rId86">
              <a:extLst>
                <a:ext uri="{96DAC541-7B7A-43D3-8B79-37D633B846F1}">
                  <asvg:svgBlip xmlns:asvg="http://schemas.microsoft.com/office/drawing/2016/SVG/main" r:embed="rId87"/>
                </a:ext>
              </a:extLst>
            </a:blip>
            <a:stretch>
              <a:fillRect/>
            </a:stretch>
          </p:blipFill>
          <p:spPr>
            <a:xfrm>
              <a:off x="4631620" y="4032943"/>
              <a:ext cx="126848" cy="43407"/>
            </a:xfrm>
            <a:prstGeom prst="rect">
              <a:avLst/>
            </a:prstGeom>
          </p:spPr>
        </p:pic>
        <p:pic>
          <p:nvPicPr>
            <p:cNvPr id="237" name="Line 34 (Stroke) [Figma 9970:34094]" descr="Line 34 (Stroke). векторный контур">
              <a:extLst>
                <a:ext uri="{FF2B5EF4-FFF2-40B4-BE49-F238E27FC236}">
                  <a16:creationId xmlns:a16="http://schemas.microsoft.com/office/drawing/2014/main" id="{BFA5E1DA-5988-49D0-8020-9A5D0699D120}"/>
                </a:ext>
              </a:extLst>
            </p:cNvPr>
            <p:cNvPicPr>
              <a:picLocks noChangeAspect="1"/>
            </p:cNvPicPr>
            <p:nvPr/>
          </p:nvPicPr>
          <p:blipFill>
            <a:blip r:embed="rId86">
              <a:extLst>
                <a:ext uri="{96DAC541-7B7A-43D3-8B79-37D633B846F1}">
                  <asvg:svgBlip xmlns:asvg="http://schemas.microsoft.com/office/drawing/2016/SVG/main" r:embed="rId87"/>
                </a:ext>
              </a:extLst>
            </a:blip>
            <a:stretch>
              <a:fillRect/>
            </a:stretch>
          </p:blipFill>
          <p:spPr>
            <a:xfrm>
              <a:off x="4631620" y="4241892"/>
              <a:ext cx="126848" cy="43407"/>
            </a:xfrm>
            <a:prstGeom prst="rect">
              <a:avLst/>
            </a:prstGeom>
          </p:spPr>
        </p:pic>
        <p:pic>
          <p:nvPicPr>
            <p:cNvPr id="238" name="Line 35 (Stroke) [Figma 9970:34095]" descr="Line 35 (Stroke). векторный контур">
              <a:extLst>
                <a:ext uri="{FF2B5EF4-FFF2-40B4-BE49-F238E27FC236}">
                  <a16:creationId xmlns:a16="http://schemas.microsoft.com/office/drawing/2014/main" id="{73295B31-96EA-43EF-8046-F841BFE32720}"/>
                </a:ext>
              </a:extLst>
            </p:cNvPr>
            <p:cNvPicPr>
              <a:picLocks noChangeAspect="1"/>
            </p:cNvPicPr>
            <p:nvPr/>
          </p:nvPicPr>
          <p:blipFill>
            <a:blip r:embed="rId86">
              <a:extLst>
                <a:ext uri="{96DAC541-7B7A-43D3-8B79-37D633B846F1}">
                  <asvg:svgBlip xmlns:asvg="http://schemas.microsoft.com/office/drawing/2016/SVG/main" r:embed="rId87"/>
                </a:ext>
              </a:extLst>
            </a:blip>
            <a:stretch>
              <a:fillRect/>
            </a:stretch>
          </p:blipFill>
          <p:spPr>
            <a:xfrm>
              <a:off x="4631620" y="4450991"/>
              <a:ext cx="126848" cy="43407"/>
            </a:xfrm>
            <a:prstGeom prst="rect">
              <a:avLst/>
            </a:prstGeom>
          </p:spPr>
        </p:pic>
        <p:pic>
          <p:nvPicPr>
            <p:cNvPr id="239" name="Line 29 (Stroke) [Figma 9970:34096]" descr="Line 29 (Stroke). векторный контур">
              <a:extLst>
                <a:ext uri="{FF2B5EF4-FFF2-40B4-BE49-F238E27FC236}">
                  <a16:creationId xmlns:a16="http://schemas.microsoft.com/office/drawing/2014/main" id="{D5E33DE5-1778-4FB3-85A9-BDD2D65DBCC6}"/>
                </a:ext>
              </a:extLst>
            </p:cNvPr>
            <p:cNvPicPr>
              <a:picLocks noChangeAspect="1"/>
            </p:cNvPicPr>
            <p:nvPr/>
          </p:nvPicPr>
          <p:blipFill>
            <a:blip r:embed="rId82">
              <a:extLst>
                <a:ext uri="{96DAC541-7B7A-43D3-8B79-37D633B846F1}">
                  <asvg:svgBlip xmlns:asvg="http://schemas.microsoft.com/office/drawing/2016/SVG/main" r:embed="rId83"/>
                </a:ext>
              </a:extLst>
            </a:blip>
            <a:stretch>
              <a:fillRect/>
            </a:stretch>
          </p:blipFill>
          <p:spPr>
            <a:xfrm>
              <a:off x="4332868" y="3921473"/>
              <a:ext cx="44027" cy="79522"/>
            </a:xfrm>
            <a:prstGeom prst="rect">
              <a:avLst/>
            </a:prstGeom>
          </p:spPr>
        </p:pic>
        <p:pic>
          <p:nvPicPr>
            <p:cNvPr id="240" name="Line 30 (Stroke) [Figma 9970:34097]" descr="Line 30 (Stroke). векторный контур">
              <a:extLst>
                <a:ext uri="{FF2B5EF4-FFF2-40B4-BE49-F238E27FC236}">
                  <a16:creationId xmlns:a16="http://schemas.microsoft.com/office/drawing/2014/main" id="{0E74190E-885B-40FD-BD12-87A953C9890C}"/>
                </a:ext>
              </a:extLst>
            </p:cNvPr>
            <p:cNvPicPr>
              <a:picLocks noChangeAspect="1"/>
            </p:cNvPicPr>
            <p:nvPr/>
          </p:nvPicPr>
          <p:blipFill>
            <a:blip r:embed="rId82">
              <a:extLst>
                <a:ext uri="{96DAC541-7B7A-43D3-8B79-37D633B846F1}">
                  <asvg:svgBlip xmlns:asvg="http://schemas.microsoft.com/office/drawing/2016/SVG/main" r:embed="rId83"/>
                </a:ext>
              </a:extLst>
            </a:blip>
            <a:stretch>
              <a:fillRect/>
            </a:stretch>
          </p:blipFill>
          <p:spPr>
            <a:xfrm>
              <a:off x="4393991" y="3921473"/>
              <a:ext cx="44027" cy="7952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to-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Группа 72">
            <a:extLst>
              <a:ext uri="{FF2B5EF4-FFF2-40B4-BE49-F238E27FC236}">
                <a16:creationId xmlns:a16="http://schemas.microsoft.com/office/drawing/2014/main" id="{FB322658-129E-4A67-8866-3E0D94AC2542}"/>
              </a:ext>
            </a:extLst>
          </p:cNvPr>
          <p:cNvGrpSpPr/>
          <p:nvPr/>
        </p:nvGrpSpPr>
        <p:grpSpPr>
          <a:xfrm>
            <a:off x="660024" y="2042268"/>
            <a:ext cx="518054" cy="475196"/>
            <a:chOff x="660024" y="2042268"/>
            <a:chExt cx="518054" cy="475196"/>
          </a:xfrm>
        </p:grpSpPr>
        <p:pic>
          <p:nvPicPr>
            <p:cNvPr id="9" name="Vector [Figma I9887:67766;7965:11745]" descr="Vector. векторный контур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0024" y="2042268"/>
              <a:ext cx="341831" cy="475196"/>
            </a:xfrm>
            <a:prstGeom prst="rect">
              <a:avLst/>
            </a:prstGeom>
          </p:spPr>
        </p:pic>
        <p:pic>
          <p:nvPicPr>
            <p:cNvPr id="10" name="Union [Figma I9887:67766;7965:11746]" descr="Union. градиент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53552" y="2042268"/>
              <a:ext cx="224526" cy="475196"/>
            </a:xfrm>
            <a:prstGeom prst="rect">
              <a:avLst/>
            </a:prstGeom>
          </p:spPr>
        </p:pic>
      </p:grpSp>
      <p:grpSp>
        <p:nvGrpSpPr>
          <p:cNvPr id="74" name="Группа 73">
            <a:extLst>
              <a:ext uri="{FF2B5EF4-FFF2-40B4-BE49-F238E27FC236}">
                <a16:creationId xmlns:a16="http://schemas.microsoft.com/office/drawing/2014/main" id="{88896150-875B-4CA1-B866-FD6C7220FCB2}"/>
              </a:ext>
            </a:extLst>
          </p:cNvPr>
          <p:cNvGrpSpPr/>
          <p:nvPr/>
        </p:nvGrpSpPr>
        <p:grpSpPr>
          <a:xfrm>
            <a:off x="1834338" y="2024409"/>
            <a:ext cx="588923" cy="518058"/>
            <a:chOff x="1834338" y="2024409"/>
            <a:chExt cx="588923" cy="518058"/>
          </a:xfrm>
        </p:grpSpPr>
        <p:pic>
          <p:nvPicPr>
            <p:cNvPr id="12" name="Vector 23 (Stroke) [Figma I9887:67767;7965:11782]" descr="Vector 23 (Stroke). градиент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186224" y="2135134"/>
              <a:ext cx="237034" cy="48864"/>
            </a:xfrm>
            <a:prstGeom prst="rect">
              <a:avLst/>
            </a:prstGeom>
          </p:spPr>
        </p:pic>
        <p:pic>
          <p:nvPicPr>
            <p:cNvPr id="13" name="Vector 24 (Stroke) [Figma I9887:67767;7965:11783]" descr="Vector 24 (Stroke). градиент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230211" y="2257319"/>
              <a:ext cx="193050" cy="48864"/>
            </a:xfrm>
            <a:prstGeom prst="rect">
              <a:avLst/>
            </a:prstGeom>
          </p:spPr>
        </p:pic>
        <p:pic>
          <p:nvPicPr>
            <p:cNvPr id="14" name="Vector 25 (Stroke) [Figma I9887:67767;7965:11784]" descr="Vector 25 (Stroke). градиент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230211" y="2379504"/>
              <a:ext cx="193050" cy="48864"/>
            </a:xfrm>
            <a:prstGeom prst="rect">
              <a:avLst/>
            </a:prstGeom>
          </p:spPr>
        </p:pic>
        <p:pic>
          <p:nvPicPr>
            <p:cNvPr id="15" name="Vector [Figma I9887:67767;7965:11786]" descr="Vector. векторный контур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834338" y="2024409"/>
              <a:ext cx="374836" cy="518058"/>
            </a:xfrm>
            <a:prstGeom prst="rect">
              <a:avLst/>
            </a:prstGeom>
          </p:spPr>
        </p:pic>
      </p:grpSp>
      <p:grpSp>
        <p:nvGrpSpPr>
          <p:cNvPr id="75" name="Группа 74">
            <a:extLst>
              <a:ext uri="{FF2B5EF4-FFF2-40B4-BE49-F238E27FC236}">
                <a16:creationId xmlns:a16="http://schemas.microsoft.com/office/drawing/2014/main" id="{4366B659-FCB0-4133-A6C7-4E8B1C877E44}"/>
              </a:ext>
            </a:extLst>
          </p:cNvPr>
          <p:cNvGrpSpPr/>
          <p:nvPr/>
        </p:nvGrpSpPr>
        <p:grpSpPr>
          <a:xfrm>
            <a:off x="3040808" y="2020837"/>
            <a:ext cx="588923" cy="518058"/>
            <a:chOff x="3040808" y="2020837"/>
            <a:chExt cx="588923" cy="518058"/>
          </a:xfrm>
        </p:grpSpPr>
        <p:pic>
          <p:nvPicPr>
            <p:cNvPr id="17" name="Vector 24 (Stroke) [Figma I9887:67768;7965:11757]" descr="Vector 24 (Stroke). градиент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3508768" y="2183304"/>
              <a:ext cx="48873" cy="193025"/>
            </a:xfrm>
            <a:prstGeom prst="rect">
              <a:avLst/>
            </a:prstGeom>
          </p:spPr>
        </p:pic>
        <p:pic>
          <p:nvPicPr>
            <p:cNvPr id="18" name="Vector 25 (Stroke) [Figma I9887:67768;7965:11758]" descr="Vector 25 (Stroke). градиент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3436681" y="2255434"/>
              <a:ext cx="193050" cy="48864"/>
            </a:xfrm>
            <a:prstGeom prst="rect">
              <a:avLst/>
            </a:prstGeom>
          </p:spPr>
        </p:pic>
        <p:pic>
          <p:nvPicPr>
            <p:cNvPr id="19" name="Vector [Figma I9887:67768;7965:11760]" descr="Vector. векторный контур"/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3040808" y="2020837"/>
              <a:ext cx="374836" cy="518058"/>
            </a:xfrm>
            <a:prstGeom prst="rect">
              <a:avLst/>
            </a:prstGeom>
          </p:spPr>
        </p:pic>
      </p:grpSp>
      <p:grpSp>
        <p:nvGrpSpPr>
          <p:cNvPr id="76" name="Группа 75">
            <a:extLst>
              <a:ext uri="{FF2B5EF4-FFF2-40B4-BE49-F238E27FC236}">
                <a16:creationId xmlns:a16="http://schemas.microsoft.com/office/drawing/2014/main" id="{C21B174B-F27E-4C84-8B3E-180A372A70E3}"/>
              </a:ext>
            </a:extLst>
          </p:cNvPr>
          <p:cNvGrpSpPr/>
          <p:nvPr/>
        </p:nvGrpSpPr>
        <p:grpSpPr>
          <a:xfrm>
            <a:off x="4142574" y="1887490"/>
            <a:ext cx="792536" cy="792540"/>
            <a:chOff x="4142574" y="1887490"/>
            <a:chExt cx="792536" cy="792540"/>
          </a:xfrm>
        </p:grpSpPr>
        <p:sp>
          <p:nvSpPr>
            <p:cNvPr id="21" name="Ellipse 5017 [Figma I9887:67769;9557:13127]"/>
            <p:cNvSpPr/>
            <p:nvPr/>
          </p:nvSpPr>
          <p:spPr>
            <a:xfrm>
              <a:off x="4470366" y="2112364"/>
              <a:ext cx="138807" cy="137671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40665">
              <a:solidFill>
                <a:srgbClr val="204DD2">
                  <a:alpha val="50000"/>
                </a:srgbClr>
              </a:solidFill>
              <a:prstDash val="solid"/>
            </a:ln>
          </p:spPr>
        </p:sp>
        <p:pic>
          <p:nvPicPr>
            <p:cNvPr id="22" name="Ellipse 5018 [Figma I9887:67769;9557:13128]" descr="Ellipse 5018. градиент в обводке"/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4383694" y="2294823"/>
              <a:ext cx="312150" cy="188809"/>
            </a:xfrm>
            <a:prstGeom prst="rect">
              <a:avLst/>
            </a:prstGeom>
          </p:spPr>
        </p:pic>
        <p:sp>
          <p:nvSpPr>
            <p:cNvPr id="23" name="Ellipse 5019 [Figma I9887:67769;9557:13129]"/>
            <p:cNvSpPr/>
            <p:nvPr/>
          </p:nvSpPr>
          <p:spPr>
            <a:xfrm>
              <a:off x="4214378" y="1958026"/>
              <a:ext cx="648868" cy="648868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40665">
              <a:solidFill>
                <a:srgbClr val="0A2896"/>
              </a:solidFill>
              <a:prstDash val="solid"/>
            </a:ln>
          </p:spPr>
        </p:sp>
        <p:pic>
          <p:nvPicPr>
            <p:cNvPr id="24" name="Line 36 [Figma I9887:67769;9557:13130]" descr="Line 36. векторный контур"/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4518479" y="1887490"/>
              <a:ext cx="40666" cy="128832"/>
            </a:xfrm>
            <a:prstGeom prst="rect">
              <a:avLst/>
            </a:prstGeom>
          </p:spPr>
        </p:pic>
        <p:pic>
          <p:nvPicPr>
            <p:cNvPr id="25" name="Line 37 [Figma I9887:67769;9557:13131]" descr="Line 37. векторный контур"/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4518479" y="2551198"/>
              <a:ext cx="40666" cy="128832"/>
            </a:xfrm>
            <a:prstGeom prst="rect">
              <a:avLst/>
            </a:prstGeom>
          </p:spPr>
        </p:pic>
        <p:pic>
          <p:nvPicPr>
            <p:cNvPr id="26" name="Line 36 [Figma I9887:67769;9557:13132]" descr="Line 36. векторный контур"/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4806275" y="2263371"/>
              <a:ext cx="128835" cy="40679"/>
            </a:xfrm>
            <a:prstGeom prst="rect">
              <a:avLst/>
            </a:prstGeom>
          </p:spPr>
        </p:pic>
        <p:pic>
          <p:nvPicPr>
            <p:cNvPr id="27" name="Line 37 [Figma I9887:67769;9557:13133]" descr="Line 37. векторный контур"/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4142574" y="2263371"/>
              <a:ext cx="128835" cy="40679"/>
            </a:xfrm>
            <a:prstGeom prst="rect">
              <a:avLst/>
            </a:prstGeom>
          </p:spPr>
        </p:pic>
      </p:grpSp>
      <p:grpSp>
        <p:nvGrpSpPr>
          <p:cNvPr id="77" name="Группа 76">
            <a:extLst>
              <a:ext uri="{FF2B5EF4-FFF2-40B4-BE49-F238E27FC236}">
                <a16:creationId xmlns:a16="http://schemas.microsoft.com/office/drawing/2014/main" id="{A3AE3178-139E-4B7A-BB93-0F013364AF19}"/>
              </a:ext>
            </a:extLst>
          </p:cNvPr>
          <p:cNvGrpSpPr/>
          <p:nvPr/>
        </p:nvGrpSpPr>
        <p:grpSpPr>
          <a:xfrm>
            <a:off x="5472329" y="1993751"/>
            <a:ext cx="519373" cy="537057"/>
            <a:chOff x="5472329" y="1993751"/>
            <a:chExt cx="519373" cy="537057"/>
          </a:xfrm>
        </p:grpSpPr>
        <p:sp>
          <p:nvSpPr>
            <p:cNvPr id="29" name="Ellipse 5017 [Figma I9887:67770;9557:13111]"/>
            <p:cNvSpPr/>
            <p:nvPr/>
          </p:nvSpPr>
          <p:spPr>
            <a:xfrm>
              <a:off x="5585938" y="1993751"/>
              <a:ext cx="190781" cy="188098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43730">
              <a:solidFill>
                <a:srgbClr val="0A2896"/>
              </a:solidFill>
              <a:prstDash val="solid"/>
            </a:ln>
          </p:spPr>
        </p:sp>
        <p:pic>
          <p:nvPicPr>
            <p:cNvPr id="30" name="Ellipse 5018 [Figma I9887:67770;9557:13112]" descr="Ellipse 5018. векторный контур"/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5472329" y="2248935"/>
              <a:ext cx="320779" cy="280187"/>
            </a:xfrm>
            <a:prstGeom prst="rect">
              <a:avLst/>
            </a:prstGeom>
          </p:spPr>
        </p:pic>
        <p:pic>
          <p:nvPicPr>
            <p:cNvPr id="31" name="Vector 225 (Stroke) [Figma I9887:67770;9557:13113]" descr="Vector 225 (Stroke). градиент"/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5534966" y="2224974"/>
              <a:ext cx="456736" cy="305834"/>
            </a:xfrm>
            <a:prstGeom prst="rect">
              <a:avLst/>
            </a:prstGeom>
          </p:spPr>
        </p:pic>
      </p:grpSp>
      <p:grpSp>
        <p:nvGrpSpPr>
          <p:cNvPr id="78" name="Группа 77">
            <a:extLst>
              <a:ext uri="{FF2B5EF4-FFF2-40B4-BE49-F238E27FC236}">
                <a16:creationId xmlns:a16="http://schemas.microsoft.com/office/drawing/2014/main" id="{0BE2DBFC-E260-4BA2-9FA7-2E025D7D11D9}"/>
              </a:ext>
            </a:extLst>
          </p:cNvPr>
          <p:cNvGrpSpPr/>
          <p:nvPr/>
        </p:nvGrpSpPr>
        <p:grpSpPr>
          <a:xfrm>
            <a:off x="6584606" y="1988393"/>
            <a:ext cx="708860" cy="614000"/>
            <a:chOff x="6584606" y="1988393"/>
            <a:chExt cx="708860" cy="614000"/>
          </a:xfrm>
        </p:grpSpPr>
        <p:sp>
          <p:nvSpPr>
            <p:cNvPr id="33" name="Ellipse 5017 [Figma I9887:67771;9557:13156]"/>
            <p:cNvSpPr/>
            <p:nvPr/>
          </p:nvSpPr>
          <p:spPr>
            <a:xfrm>
              <a:off x="6737864" y="1988393"/>
              <a:ext cx="188727" cy="188727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44598">
              <a:solidFill>
                <a:srgbClr val="0A2896"/>
              </a:solidFill>
              <a:prstDash val="solid"/>
            </a:ln>
          </p:spPr>
        </p:sp>
        <p:pic>
          <p:nvPicPr>
            <p:cNvPr id="34" name="Ellipse 5018 [Figma I9887:67771;9557:13157]" descr="Ellipse 5018. векторный контур"/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6584606" y="2244917"/>
              <a:ext cx="269918" cy="283510"/>
            </a:xfrm>
            <a:prstGeom prst="rect">
              <a:avLst/>
            </a:prstGeom>
          </p:spPr>
        </p:pic>
        <p:pic>
          <p:nvPicPr>
            <p:cNvPr id="35" name="Vector [Figma I9887:67771;9557:13158]" descr="Vector. градиент в обводке"/>
            <p:cNvPicPr>
              <a:picLocks noChangeAspect="1"/>
            </p:cNvPicPr>
            <p:nvPr/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6875356" y="2237376"/>
              <a:ext cx="418110" cy="365017"/>
            </a:xfrm>
            <a:prstGeom prst="rect">
              <a:avLst/>
            </a:prstGeom>
          </p:spPr>
        </p:pic>
        <p:pic>
          <p:nvPicPr>
            <p:cNvPr id="36" name="Line 43 (Stroke) [Figma I9887:67771;9557:13160]" descr="Line 43 (Stroke). градиент"/>
            <p:cNvPicPr>
              <a:picLocks noChangeAspect="1"/>
            </p:cNvPicPr>
            <p:nvPr/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6978231" y="2361794"/>
              <a:ext cx="48315" cy="46433"/>
            </a:xfrm>
            <a:prstGeom prst="rect">
              <a:avLst/>
            </a:prstGeom>
          </p:spPr>
        </p:pic>
        <p:pic>
          <p:nvPicPr>
            <p:cNvPr id="37" name="Line 43 (Stroke) [Figma I9887:67771;9557:13161]" descr="Line 43 (Stroke). градиент"/>
            <p:cNvPicPr>
              <a:picLocks noChangeAspect="1"/>
            </p:cNvPicPr>
            <p:nvPr/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7060255" y="2361794"/>
              <a:ext cx="48315" cy="46433"/>
            </a:xfrm>
            <a:prstGeom prst="rect">
              <a:avLst/>
            </a:prstGeom>
          </p:spPr>
        </p:pic>
        <p:pic>
          <p:nvPicPr>
            <p:cNvPr id="38" name="Line 43 (Stroke) [Figma I9887:67771;9557:13162]" descr="Line 43 (Stroke). градиент"/>
            <p:cNvPicPr>
              <a:picLocks noChangeAspect="1"/>
            </p:cNvPicPr>
            <p:nvPr/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7142285" y="2361794"/>
              <a:ext cx="48315" cy="46433"/>
            </a:xfrm>
            <a:prstGeom prst="rect">
              <a:avLst/>
            </a:prstGeom>
          </p:spPr>
        </p:pic>
      </p:grpSp>
      <p:grpSp>
        <p:nvGrpSpPr>
          <p:cNvPr id="84" name="Группа 83">
            <a:extLst>
              <a:ext uri="{FF2B5EF4-FFF2-40B4-BE49-F238E27FC236}">
                <a16:creationId xmlns:a16="http://schemas.microsoft.com/office/drawing/2014/main" id="{41C45C98-E882-4C0A-888A-DADD43D746A8}"/>
              </a:ext>
            </a:extLst>
          </p:cNvPr>
          <p:cNvGrpSpPr/>
          <p:nvPr/>
        </p:nvGrpSpPr>
        <p:grpSpPr>
          <a:xfrm>
            <a:off x="660024" y="3991669"/>
            <a:ext cx="518054" cy="475196"/>
            <a:chOff x="660024" y="3991669"/>
            <a:chExt cx="518054" cy="475196"/>
          </a:xfrm>
        </p:grpSpPr>
        <p:pic>
          <p:nvPicPr>
            <p:cNvPr id="41" name="Vector [Figma I9887:67775;7965:11814]" descr="Vector. векторный контур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0024" y="3991669"/>
              <a:ext cx="341831" cy="475196"/>
            </a:xfrm>
            <a:prstGeom prst="rect">
              <a:avLst/>
            </a:prstGeom>
          </p:spPr>
        </p:pic>
        <p:pic>
          <p:nvPicPr>
            <p:cNvPr id="42" name="Union [Figma I9887:67775;7965:11815]" descr="Union. векторный контур"/>
            <p:cNvPicPr>
              <a:picLocks noChangeAspect="1"/>
            </p:cNvPicPr>
            <p:nvPr/>
          </p:nvPicPr>
          <p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953552" y="3991669"/>
              <a:ext cx="224526" cy="475196"/>
            </a:xfrm>
            <a:prstGeom prst="rect">
              <a:avLst/>
            </a:prstGeom>
          </p:spPr>
        </p:pic>
      </p:grpSp>
      <p:grpSp>
        <p:nvGrpSpPr>
          <p:cNvPr id="83" name="Группа 82">
            <a:extLst>
              <a:ext uri="{FF2B5EF4-FFF2-40B4-BE49-F238E27FC236}">
                <a16:creationId xmlns:a16="http://schemas.microsoft.com/office/drawing/2014/main" id="{56725904-32DC-473A-89A8-D8FA13B989BB}"/>
              </a:ext>
            </a:extLst>
          </p:cNvPr>
          <p:cNvGrpSpPr/>
          <p:nvPr/>
        </p:nvGrpSpPr>
        <p:grpSpPr>
          <a:xfrm>
            <a:off x="1834338" y="3973810"/>
            <a:ext cx="589630" cy="518058"/>
            <a:chOff x="1834338" y="3973810"/>
            <a:chExt cx="589630" cy="518058"/>
          </a:xfrm>
        </p:grpSpPr>
        <p:pic>
          <p:nvPicPr>
            <p:cNvPr id="44" name="Vector 23 (Stroke) [Figma I9887:67776;7965:11851]" descr="Vector 23 (Stroke). векторный контур"/>
            <p:cNvPicPr>
              <a:picLocks noChangeAspect="1"/>
            </p:cNvPicPr>
            <p:nvPr/>
          </p:nvPicPr>
          <p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2186224" y="4084535"/>
              <a:ext cx="237034" cy="48864"/>
            </a:xfrm>
            <a:prstGeom prst="rect">
              <a:avLst/>
            </a:prstGeom>
          </p:spPr>
        </p:pic>
        <p:pic>
          <p:nvPicPr>
            <p:cNvPr id="45" name="Vector 24 (Stroke) [Figma I9887:67776;7965:11852]" descr="Vector 24 (Stroke). векторный контур"/>
            <p:cNvPicPr>
              <a:picLocks noChangeAspect="1"/>
            </p:cNvPicPr>
            <p:nvPr/>
          </p:nvPicPr>
          <p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/>
            </a:stretch>
          </p:blipFill>
          <p:spPr>
            <a:xfrm>
              <a:off x="2230211" y="4206720"/>
              <a:ext cx="193050" cy="48864"/>
            </a:xfrm>
            <a:prstGeom prst="rect">
              <a:avLst/>
            </a:prstGeom>
          </p:spPr>
        </p:pic>
        <p:pic>
          <p:nvPicPr>
            <p:cNvPr id="46" name="Vector 25 (Stroke) [Figma I9887:67776;7965:11853]" descr="Vector 25 (Stroke). векторный контур"/>
            <p:cNvPicPr>
              <a:picLocks noChangeAspect="1"/>
            </p:cNvPicPr>
            <p:nvPr/>
          </p:nvPicPr>
          <p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/>
            </a:stretch>
          </p:blipFill>
          <p:spPr>
            <a:xfrm>
              <a:off x="2230918" y="4327516"/>
              <a:ext cx="193050" cy="48864"/>
            </a:xfrm>
            <a:prstGeom prst="rect">
              <a:avLst/>
            </a:prstGeom>
          </p:spPr>
        </p:pic>
        <p:pic>
          <p:nvPicPr>
            <p:cNvPr id="47" name="Vector [Figma I9887:67776;7965:11855]" descr="Vector. векторный контур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834338" y="3973810"/>
              <a:ext cx="374836" cy="518058"/>
            </a:xfrm>
            <a:prstGeom prst="rect">
              <a:avLst/>
            </a:prstGeom>
          </p:spPr>
        </p:pic>
      </p:grpSp>
      <p:grpSp>
        <p:nvGrpSpPr>
          <p:cNvPr id="82" name="Группа 81">
            <a:extLst>
              <a:ext uri="{FF2B5EF4-FFF2-40B4-BE49-F238E27FC236}">
                <a16:creationId xmlns:a16="http://schemas.microsoft.com/office/drawing/2014/main" id="{B364D434-9CCB-4427-A2A7-96126FDAF303}"/>
              </a:ext>
            </a:extLst>
          </p:cNvPr>
          <p:cNvGrpSpPr/>
          <p:nvPr/>
        </p:nvGrpSpPr>
        <p:grpSpPr>
          <a:xfrm>
            <a:off x="3040808" y="3970238"/>
            <a:ext cx="588923" cy="518058"/>
            <a:chOff x="3040808" y="3970238"/>
            <a:chExt cx="588923" cy="518058"/>
          </a:xfrm>
        </p:grpSpPr>
        <p:pic>
          <p:nvPicPr>
            <p:cNvPr id="49" name="Vector 24 (Stroke) [Figma I9887:67777;7965:11826]" descr="Vector 24 (Stroke). векторный контур"/>
            <p:cNvPicPr>
              <a:picLocks noChangeAspect="1"/>
            </p:cNvPicPr>
            <p:nvPr/>
          </p:nvPicPr>
          <p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/>
            </a:stretch>
          </p:blipFill>
          <p:spPr>
            <a:xfrm>
              <a:off x="3508768" y="4132705"/>
              <a:ext cx="48873" cy="193025"/>
            </a:xfrm>
            <a:prstGeom prst="rect">
              <a:avLst/>
            </a:prstGeom>
          </p:spPr>
        </p:pic>
        <p:pic>
          <p:nvPicPr>
            <p:cNvPr id="50" name="Vector 25 (Stroke) [Figma I9887:67777;7965:11827]" descr="Vector 25 (Stroke). векторный контур"/>
            <p:cNvPicPr>
              <a:picLocks noChangeAspect="1"/>
            </p:cNvPicPr>
            <p:nvPr/>
          </p:nvPicPr>
          <p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/>
            </a:stretch>
          </p:blipFill>
          <p:spPr>
            <a:xfrm>
              <a:off x="3436681" y="4204835"/>
              <a:ext cx="193050" cy="48864"/>
            </a:xfrm>
            <a:prstGeom prst="rect">
              <a:avLst/>
            </a:prstGeom>
          </p:spPr>
        </p:pic>
        <p:pic>
          <p:nvPicPr>
            <p:cNvPr id="51" name="Vector [Figma I9887:67777;7965:11829]" descr="Vector. векторный контур"/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3040808" y="3970238"/>
              <a:ext cx="374836" cy="518058"/>
            </a:xfrm>
            <a:prstGeom prst="rect">
              <a:avLst/>
            </a:prstGeom>
          </p:spPr>
        </p:pic>
      </p:grpSp>
      <p:grpSp>
        <p:nvGrpSpPr>
          <p:cNvPr id="81" name="Группа 80">
            <a:extLst>
              <a:ext uri="{FF2B5EF4-FFF2-40B4-BE49-F238E27FC236}">
                <a16:creationId xmlns:a16="http://schemas.microsoft.com/office/drawing/2014/main" id="{9BCBCBA5-8A85-4DC1-8B0C-4A25A4CA05D4}"/>
              </a:ext>
            </a:extLst>
          </p:cNvPr>
          <p:cNvGrpSpPr/>
          <p:nvPr/>
        </p:nvGrpSpPr>
        <p:grpSpPr>
          <a:xfrm>
            <a:off x="4269884" y="3943747"/>
            <a:ext cx="521970" cy="539737"/>
            <a:chOff x="4269884" y="3943747"/>
            <a:chExt cx="521970" cy="539737"/>
          </a:xfrm>
        </p:grpSpPr>
        <p:sp>
          <p:nvSpPr>
            <p:cNvPr id="53" name="Ellipse 5017 [Figma I9887:67778;9768:32251]"/>
            <p:cNvSpPr/>
            <p:nvPr/>
          </p:nvSpPr>
          <p:spPr>
            <a:xfrm>
              <a:off x="4384060" y="3943747"/>
              <a:ext cx="191735" cy="189039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43949">
              <a:solidFill>
                <a:srgbClr val="0A2896"/>
              </a:solidFill>
              <a:prstDash val="solid"/>
            </a:ln>
          </p:spPr>
        </p:sp>
        <p:pic>
          <p:nvPicPr>
            <p:cNvPr id="54" name="Ellipse 5018 [Figma I9887:67778;9768:32252]" descr="Ellipse 5018. векторный контур"/>
            <p:cNvPicPr>
              <a:picLocks noChangeAspect="1"/>
            </p:cNvPicPr>
            <p:nvPr/>
          </p:nvPicPr>
          <p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/>
            </a:stretch>
          </p:blipFill>
          <p:spPr>
            <a:xfrm>
              <a:off x="4269884" y="4200222"/>
              <a:ext cx="322382" cy="281576"/>
            </a:xfrm>
            <a:prstGeom prst="rect">
              <a:avLst/>
            </a:prstGeom>
          </p:spPr>
        </p:pic>
        <p:pic>
          <p:nvPicPr>
            <p:cNvPr id="55" name="Vector 225 (Stroke) [Figma I9887:67778;9768:32253]" descr="Vector 225 (Stroke). векторный контур"/>
            <p:cNvPicPr>
              <a:picLocks noChangeAspect="1"/>
            </p:cNvPicPr>
            <p:nvPr/>
          </p:nvPicPr>
          <p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/>
            </a:stretch>
          </p:blipFill>
          <p:spPr>
            <a:xfrm>
              <a:off x="4332833" y="4176112"/>
              <a:ext cx="459021" cy="307372"/>
            </a:xfrm>
            <a:prstGeom prst="rect">
              <a:avLst/>
            </a:prstGeom>
          </p:spPr>
        </p:pic>
      </p:grpSp>
      <p:grpSp>
        <p:nvGrpSpPr>
          <p:cNvPr id="80" name="Группа 79">
            <a:extLst>
              <a:ext uri="{FF2B5EF4-FFF2-40B4-BE49-F238E27FC236}">
                <a16:creationId xmlns:a16="http://schemas.microsoft.com/office/drawing/2014/main" id="{19E2D735-8C76-4FBD-A43E-60FF78AA317F}"/>
              </a:ext>
            </a:extLst>
          </p:cNvPr>
          <p:cNvGrpSpPr/>
          <p:nvPr/>
        </p:nvGrpSpPr>
        <p:grpSpPr>
          <a:xfrm>
            <a:off x="5351530" y="3836941"/>
            <a:ext cx="796502" cy="796508"/>
            <a:chOff x="5351530" y="3836941"/>
            <a:chExt cx="796502" cy="796508"/>
          </a:xfrm>
        </p:grpSpPr>
        <p:sp>
          <p:nvSpPr>
            <p:cNvPr id="57" name="Ellipse 5017 [Figma I9887:67779;9768:32228]"/>
            <p:cNvSpPr/>
            <p:nvPr/>
          </p:nvSpPr>
          <p:spPr>
            <a:xfrm>
              <a:off x="5676485" y="4062906"/>
              <a:ext cx="139501" cy="138360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40868">
              <a:solidFill>
                <a:srgbClr val="1E4BD2"/>
              </a:solidFill>
              <a:prstDash val="solid"/>
            </a:ln>
          </p:spPr>
        </p:sp>
        <p:pic>
          <p:nvPicPr>
            <p:cNvPr id="58" name="Ellipse 5018 [Figma I9887:67779;9768:32229]" descr="Ellipse 5018. векторный контур"/>
            <p:cNvPicPr>
              <a:picLocks noChangeAspect="1"/>
            </p:cNvPicPr>
            <p:nvPr/>
          </p:nvPicPr>
          <p:blipFill>
            <a:blip r:embed="rId49"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/>
            </a:stretch>
          </p:blipFill>
          <p:spPr>
            <a:xfrm>
              <a:off x="5589383" y="4246308"/>
              <a:ext cx="313709" cy="189751"/>
            </a:xfrm>
            <a:prstGeom prst="rect">
              <a:avLst/>
            </a:prstGeom>
          </p:spPr>
        </p:pic>
        <p:sp>
          <p:nvSpPr>
            <p:cNvPr id="59" name="Ellipse 5019 [Figma I9887:67779;9768:32230]"/>
            <p:cNvSpPr/>
            <p:nvPr/>
          </p:nvSpPr>
          <p:spPr>
            <a:xfrm>
              <a:off x="5423696" y="3912341"/>
              <a:ext cx="652113" cy="652113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40868">
              <a:solidFill>
                <a:srgbClr val="0A2896"/>
              </a:solidFill>
              <a:prstDash val="solid"/>
            </a:ln>
          </p:spPr>
        </p:sp>
        <p:pic>
          <p:nvPicPr>
            <p:cNvPr id="60" name="Line 36 [Figma I9887:67779;9768:32231]" descr="Line 36. векторный контур"/>
            <p:cNvPicPr>
              <a:picLocks noChangeAspect="1"/>
            </p:cNvPicPr>
            <p:nvPr/>
          </p:nvPicPr>
          <p:blipFill>
            <a:blip r:embed="rId51"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/>
            </a:stretch>
          </p:blipFill>
          <p:spPr>
            <a:xfrm>
              <a:off x="5729318" y="3836941"/>
              <a:ext cx="40871" cy="129477"/>
            </a:xfrm>
            <a:prstGeom prst="rect">
              <a:avLst/>
            </a:prstGeom>
          </p:spPr>
        </p:pic>
        <p:pic>
          <p:nvPicPr>
            <p:cNvPr id="61" name="Line 37 [Figma I9887:67779;9768:32232]" descr="Line 37. векторный контур"/>
            <p:cNvPicPr>
              <a:picLocks noChangeAspect="1"/>
            </p:cNvPicPr>
            <p:nvPr/>
          </p:nvPicPr>
          <p:blipFill>
            <a:blip r:embed="rId51"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/>
            </a:stretch>
          </p:blipFill>
          <p:spPr>
            <a:xfrm>
              <a:off x="5729318" y="4503972"/>
              <a:ext cx="40871" cy="129477"/>
            </a:xfrm>
            <a:prstGeom prst="rect">
              <a:avLst/>
            </a:prstGeom>
          </p:spPr>
        </p:pic>
        <p:pic>
          <p:nvPicPr>
            <p:cNvPr id="62" name="Line 36 [Figma I9887:67779;9768:32233]" descr="Line 36. векторный контур"/>
            <p:cNvPicPr>
              <a:picLocks noChangeAspect="1"/>
            </p:cNvPicPr>
            <p:nvPr/>
          </p:nvPicPr>
          <p:blipFill>
            <a:blip r:embed="rId53">
              <a:extLst>
                <a:ext uri="{96DAC541-7B7A-43D3-8B79-37D633B846F1}">
                  <asvg:svgBlip xmlns:asvg="http://schemas.microsoft.com/office/drawing/2016/SVG/main" r:embed="rId54"/>
                </a:ext>
              </a:extLst>
            </a:blip>
            <a:stretch>
              <a:fillRect/>
            </a:stretch>
          </p:blipFill>
          <p:spPr>
            <a:xfrm>
              <a:off x="6018552" y="4214707"/>
              <a:ext cx="129480" cy="40877"/>
            </a:xfrm>
            <a:prstGeom prst="rect">
              <a:avLst/>
            </a:prstGeom>
          </p:spPr>
        </p:pic>
        <p:pic>
          <p:nvPicPr>
            <p:cNvPr id="63" name="Line 37 [Figma I9887:67779;9768:32234]" descr="Line 37. векторный контур"/>
            <p:cNvPicPr>
              <a:picLocks noChangeAspect="1"/>
            </p:cNvPicPr>
            <p:nvPr/>
          </p:nvPicPr>
          <p:blipFill>
            <a:blip r:embed="rId53">
              <a:extLst>
                <a:ext uri="{96DAC541-7B7A-43D3-8B79-37D633B846F1}">
                  <asvg:svgBlip xmlns:asvg="http://schemas.microsoft.com/office/drawing/2016/SVG/main" r:embed="rId54"/>
                </a:ext>
              </a:extLst>
            </a:blip>
            <a:stretch>
              <a:fillRect/>
            </a:stretch>
          </p:blipFill>
          <p:spPr>
            <a:xfrm>
              <a:off x="5351530" y="4214707"/>
              <a:ext cx="129480" cy="40877"/>
            </a:xfrm>
            <a:prstGeom prst="rect">
              <a:avLst/>
            </a:prstGeom>
          </p:spPr>
        </p:pic>
      </p:grpSp>
      <p:grpSp>
        <p:nvGrpSpPr>
          <p:cNvPr id="79" name="Группа 78">
            <a:extLst>
              <a:ext uri="{FF2B5EF4-FFF2-40B4-BE49-F238E27FC236}">
                <a16:creationId xmlns:a16="http://schemas.microsoft.com/office/drawing/2014/main" id="{3A4B4F5E-EA85-4170-99EB-D8BC99FAA011}"/>
              </a:ext>
            </a:extLst>
          </p:cNvPr>
          <p:cNvGrpSpPr/>
          <p:nvPr/>
        </p:nvGrpSpPr>
        <p:grpSpPr>
          <a:xfrm>
            <a:off x="6598257" y="3938340"/>
            <a:ext cx="712398" cy="617026"/>
            <a:chOff x="6598257" y="3938340"/>
            <a:chExt cx="712398" cy="617026"/>
          </a:xfrm>
        </p:grpSpPr>
        <p:sp>
          <p:nvSpPr>
            <p:cNvPr id="65" name="Ellipse 5017 [Figma I9887:67780;9768:32238]"/>
            <p:cNvSpPr/>
            <p:nvPr/>
          </p:nvSpPr>
          <p:spPr>
            <a:xfrm>
              <a:off x="6752278" y="3938340"/>
              <a:ext cx="189670" cy="189670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44821">
              <a:solidFill>
                <a:srgbClr val="0A2896"/>
              </a:solidFill>
              <a:prstDash val="solid"/>
            </a:ln>
          </p:spPr>
        </p:sp>
        <p:pic>
          <p:nvPicPr>
            <p:cNvPr id="66" name="Ellipse 5018 [Figma I9887:67780;9768:32239]" descr="Ellipse 5018. векторный контур"/>
            <p:cNvPicPr>
              <a:picLocks noChangeAspect="1"/>
            </p:cNvPicPr>
            <p:nvPr/>
          </p:nvPicPr>
          <p:blipFill>
            <a:blip r:embed="rId55">
              <a:extLst>
                <a:ext uri="{96DAC541-7B7A-43D3-8B79-37D633B846F1}">
                  <asvg:svgBlip xmlns:asvg="http://schemas.microsoft.com/office/drawing/2016/SVG/main" r:embed="rId56"/>
                </a:ext>
              </a:extLst>
            </a:blip>
            <a:stretch>
              <a:fillRect/>
            </a:stretch>
          </p:blipFill>
          <p:spPr>
            <a:xfrm>
              <a:off x="6598257" y="4196154"/>
              <a:ext cx="271267" cy="284949"/>
            </a:xfrm>
            <a:prstGeom prst="rect">
              <a:avLst/>
            </a:prstGeom>
          </p:spPr>
        </p:pic>
        <p:pic>
          <p:nvPicPr>
            <p:cNvPr id="67" name="Vector [Figma I9887:67780;9768:32240]" descr="Vector. векторный контур"/>
            <p:cNvPicPr>
              <a:picLocks noChangeAspect="1"/>
            </p:cNvPicPr>
            <p:nvPr/>
          </p:nvPicPr>
          <p:blipFill>
            <a:blip r:embed="rId57">
              <a:extLst>
                <a:ext uri="{96DAC541-7B7A-43D3-8B79-37D633B846F1}">
                  <asvg:svgBlip xmlns:asvg="http://schemas.microsoft.com/office/drawing/2016/SVG/main" r:embed="rId58"/>
                </a:ext>
              </a:extLst>
            </a:blip>
            <a:stretch>
              <a:fillRect/>
            </a:stretch>
          </p:blipFill>
          <p:spPr>
            <a:xfrm>
              <a:off x="6890455" y="4188514"/>
              <a:ext cx="420200" cy="366852"/>
            </a:xfrm>
            <a:prstGeom prst="rect">
              <a:avLst/>
            </a:prstGeom>
          </p:spPr>
        </p:pic>
        <p:pic>
          <p:nvPicPr>
            <p:cNvPr id="68" name="Line 43 (Stroke) [Figma I9887:67780;9768:32242]" descr="Line 43 (Stroke). векторный контур"/>
            <p:cNvPicPr>
              <a:picLocks noChangeAspect="1"/>
            </p:cNvPicPr>
            <p:nvPr/>
          </p:nvPicPr>
          <p:blipFill>
            <a:blip r:embed="rId59">
              <a:extLst>
                <a:ext uri="{96DAC541-7B7A-43D3-8B79-37D633B846F1}">
                  <asvg:svgBlip xmlns:asvg="http://schemas.microsoft.com/office/drawing/2016/SVG/main" r:embed="rId60"/>
                </a:ext>
              </a:extLst>
            </a:blip>
            <a:stretch>
              <a:fillRect/>
            </a:stretch>
          </p:blipFill>
          <p:spPr>
            <a:xfrm>
              <a:off x="6993851" y="4311939"/>
              <a:ext cx="48557" cy="46681"/>
            </a:xfrm>
            <a:prstGeom prst="rect">
              <a:avLst/>
            </a:prstGeom>
          </p:spPr>
        </p:pic>
        <p:pic>
          <p:nvPicPr>
            <p:cNvPr id="69" name="Line 43 (Stroke) [Figma I9887:67780;9768:32243]" descr="Line 43 (Stroke). векторный контур"/>
            <p:cNvPicPr>
              <a:picLocks noChangeAspect="1"/>
            </p:cNvPicPr>
            <p:nvPr/>
          </p:nvPicPr>
          <p:blipFill>
            <a:blip r:embed="rId59">
              <a:extLst>
                <a:ext uri="{96DAC541-7B7A-43D3-8B79-37D633B846F1}">
                  <asvg:svgBlip xmlns:asvg="http://schemas.microsoft.com/office/drawing/2016/SVG/main" r:embed="rId60"/>
                </a:ext>
              </a:extLst>
            </a:blip>
            <a:stretch>
              <a:fillRect/>
            </a:stretch>
          </p:blipFill>
          <p:spPr>
            <a:xfrm>
              <a:off x="7076287" y="4311939"/>
              <a:ext cx="48557" cy="46681"/>
            </a:xfrm>
            <a:prstGeom prst="rect">
              <a:avLst/>
            </a:prstGeom>
          </p:spPr>
        </p:pic>
        <p:pic>
          <p:nvPicPr>
            <p:cNvPr id="70" name="Line 43 (Stroke) [Figma I9887:67780;9768:32244]" descr="Line 43 (Stroke). векторный контур"/>
            <p:cNvPicPr>
              <a:picLocks noChangeAspect="1"/>
            </p:cNvPicPr>
            <p:nvPr/>
          </p:nvPicPr>
          <p:blipFill>
            <a:blip r:embed="rId59">
              <a:extLst>
                <a:ext uri="{96DAC541-7B7A-43D3-8B79-37D633B846F1}">
                  <asvg:svgBlip xmlns:asvg="http://schemas.microsoft.com/office/drawing/2016/SVG/main" r:embed="rId60"/>
                </a:ext>
              </a:extLst>
            </a:blip>
            <a:stretch>
              <a:fillRect/>
            </a:stretch>
          </p:blipFill>
          <p:spPr>
            <a:xfrm>
              <a:off x="7158724" y="4311939"/>
              <a:ext cx="48557" cy="46681"/>
            </a:xfrm>
            <a:prstGeom prst="rect">
              <a:avLst/>
            </a:prstGeom>
          </p:spPr>
        </p:pic>
      </p:grpSp>
      <p:sp>
        <p:nvSpPr>
          <p:cNvPr id="71" name="Текст 111">
            <a:extLst>
              <a:ext uri="{FF2B5EF4-FFF2-40B4-BE49-F238E27FC236}">
                <a16:creationId xmlns:a16="http://schemas.microsoft.com/office/drawing/2014/main" id="{EC851D2B-4DBF-4534-AB63-0FB8D8AB3185}"/>
              </a:ext>
            </a:extLst>
          </p:cNvPr>
          <p:cNvSpPr txBox="1">
            <a:spLocks/>
          </p:cNvSpPr>
          <p:nvPr/>
        </p:nvSpPr>
        <p:spPr>
          <a:xfrm>
            <a:off x="384658" y="1327872"/>
            <a:ext cx="1836116" cy="31716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rgbClr val="ACB6C3"/>
                </a:solidFill>
                <a:latin typeface="+mj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VTB Group Book" panose="020B0503040504020204" pitchFamily="34" charset="-52"/>
              </a:rPr>
              <a:t>Градиент</a:t>
            </a:r>
          </a:p>
        </p:txBody>
      </p:sp>
      <p:sp>
        <p:nvSpPr>
          <p:cNvPr id="72" name="Текст 111">
            <a:extLst>
              <a:ext uri="{FF2B5EF4-FFF2-40B4-BE49-F238E27FC236}">
                <a16:creationId xmlns:a16="http://schemas.microsoft.com/office/drawing/2014/main" id="{52E18D36-DCD0-4585-A2CA-391CE60BACC3}"/>
              </a:ext>
            </a:extLst>
          </p:cNvPr>
          <p:cNvSpPr txBox="1">
            <a:spLocks/>
          </p:cNvSpPr>
          <p:nvPr/>
        </p:nvSpPr>
        <p:spPr>
          <a:xfrm>
            <a:off x="380990" y="3270417"/>
            <a:ext cx="1836116" cy="31716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rgbClr val="ACB6C3"/>
                </a:solidFill>
                <a:latin typeface="+mj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VTB Group Book" panose="020B0503040504020204" pitchFamily="34" charset="-52"/>
              </a:rPr>
              <a:t>Заливка</a:t>
            </a:r>
          </a:p>
        </p:txBody>
      </p:sp>
      <p:sp>
        <p:nvSpPr>
          <p:cNvPr id="85" name="Заголовок 84">
            <a:extLst>
              <a:ext uri="{FF2B5EF4-FFF2-40B4-BE49-F238E27FC236}">
                <a16:creationId xmlns:a16="http://schemas.microsoft.com/office/drawing/2014/main" id="{98225469-986B-42B0-894F-EACB6816E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Иконки</a:t>
            </a:r>
            <a:r>
              <a:rPr lang="en-US" dirty="0"/>
              <a:t> </a:t>
            </a:r>
            <a:r>
              <a:rPr lang="ru-RU" dirty="0"/>
              <a:t>люди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to-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ragraph [Figma I9887:101611;8961:9272]"/>
          <p:cNvSpPr txBox="1"/>
          <p:nvPr/>
        </p:nvSpPr>
        <p:spPr>
          <a:xfrm>
            <a:off x="11823404" y="6503902"/>
            <a:ext cx="114297" cy="140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kern="0" spc="-15" dirty="0">
                <a:solidFill>
                  <a:srgbClr val="ACB6C3"/>
                </a:solidFill>
                <a:latin typeface="VTB Group Book" panose="020B0503040504020204" pitchFamily="34" charset="-52"/>
                <a:ea typeface="VTB Group" pitchFamily="34" charset="-122"/>
                <a:cs typeface="VTB Group" pitchFamily="34" charset="-120"/>
              </a:rPr>
              <a:t>01</a:t>
            </a:r>
            <a:endParaRPr lang="en-US" sz="800" dirty="0">
              <a:latin typeface="VTB Group Book" panose="020B0503040504020204" pitchFamily="34" charset="-52"/>
            </a:endParaRPr>
          </a:p>
        </p:txBody>
      </p:sp>
      <p:grpSp>
        <p:nvGrpSpPr>
          <p:cNvPr id="103" name="Группа 102">
            <a:extLst>
              <a:ext uri="{FF2B5EF4-FFF2-40B4-BE49-F238E27FC236}">
                <a16:creationId xmlns:a16="http://schemas.microsoft.com/office/drawing/2014/main" id="{B15B4A3A-597E-4E57-95DB-B99C647FD693}"/>
              </a:ext>
            </a:extLst>
          </p:cNvPr>
          <p:cNvGrpSpPr/>
          <p:nvPr/>
        </p:nvGrpSpPr>
        <p:grpSpPr>
          <a:xfrm>
            <a:off x="663599" y="2032793"/>
            <a:ext cx="507401" cy="507392"/>
            <a:chOff x="663599" y="2032793"/>
            <a:chExt cx="507401" cy="507392"/>
          </a:xfrm>
        </p:grpSpPr>
        <p:pic>
          <p:nvPicPr>
            <p:cNvPr id="9" name="Vector 45 (Stroke) [Figma I9887:101617;7965:11770]" descr="Vector 45 (Stroke). градиент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3599" y="2271904"/>
              <a:ext cx="507401" cy="268281"/>
            </a:xfrm>
            <a:prstGeom prst="rect">
              <a:avLst/>
            </a:prstGeom>
          </p:spPr>
        </p:pic>
        <p:pic>
          <p:nvPicPr>
            <p:cNvPr id="10" name="Rectangle 16 (Stroke) [Figma I9887:101617;7965:11771]" descr="Rectangle 16 (Stroke). векторный контур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88258" y="2032793"/>
              <a:ext cx="282742" cy="278649"/>
            </a:xfrm>
            <a:prstGeom prst="rect">
              <a:avLst/>
            </a:prstGeom>
          </p:spPr>
        </p:pic>
      </p:grpSp>
      <p:grpSp>
        <p:nvGrpSpPr>
          <p:cNvPr id="102" name="Группа 101">
            <a:extLst>
              <a:ext uri="{FF2B5EF4-FFF2-40B4-BE49-F238E27FC236}">
                <a16:creationId xmlns:a16="http://schemas.microsoft.com/office/drawing/2014/main" id="{1AEFACD2-C02E-428A-AFE9-5D29B79AEDDB}"/>
              </a:ext>
            </a:extLst>
          </p:cNvPr>
          <p:cNvGrpSpPr/>
          <p:nvPr/>
        </p:nvGrpSpPr>
        <p:grpSpPr>
          <a:xfrm>
            <a:off x="1912942" y="1989981"/>
            <a:ext cx="507432" cy="518058"/>
            <a:chOff x="1912942" y="1989981"/>
            <a:chExt cx="507432" cy="518058"/>
          </a:xfrm>
        </p:grpSpPr>
        <p:pic>
          <p:nvPicPr>
            <p:cNvPr id="12" name="Vector 35 (Stroke) [Figma I9887:101618;7965:11789]" descr="Vector 35 (Stroke). градиент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012729" y="2272350"/>
              <a:ext cx="63694" cy="42465"/>
            </a:xfrm>
            <a:prstGeom prst="rect">
              <a:avLst/>
            </a:prstGeom>
          </p:spPr>
        </p:pic>
        <p:pic>
          <p:nvPicPr>
            <p:cNvPr id="13" name="Vector 36 (Stroke) [Figma I9887:101618;7965:11790]" descr="Vector 36 (Stroke). градиент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012729" y="2348796"/>
              <a:ext cx="180468" cy="42465"/>
            </a:xfrm>
            <a:prstGeom prst="rect">
              <a:avLst/>
            </a:prstGeom>
          </p:spPr>
        </p:pic>
        <p:pic>
          <p:nvPicPr>
            <p:cNvPr id="14" name="Rectangle 13 (Stroke) [Figma I9887:101618;7965:11791]" descr="Rectangle 13 (Stroke). векторный контур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912942" y="1989981"/>
              <a:ext cx="507432" cy="518058"/>
            </a:xfrm>
            <a:prstGeom prst="rect">
              <a:avLst/>
            </a:prstGeom>
          </p:spPr>
        </p:pic>
      </p:grpSp>
      <p:grpSp>
        <p:nvGrpSpPr>
          <p:cNvPr id="101" name="Группа 100">
            <a:extLst>
              <a:ext uri="{FF2B5EF4-FFF2-40B4-BE49-F238E27FC236}">
                <a16:creationId xmlns:a16="http://schemas.microsoft.com/office/drawing/2014/main" id="{A41A081E-F472-42F6-BB5A-D9DBB13442AF}"/>
              </a:ext>
            </a:extLst>
          </p:cNvPr>
          <p:cNvGrpSpPr/>
          <p:nvPr/>
        </p:nvGrpSpPr>
        <p:grpSpPr>
          <a:xfrm>
            <a:off x="3105119" y="2022127"/>
            <a:ext cx="454361" cy="518058"/>
            <a:chOff x="3105119" y="2022127"/>
            <a:chExt cx="454361" cy="518058"/>
          </a:xfrm>
        </p:grpSpPr>
        <p:pic>
          <p:nvPicPr>
            <p:cNvPr id="16" name="Union [Figma I9887:101619;7965:11794]" descr="Union. градиент"/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3115013" y="2132505"/>
              <a:ext cx="434077" cy="395030"/>
            </a:xfrm>
            <a:prstGeom prst="rect">
              <a:avLst/>
            </a:prstGeom>
          </p:spPr>
        </p:pic>
        <p:pic>
          <p:nvPicPr>
            <p:cNvPr id="17" name="Rectangle 25 (Stroke) [Figma I9887:101619;7965:11797]" descr="Rectangle 25 (Stroke). векторный контур"/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3105119" y="2022127"/>
              <a:ext cx="454361" cy="518058"/>
            </a:xfrm>
            <a:prstGeom prst="rect">
              <a:avLst/>
            </a:prstGeom>
          </p:spPr>
        </p:pic>
      </p:grpSp>
      <p:grpSp>
        <p:nvGrpSpPr>
          <p:cNvPr id="100" name="Группа 99">
            <a:extLst>
              <a:ext uri="{FF2B5EF4-FFF2-40B4-BE49-F238E27FC236}">
                <a16:creationId xmlns:a16="http://schemas.microsoft.com/office/drawing/2014/main" id="{5197C994-8446-4873-9A36-E65B04FDB110}"/>
              </a:ext>
            </a:extLst>
          </p:cNvPr>
          <p:cNvGrpSpPr/>
          <p:nvPr/>
        </p:nvGrpSpPr>
        <p:grpSpPr>
          <a:xfrm>
            <a:off x="4279433" y="2025699"/>
            <a:ext cx="518064" cy="518058"/>
            <a:chOff x="4279433" y="2025699"/>
            <a:chExt cx="518064" cy="518058"/>
          </a:xfrm>
        </p:grpSpPr>
        <p:pic>
          <p:nvPicPr>
            <p:cNvPr id="19" name="Vector 39 (Stroke) [Figma I9887:101620;7965:11753]" descr="Vector 39 (Stroke). векторный контур"/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4279436" y="2025699"/>
              <a:ext cx="518058" cy="290852"/>
            </a:xfrm>
            <a:prstGeom prst="rect">
              <a:avLst/>
            </a:prstGeom>
          </p:spPr>
        </p:pic>
        <p:pic>
          <p:nvPicPr>
            <p:cNvPr id="20" name="Vector 40 (Stroke) [Figma I9887:101620;7965:11754]" descr="Vector 40 (Stroke). градиент"/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4279433" y="2264562"/>
              <a:ext cx="518064" cy="279195"/>
            </a:xfrm>
            <a:prstGeom prst="rect">
              <a:avLst/>
            </a:prstGeom>
          </p:spPr>
        </p:pic>
      </p:grpSp>
      <p:grpSp>
        <p:nvGrpSpPr>
          <p:cNvPr id="99" name="Группа 98">
            <a:extLst>
              <a:ext uri="{FF2B5EF4-FFF2-40B4-BE49-F238E27FC236}">
                <a16:creationId xmlns:a16="http://schemas.microsoft.com/office/drawing/2014/main" id="{49513053-C561-45B2-AA5B-998E409C392C}"/>
              </a:ext>
            </a:extLst>
          </p:cNvPr>
          <p:cNvGrpSpPr/>
          <p:nvPr/>
        </p:nvGrpSpPr>
        <p:grpSpPr>
          <a:xfrm>
            <a:off x="5439458" y="2075704"/>
            <a:ext cx="613854" cy="518058"/>
            <a:chOff x="5439458" y="2075704"/>
            <a:chExt cx="613854" cy="518058"/>
          </a:xfrm>
        </p:grpSpPr>
        <p:pic>
          <p:nvPicPr>
            <p:cNvPr id="22" name="Rectangle 9 (Stroke) [Figma I9887:101621;7965:11749]" descr="Rectangle 9 (Stroke). градиент"/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5443011" y="2109834"/>
              <a:ext cx="525235" cy="237375"/>
            </a:xfrm>
            <a:prstGeom prst="rect">
              <a:avLst/>
            </a:prstGeom>
          </p:spPr>
        </p:pic>
        <p:pic>
          <p:nvPicPr>
            <p:cNvPr id="23" name="Rectangle 8 (Stroke) [Figma I9887:101621;7965:11750]" descr="Rectangle 8 (Stroke). векторный контур"/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5439458" y="2075704"/>
              <a:ext cx="613854" cy="518058"/>
            </a:xfrm>
            <a:prstGeom prst="rect">
              <a:avLst/>
            </a:prstGeom>
          </p:spPr>
        </p:pic>
      </p:grpSp>
      <p:grpSp>
        <p:nvGrpSpPr>
          <p:cNvPr id="98" name="Группа 97">
            <a:extLst>
              <a:ext uri="{FF2B5EF4-FFF2-40B4-BE49-F238E27FC236}">
                <a16:creationId xmlns:a16="http://schemas.microsoft.com/office/drawing/2014/main" id="{2B259502-2261-42EC-AD6A-946FE7E1B011}"/>
              </a:ext>
            </a:extLst>
          </p:cNvPr>
          <p:cNvGrpSpPr/>
          <p:nvPr/>
        </p:nvGrpSpPr>
        <p:grpSpPr>
          <a:xfrm>
            <a:off x="6667364" y="2025699"/>
            <a:ext cx="568354" cy="518057"/>
            <a:chOff x="6667364" y="2025699"/>
            <a:chExt cx="568354" cy="518057"/>
          </a:xfrm>
        </p:grpSpPr>
        <p:pic>
          <p:nvPicPr>
            <p:cNvPr id="25" name="Vector 28 (Stroke) [Figma I9887:101622;7965:11766]" descr="Vector 28 (Stroke). градиент"/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6843402" y="2032247"/>
              <a:ext cx="384110" cy="511509"/>
            </a:xfrm>
            <a:prstGeom prst="rect">
              <a:avLst/>
            </a:prstGeom>
          </p:spPr>
        </p:pic>
        <p:pic>
          <p:nvPicPr>
            <p:cNvPr id="26" name="Vector 29 (Stroke) [Figma I9887:101622;7965:11767]" descr="Vector 29 (Stroke). векторный контур"/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6667364" y="2025699"/>
              <a:ext cx="568354" cy="457685"/>
            </a:xfrm>
            <a:prstGeom prst="rect">
              <a:avLst/>
            </a:prstGeom>
          </p:spPr>
        </p:pic>
      </p:grpSp>
      <p:grpSp>
        <p:nvGrpSpPr>
          <p:cNvPr id="97" name="Группа 96">
            <a:extLst>
              <a:ext uri="{FF2B5EF4-FFF2-40B4-BE49-F238E27FC236}">
                <a16:creationId xmlns:a16="http://schemas.microsoft.com/office/drawing/2014/main" id="{65A88317-F74D-4631-A01D-8DDE20099DBA}"/>
              </a:ext>
            </a:extLst>
          </p:cNvPr>
          <p:cNvGrpSpPr/>
          <p:nvPr/>
        </p:nvGrpSpPr>
        <p:grpSpPr>
          <a:xfrm>
            <a:off x="7817455" y="2015281"/>
            <a:ext cx="686042" cy="538694"/>
            <a:chOff x="7817455" y="2015281"/>
            <a:chExt cx="686042" cy="538694"/>
          </a:xfrm>
        </p:grpSpPr>
        <p:pic>
          <p:nvPicPr>
            <p:cNvPr id="28" name="Rectangle 240663305 [Figma I9887:101623;9557:13287]" descr="Rectangle 240663305. векторный контур"/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7817455" y="2015281"/>
              <a:ext cx="581175" cy="534478"/>
            </a:xfrm>
            <a:prstGeom prst="rect">
              <a:avLst/>
            </a:prstGeom>
          </p:spPr>
        </p:pic>
        <p:pic>
          <p:nvPicPr>
            <p:cNvPr id="29" name="Rectangle 240663307 [Figma I9887:101623;9557:13288]" descr="Rectangle 240663307. градиент в обводке"/>
            <p:cNvPicPr>
              <a:picLocks noChangeAspect="1"/>
            </p:cNvPicPr>
            <p:nvPr/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7818313" y="2177152"/>
              <a:ext cx="685184" cy="376823"/>
            </a:xfrm>
            <a:prstGeom prst="rect">
              <a:avLst/>
            </a:prstGeom>
          </p:spPr>
        </p:pic>
      </p:grpSp>
      <p:grpSp>
        <p:nvGrpSpPr>
          <p:cNvPr id="96" name="Группа 95">
            <a:extLst>
              <a:ext uri="{FF2B5EF4-FFF2-40B4-BE49-F238E27FC236}">
                <a16:creationId xmlns:a16="http://schemas.microsoft.com/office/drawing/2014/main" id="{95A38436-D31A-428C-8FAE-BA47C4D6341C}"/>
              </a:ext>
            </a:extLst>
          </p:cNvPr>
          <p:cNvGrpSpPr/>
          <p:nvPr/>
        </p:nvGrpSpPr>
        <p:grpSpPr>
          <a:xfrm>
            <a:off x="9109716" y="2012543"/>
            <a:ext cx="571335" cy="523418"/>
            <a:chOff x="9109716" y="2012543"/>
            <a:chExt cx="571335" cy="523418"/>
          </a:xfrm>
        </p:grpSpPr>
        <p:pic>
          <p:nvPicPr>
            <p:cNvPr id="31" name="Line 38 [Figma I9887:101624;9557:12359]" descr="Line 38. градиент в обводке"/>
            <p:cNvPicPr>
              <a:picLocks noChangeAspect="1"/>
            </p:cNvPicPr>
            <p:nvPr/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9158409" y="2102045"/>
              <a:ext cx="46117" cy="338278"/>
            </a:xfrm>
            <a:prstGeom prst="rect">
              <a:avLst/>
            </a:prstGeom>
          </p:spPr>
        </p:pic>
        <p:pic>
          <p:nvPicPr>
            <p:cNvPr id="32" name="Line 39 [Figma I9887:101624;9557:12360]" descr="Line 39. градиент в обводке"/>
            <p:cNvPicPr>
              <a:picLocks noChangeAspect="1"/>
            </p:cNvPicPr>
            <p:nvPr/>
          </p:nvPicPr>
          <p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9505709" y="2308564"/>
              <a:ext cx="46117" cy="120548"/>
            </a:xfrm>
            <a:prstGeom prst="rect">
              <a:avLst/>
            </a:prstGeom>
          </p:spPr>
        </p:pic>
        <p:pic>
          <p:nvPicPr>
            <p:cNvPr id="33" name="Vector 220 [Figma I9887:101624;9557:12361]" descr="Vector 220. градиент в обводке"/>
            <p:cNvPicPr>
              <a:picLocks noChangeAspect="1"/>
            </p:cNvPicPr>
            <p:nvPr/>
          </p:nvPicPr>
          <p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9238942" y="2025847"/>
              <a:ext cx="313768" cy="209247"/>
            </a:xfrm>
            <a:prstGeom prst="rect">
              <a:avLst/>
            </a:prstGeom>
          </p:spPr>
        </p:pic>
        <p:sp>
          <p:nvSpPr>
            <p:cNvPr id="34" name="Rectangle 240663310 [Figma I9887:101624;9557:12362]"/>
            <p:cNvSpPr/>
            <p:nvPr/>
          </p:nvSpPr>
          <p:spPr>
            <a:xfrm>
              <a:off x="9376480" y="2219955"/>
              <a:ext cx="304571" cy="108396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46118">
              <a:solidFill>
                <a:srgbClr val="0A2896"/>
              </a:solidFill>
              <a:prstDash val="solid"/>
            </a:ln>
          </p:spPr>
        </p:sp>
        <p:sp>
          <p:nvSpPr>
            <p:cNvPr id="35" name="Rectangle 240663311 [Figma I9887:101624;9557:12363]"/>
            <p:cNvSpPr/>
            <p:nvPr/>
          </p:nvSpPr>
          <p:spPr>
            <a:xfrm>
              <a:off x="9376480" y="2427565"/>
              <a:ext cx="304571" cy="108396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46118">
              <a:solidFill>
                <a:srgbClr val="0A2896"/>
              </a:solidFill>
              <a:prstDash val="solid"/>
            </a:ln>
          </p:spPr>
        </p:sp>
        <p:sp>
          <p:nvSpPr>
            <p:cNvPr id="36" name="Rectangle 240663312 [Figma I9887:101624;9557:12364]"/>
            <p:cNvSpPr/>
            <p:nvPr/>
          </p:nvSpPr>
          <p:spPr>
            <a:xfrm>
              <a:off x="9109716" y="2427416"/>
              <a:ext cx="143497" cy="108396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46118">
              <a:solidFill>
                <a:srgbClr val="0A2896"/>
              </a:solidFill>
              <a:prstDash val="solid"/>
            </a:ln>
          </p:spPr>
        </p:sp>
        <p:sp>
          <p:nvSpPr>
            <p:cNvPr id="37" name="Rectangle 240663313 [Figma I9887:101624;9557:12365]"/>
            <p:cNvSpPr/>
            <p:nvPr/>
          </p:nvSpPr>
          <p:spPr>
            <a:xfrm>
              <a:off x="9109716" y="2012543"/>
              <a:ext cx="143497" cy="108396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46118">
              <a:solidFill>
                <a:srgbClr val="0A2896"/>
              </a:solidFill>
              <a:prstDash val="solid"/>
            </a:ln>
          </p:spPr>
        </p:sp>
      </p:grpSp>
      <p:grpSp>
        <p:nvGrpSpPr>
          <p:cNvPr id="95" name="Группа 94">
            <a:extLst>
              <a:ext uri="{FF2B5EF4-FFF2-40B4-BE49-F238E27FC236}">
                <a16:creationId xmlns:a16="http://schemas.microsoft.com/office/drawing/2014/main" id="{D13A3EB9-D9B9-4FB5-AD29-3054288C95D9}"/>
              </a:ext>
            </a:extLst>
          </p:cNvPr>
          <p:cNvGrpSpPr/>
          <p:nvPr/>
        </p:nvGrpSpPr>
        <p:grpSpPr>
          <a:xfrm>
            <a:off x="10278441" y="2018178"/>
            <a:ext cx="592558" cy="519156"/>
            <a:chOff x="10278441" y="2018178"/>
            <a:chExt cx="592558" cy="519156"/>
          </a:xfrm>
        </p:grpSpPr>
        <p:sp>
          <p:nvSpPr>
            <p:cNvPr id="39" name="Ellipse 5020 [Figma I9887:101625;9557:12368]"/>
            <p:cNvSpPr/>
            <p:nvPr/>
          </p:nvSpPr>
          <p:spPr>
            <a:xfrm>
              <a:off x="10278441" y="2018178"/>
              <a:ext cx="144936" cy="144936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46572">
              <a:solidFill>
                <a:srgbClr val="0A2896"/>
              </a:solidFill>
              <a:prstDash val="solid"/>
            </a:ln>
          </p:spPr>
        </p:sp>
        <p:sp>
          <p:nvSpPr>
            <p:cNvPr id="40" name="Ellipse 5022 [Figma I9887:101625;9557:12369]"/>
            <p:cNvSpPr/>
            <p:nvPr/>
          </p:nvSpPr>
          <p:spPr>
            <a:xfrm>
              <a:off x="10289800" y="2415122"/>
              <a:ext cx="122212" cy="122212"/>
            </a:xfrm>
            <a:prstGeom prst="ellipse">
              <a:avLst/>
            </a:prstGeom>
            <a:solidFill>
              <a:srgbClr val="0A2896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41" name="Ellipse 5023 [Figma I9887:101625;9557:12370]"/>
            <p:cNvSpPr/>
            <p:nvPr/>
          </p:nvSpPr>
          <p:spPr>
            <a:xfrm>
              <a:off x="10289800" y="2222296"/>
              <a:ext cx="122212" cy="122212"/>
            </a:xfrm>
            <a:prstGeom prst="ellipse">
              <a:avLst/>
            </a:prstGeom>
            <a:solidFill>
              <a:srgbClr val="0A2896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42" name="Line 40 [Figma I9887:101625;9557:12371]" descr="Line 40. градиент в обводке"/>
            <p:cNvPicPr>
              <a:picLocks noChangeAspect="1"/>
            </p:cNvPicPr>
            <p:nvPr/>
          </p:nvPicPr>
          <p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10491314" y="2067369"/>
              <a:ext cx="379685" cy="46532"/>
            </a:xfrm>
            <a:prstGeom prst="rect">
              <a:avLst/>
            </a:prstGeom>
          </p:spPr>
        </p:pic>
        <p:pic>
          <p:nvPicPr>
            <p:cNvPr id="43" name="Line 41 [Figma I9887:101625;9557:12372]" descr="Line 41. градиент в обводке"/>
            <p:cNvPicPr>
              <a:picLocks noChangeAspect="1"/>
            </p:cNvPicPr>
            <p:nvPr/>
          </p:nvPicPr>
          <p:blipFill>
            <a:blip r:embed="rId39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10491314" y="2260097"/>
              <a:ext cx="379685" cy="46532"/>
            </a:xfrm>
            <a:prstGeom prst="rect">
              <a:avLst/>
            </a:prstGeom>
          </p:spPr>
        </p:pic>
        <p:pic>
          <p:nvPicPr>
            <p:cNvPr id="44" name="Line 42 [Figma I9887:101625;9557:12373]" descr="Line 42. градиент в обводке"/>
            <p:cNvPicPr>
              <a:picLocks noChangeAspect="1"/>
            </p:cNvPicPr>
            <p:nvPr/>
          </p:nvPicPr>
          <p:blipFill>
            <a:blip r:embed="rId39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/>
            </a:stretch>
          </p:blipFill>
          <p:spPr>
            <a:xfrm>
              <a:off x="10491314" y="2452874"/>
              <a:ext cx="379685" cy="46532"/>
            </a:xfrm>
            <a:prstGeom prst="rect">
              <a:avLst/>
            </a:prstGeom>
          </p:spPr>
        </p:pic>
      </p:grpSp>
      <p:grpSp>
        <p:nvGrpSpPr>
          <p:cNvPr id="86" name="Группа 85">
            <a:extLst>
              <a:ext uri="{FF2B5EF4-FFF2-40B4-BE49-F238E27FC236}">
                <a16:creationId xmlns:a16="http://schemas.microsoft.com/office/drawing/2014/main" id="{E4B021D4-840B-46B8-8D5B-D1A8C8FA9317}"/>
              </a:ext>
            </a:extLst>
          </p:cNvPr>
          <p:cNvGrpSpPr/>
          <p:nvPr/>
        </p:nvGrpSpPr>
        <p:grpSpPr>
          <a:xfrm>
            <a:off x="663599" y="3987601"/>
            <a:ext cx="507401" cy="507392"/>
            <a:chOff x="663599" y="3987601"/>
            <a:chExt cx="507401" cy="507392"/>
          </a:xfrm>
        </p:grpSpPr>
        <p:pic>
          <p:nvPicPr>
            <p:cNvPr id="47" name="Vector 45 (Stroke) [Figma I9887:101629;7965:11839]" descr="Vector 45 (Stroke). векторный контур"/>
            <p:cNvPicPr>
              <a:picLocks noChangeAspect="1"/>
            </p:cNvPicPr>
            <p:nvPr/>
          </p:nvPicPr>
          <p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/>
            </a:stretch>
          </p:blipFill>
          <p:spPr>
            <a:xfrm>
              <a:off x="663599" y="4226712"/>
              <a:ext cx="507401" cy="268281"/>
            </a:xfrm>
            <a:prstGeom prst="rect">
              <a:avLst/>
            </a:prstGeom>
          </p:spPr>
        </p:pic>
        <p:pic>
          <p:nvPicPr>
            <p:cNvPr id="48" name="Rectangle 16 (Stroke) [Figma I9887:101629;7965:11840]" descr="Rectangle 16 (Stroke). векторный контур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>
              <a:off x="888255" y="3987601"/>
              <a:ext cx="282742" cy="278649"/>
            </a:xfrm>
            <a:prstGeom prst="rect">
              <a:avLst/>
            </a:prstGeom>
          </p:spPr>
        </p:pic>
      </p:grpSp>
      <p:grpSp>
        <p:nvGrpSpPr>
          <p:cNvPr id="87" name="Группа 86">
            <a:extLst>
              <a:ext uri="{FF2B5EF4-FFF2-40B4-BE49-F238E27FC236}">
                <a16:creationId xmlns:a16="http://schemas.microsoft.com/office/drawing/2014/main" id="{30F7CA6C-CBBB-4912-85C9-74EC434625AD}"/>
              </a:ext>
            </a:extLst>
          </p:cNvPr>
          <p:cNvGrpSpPr/>
          <p:nvPr/>
        </p:nvGrpSpPr>
        <p:grpSpPr>
          <a:xfrm>
            <a:off x="1912942" y="3944789"/>
            <a:ext cx="507432" cy="518058"/>
            <a:chOff x="1912942" y="3944789"/>
            <a:chExt cx="507432" cy="518058"/>
          </a:xfrm>
        </p:grpSpPr>
        <p:pic>
          <p:nvPicPr>
            <p:cNvPr id="50" name="Vector 35 (Stroke) [Figma I9887:101630;7965:11858]" descr="Vector 35 (Stroke). векторный контур"/>
            <p:cNvPicPr>
              <a:picLocks noChangeAspect="1"/>
            </p:cNvPicPr>
            <p:nvPr/>
          </p:nvPicPr>
          <p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p:blipFill>
          <p:spPr>
            <a:xfrm>
              <a:off x="2012729" y="4227159"/>
              <a:ext cx="63694" cy="42465"/>
            </a:xfrm>
            <a:prstGeom prst="rect">
              <a:avLst/>
            </a:prstGeom>
          </p:spPr>
        </p:pic>
        <p:pic>
          <p:nvPicPr>
            <p:cNvPr id="51" name="Vector 36 (Stroke) [Figma I9887:101630;7965:11859]" descr="Vector 36 (Stroke). векторный контур"/>
            <p:cNvPicPr>
              <a:picLocks noChangeAspect="1"/>
            </p:cNvPicPr>
            <p:nvPr/>
          </p:nvPicPr>
          <p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>
              <a:off x="2012729" y="4303605"/>
              <a:ext cx="180468" cy="42465"/>
            </a:xfrm>
            <a:prstGeom prst="rect">
              <a:avLst/>
            </a:prstGeom>
          </p:spPr>
        </p:pic>
        <p:pic>
          <p:nvPicPr>
            <p:cNvPr id="52" name="Rectangle 13 (Stroke) [Figma I9887:101630;7965:11860]" descr="Rectangle 13 (Stroke). векторный контур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912942" y="3944789"/>
              <a:ext cx="507432" cy="518058"/>
            </a:xfrm>
            <a:prstGeom prst="rect">
              <a:avLst/>
            </a:prstGeom>
          </p:spPr>
        </p:pic>
      </p:grpSp>
      <p:grpSp>
        <p:nvGrpSpPr>
          <p:cNvPr id="88" name="Группа 87">
            <a:extLst>
              <a:ext uri="{FF2B5EF4-FFF2-40B4-BE49-F238E27FC236}">
                <a16:creationId xmlns:a16="http://schemas.microsoft.com/office/drawing/2014/main" id="{5365FA68-9007-4AF5-A32D-1267CFFC93E3}"/>
              </a:ext>
            </a:extLst>
          </p:cNvPr>
          <p:cNvGrpSpPr/>
          <p:nvPr/>
        </p:nvGrpSpPr>
        <p:grpSpPr>
          <a:xfrm>
            <a:off x="3105119" y="3976935"/>
            <a:ext cx="454361" cy="518058"/>
            <a:chOff x="3105119" y="3976935"/>
            <a:chExt cx="454361" cy="518058"/>
          </a:xfrm>
        </p:grpSpPr>
        <p:pic>
          <p:nvPicPr>
            <p:cNvPr id="54" name="Union [Figma I9887:101631;7965:11863]" descr="Union. векторный контур"/>
            <p:cNvPicPr>
              <a:picLocks noChangeAspect="1"/>
            </p:cNvPicPr>
            <p:nvPr/>
          </p:nvPicPr>
          <p:blipFill>
            <a:blip r:embed="rId50"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/>
            </a:stretch>
          </p:blipFill>
          <p:spPr>
            <a:xfrm>
              <a:off x="3115013" y="4087313"/>
              <a:ext cx="434077" cy="395030"/>
            </a:xfrm>
            <a:prstGeom prst="rect">
              <a:avLst/>
            </a:prstGeom>
          </p:spPr>
        </p:pic>
        <p:pic>
          <p:nvPicPr>
            <p:cNvPr id="55" name="Rectangle 25 (Stroke) [Figma I9887:101631;7965:11866]" descr="Rectangle 25 (Stroke). векторный контур"/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3105119" y="3976935"/>
              <a:ext cx="454361" cy="518058"/>
            </a:xfrm>
            <a:prstGeom prst="rect">
              <a:avLst/>
            </a:prstGeom>
          </p:spPr>
        </p:pic>
      </p:grpSp>
      <p:pic>
        <p:nvPicPr>
          <p:cNvPr id="57" name="Vector 39 (Stroke) [Figma I9887:101632;7965:11822]" descr="Vector 39 (Stroke). векторный контур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4279436" y="3980507"/>
            <a:ext cx="518058" cy="290852"/>
          </a:xfrm>
          <a:prstGeom prst="rect">
            <a:avLst/>
          </a:prstGeom>
        </p:spPr>
      </p:pic>
      <p:pic>
        <p:nvPicPr>
          <p:cNvPr id="58" name="Vector 40 (Stroke) [Figma I9887:101632;7965:11823]" descr="Vector 40 (Stroke). векторный контур"/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4279433" y="4219370"/>
            <a:ext cx="518064" cy="279195"/>
          </a:xfrm>
          <a:prstGeom prst="rect">
            <a:avLst/>
          </a:prstGeom>
        </p:spPr>
      </p:pic>
      <p:grpSp>
        <p:nvGrpSpPr>
          <p:cNvPr id="90" name="Группа 89">
            <a:extLst>
              <a:ext uri="{FF2B5EF4-FFF2-40B4-BE49-F238E27FC236}">
                <a16:creationId xmlns:a16="http://schemas.microsoft.com/office/drawing/2014/main" id="{F6D687E2-0830-45D9-9FAF-2850F8DF844A}"/>
              </a:ext>
            </a:extLst>
          </p:cNvPr>
          <p:cNvGrpSpPr/>
          <p:nvPr/>
        </p:nvGrpSpPr>
        <p:grpSpPr>
          <a:xfrm>
            <a:off x="5439458" y="4030512"/>
            <a:ext cx="613854" cy="518058"/>
            <a:chOff x="5439458" y="4030512"/>
            <a:chExt cx="613854" cy="518058"/>
          </a:xfrm>
        </p:grpSpPr>
        <p:pic>
          <p:nvPicPr>
            <p:cNvPr id="60" name="Rectangle 9 (Stroke) [Figma I9887:101633;7965:11818]" descr="Rectangle 9 (Stroke). векторный контур"/>
            <p:cNvPicPr>
              <a:picLocks noChangeAspect="1"/>
            </p:cNvPicPr>
            <p:nvPr/>
          </p:nvPicPr>
          <p:blipFill>
            <a:blip r:embed="rId55">
              <a:extLst>
                <a:ext uri="{96DAC541-7B7A-43D3-8B79-37D633B846F1}">
                  <asvg:svgBlip xmlns:asvg="http://schemas.microsoft.com/office/drawing/2016/SVG/main" r:embed="rId56"/>
                </a:ext>
              </a:extLst>
            </a:blip>
            <a:stretch>
              <a:fillRect/>
            </a:stretch>
          </p:blipFill>
          <p:spPr>
            <a:xfrm>
              <a:off x="5443014" y="4064643"/>
              <a:ext cx="525235" cy="237375"/>
            </a:xfrm>
            <a:prstGeom prst="rect">
              <a:avLst/>
            </a:prstGeom>
          </p:spPr>
        </p:pic>
        <p:pic>
          <p:nvPicPr>
            <p:cNvPr id="61" name="Rectangle 8 (Stroke) [Figma I9887:101633;7965:11819]" descr="Rectangle 8 (Stroke). векторный контур"/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5439458" y="4030512"/>
              <a:ext cx="613854" cy="518058"/>
            </a:xfrm>
            <a:prstGeom prst="rect">
              <a:avLst/>
            </a:prstGeom>
          </p:spPr>
        </p:pic>
      </p:grpSp>
      <p:grpSp>
        <p:nvGrpSpPr>
          <p:cNvPr id="91" name="Группа 90">
            <a:extLst>
              <a:ext uri="{FF2B5EF4-FFF2-40B4-BE49-F238E27FC236}">
                <a16:creationId xmlns:a16="http://schemas.microsoft.com/office/drawing/2014/main" id="{565CE6D6-D18D-4CEC-A470-AECDE415C172}"/>
              </a:ext>
            </a:extLst>
          </p:cNvPr>
          <p:cNvGrpSpPr/>
          <p:nvPr/>
        </p:nvGrpSpPr>
        <p:grpSpPr>
          <a:xfrm>
            <a:off x="6667364" y="3980507"/>
            <a:ext cx="568354" cy="518057"/>
            <a:chOff x="6667364" y="3980507"/>
            <a:chExt cx="568354" cy="518057"/>
          </a:xfrm>
        </p:grpSpPr>
        <p:pic>
          <p:nvPicPr>
            <p:cNvPr id="63" name="Vector 28 (Stroke) [Figma I9887:101634;7965:11835]" descr="Vector 28 (Stroke). векторный контур"/>
            <p:cNvPicPr>
              <a:picLocks noChangeAspect="1"/>
            </p:cNvPicPr>
            <p:nvPr/>
          </p:nvPicPr>
          <p:blipFill>
            <a:blip r:embed="rId57">
              <a:extLst>
                <a:ext uri="{96DAC541-7B7A-43D3-8B79-37D633B846F1}">
                  <asvg:svgBlip xmlns:asvg="http://schemas.microsoft.com/office/drawing/2016/SVG/main" r:embed="rId58"/>
                </a:ext>
              </a:extLst>
            </a:blip>
            <a:stretch>
              <a:fillRect/>
            </a:stretch>
          </p:blipFill>
          <p:spPr>
            <a:xfrm>
              <a:off x="6843402" y="3987055"/>
              <a:ext cx="384110" cy="511509"/>
            </a:xfrm>
            <a:prstGeom prst="rect">
              <a:avLst/>
            </a:prstGeom>
          </p:spPr>
        </p:pic>
        <p:pic>
          <p:nvPicPr>
            <p:cNvPr id="64" name="Vector 29 (Stroke) [Figma I9887:101634;7965:11836]" descr="Vector 29 (Stroke). векторный контур"/>
            <p:cNvPicPr>
              <a:picLocks noChangeAspect="1"/>
            </p:cNvPicPr>
            <p:nvPr/>
          </p:nvPicPr>
          <p:blipFill>
            <a:blip r:embed="rId59">
              <a:extLst>
                <a:ext uri="{96DAC541-7B7A-43D3-8B79-37D633B846F1}">
                  <asvg:svgBlip xmlns:asvg="http://schemas.microsoft.com/office/drawing/2016/SVG/main" r:embed="rId60"/>
                </a:ext>
              </a:extLst>
            </a:blip>
            <a:stretch>
              <a:fillRect/>
            </a:stretch>
          </p:blipFill>
          <p:spPr>
            <a:xfrm>
              <a:off x="6667364" y="3980507"/>
              <a:ext cx="568354" cy="457685"/>
            </a:xfrm>
            <a:prstGeom prst="rect">
              <a:avLst/>
            </a:prstGeom>
          </p:spPr>
        </p:pic>
      </p:grpSp>
      <p:grpSp>
        <p:nvGrpSpPr>
          <p:cNvPr id="92" name="Группа 91">
            <a:extLst>
              <a:ext uri="{FF2B5EF4-FFF2-40B4-BE49-F238E27FC236}">
                <a16:creationId xmlns:a16="http://schemas.microsoft.com/office/drawing/2014/main" id="{E4F5F6CF-CE88-454D-8EC0-49250EF170BC}"/>
              </a:ext>
            </a:extLst>
          </p:cNvPr>
          <p:cNvGrpSpPr/>
          <p:nvPr/>
        </p:nvGrpSpPr>
        <p:grpSpPr>
          <a:xfrm>
            <a:off x="7819166" y="3972272"/>
            <a:ext cx="682614" cy="536016"/>
            <a:chOff x="7819166" y="3972272"/>
            <a:chExt cx="682614" cy="536016"/>
          </a:xfrm>
        </p:grpSpPr>
        <p:pic>
          <p:nvPicPr>
            <p:cNvPr id="66" name="Rectangle 240663305 [Figma I9887:101635;9768:32256]" descr="Rectangle 240663305. векторный контур"/>
            <p:cNvPicPr>
              <a:picLocks noChangeAspect="1"/>
            </p:cNvPicPr>
            <p:nvPr/>
          </p:nvPicPr>
          <p:blipFill>
            <a:blip r:embed="rId61">
              <a:extLst>
                <a:ext uri="{96DAC541-7B7A-43D3-8B79-37D633B846F1}">
                  <asvg:svgBlip xmlns:asvg="http://schemas.microsoft.com/office/drawing/2016/SVG/main" r:embed="rId62"/>
                </a:ext>
              </a:extLst>
            </a:blip>
            <a:stretch>
              <a:fillRect/>
            </a:stretch>
          </p:blipFill>
          <p:spPr>
            <a:xfrm>
              <a:off x="7819166" y="3972272"/>
              <a:ext cx="578270" cy="531799"/>
            </a:xfrm>
            <a:prstGeom prst="rect">
              <a:avLst/>
            </a:prstGeom>
          </p:spPr>
        </p:pic>
        <p:pic>
          <p:nvPicPr>
            <p:cNvPr id="67" name="Rectangle 240663307 [Figma I9887:101635;9768:32257]" descr="Rectangle 240663307. векторный контур"/>
            <p:cNvPicPr>
              <a:picLocks noChangeAspect="1"/>
            </p:cNvPicPr>
            <p:nvPr/>
          </p:nvPicPr>
          <p:blipFill>
            <a:blip r:embed="rId63">
              <a:extLst>
                <a:ext uri="{96DAC541-7B7A-43D3-8B79-37D633B846F1}">
                  <asvg:svgBlip xmlns:asvg="http://schemas.microsoft.com/office/drawing/2016/SVG/main" r:embed="rId64"/>
                </a:ext>
              </a:extLst>
            </a:blip>
            <a:stretch>
              <a:fillRect/>
            </a:stretch>
          </p:blipFill>
          <p:spPr>
            <a:xfrm>
              <a:off x="7820022" y="4133350"/>
              <a:ext cx="681758" cy="374938"/>
            </a:xfrm>
            <a:prstGeom prst="rect">
              <a:avLst/>
            </a:prstGeom>
          </p:spPr>
        </p:pic>
      </p:grpSp>
      <p:grpSp>
        <p:nvGrpSpPr>
          <p:cNvPr id="93" name="Группа 92">
            <a:extLst>
              <a:ext uri="{FF2B5EF4-FFF2-40B4-BE49-F238E27FC236}">
                <a16:creationId xmlns:a16="http://schemas.microsoft.com/office/drawing/2014/main" id="{B046BA60-65B1-4003-BC80-678A2361C97F}"/>
              </a:ext>
            </a:extLst>
          </p:cNvPr>
          <p:cNvGrpSpPr/>
          <p:nvPr/>
        </p:nvGrpSpPr>
        <p:grpSpPr>
          <a:xfrm>
            <a:off x="9102900" y="3967981"/>
            <a:ext cx="568480" cy="520842"/>
            <a:chOff x="9102900" y="3967981"/>
            <a:chExt cx="568480" cy="520842"/>
          </a:xfrm>
        </p:grpSpPr>
        <p:pic>
          <p:nvPicPr>
            <p:cNvPr id="69" name="Line 38 [Figma I9887:101636;9768:32268]" descr="Line 38. векторный контур"/>
            <p:cNvPicPr>
              <a:picLocks noChangeAspect="1"/>
            </p:cNvPicPr>
            <p:nvPr/>
          </p:nvPicPr>
          <p:blipFill>
            <a:blip r:embed="rId65">
              <a:extLst>
                <a:ext uri="{96DAC541-7B7A-43D3-8B79-37D633B846F1}">
                  <asvg:svgBlip xmlns:asvg="http://schemas.microsoft.com/office/drawing/2016/SVG/main" r:embed="rId66"/>
                </a:ext>
              </a:extLst>
            </a:blip>
            <a:stretch>
              <a:fillRect/>
            </a:stretch>
          </p:blipFill>
          <p:spPr>
            <a:xfrm>
              <a:off x="9151349" y="4057102"/>
              <a:ext cx="45888" cy="336542"/>
            </a:xfrm>
            <a:prstGeom prst="rect">
              <a:avLst/>
            </a:prstGeom>
          </p:spPr>
        </p:pic>
        <p:pic>
          <p:nvPicPr>
            <p:cNvPr id="70" name="Line 39 [Figma I9887:101636;9768:32269]" descr="Line 39. векторный контур"/>
            <p:cNvPicPr>
              <a:picLocks noChangeAspect="1"/>
            </p:cNvPicPr>
            <p:nvPr/>
          </p:nvPicPr>
          <p:blipFill>
            <a:blip r:embed="rId67">
              <a:extLst>
                <a:ext uri="{96DAC541-7B7A-43D3-8B79-37D633B846F1}">
                  <asvg:svgBlip xmlns:asvg="http://schemas.microsoft.com/office/drawing/2016/SVG/main" r:embed="rId68"/>
                </a:ext>
              </a:extLst>
            </a:blip>
            <a:stretch>
              <a:fillRect/>
            </a:stretch>
          </p:blipFill>
          <p:spPr>
            <a:xfrm>
              <a:off x="9496913" y="4262529"/>
              <a:ext cx="45888" cy="119903"/>
            </a:xfrm>
            <a:prstGeom prst="rect">
              <a:avLst/>
            </a:prstGeom>
          </p:spPr>
        </p:pic>
        <p:pic>
          <p:nvPicPr>
            <p:cNvPr id="71" name="Vector 220 [Figma I9887:101636;9768:32270]" descr="Vector 220. векторный контур"/>
            <p:cNvPicPr>
              <a:picLocks noChangeAspect="1"/>
            </p:cNvPicPr>
            <p:nvPr/>
          </p:nvPicPr>
          <p:blipFill>
            <a:blip r:embed="rId69">
              <a:extLst>
                <a:ext uri="{96DAC541-7B7A-43D3-8B79-37D633B846F1}">
                  <asvg:svgBlip xmlns:asvg="http://schemas.microsoft.com/office/drawing/2016/SVG/main" r:embed="rId70"/>
                </a:ext>
              </a:extLst>
            </a:blip>
            <a:stretch>
              <a:fillRect/>
            </a:stretch>
          </p:blipFill>
          <p:spPr>
            <a:xfrm>
              <a:off x="9231482" y="3981251"/>
              <a:ext cx="312199" cy="208156"/>
            </a:xfrm>
            <a:prstGeom prst="rect">
              <a:avLst/>
            </a:prstGeom>
          </p:spPr>
        </p:pic>
        <p:sp>
          <p:nvSpPr>
            <p:cNvPr id="72" name="Rectangle 240663310 [Figma I9887:101636;9768:32271]"/>
            <p:cNvSpPr/>
            <p:nvPr/>
          </p:nvSpPr>
          <p:spPr>
            <a:xfrm>
              <a:off x="9368332" y="4174400"/>
              <a:ext cx="303048" cy="107854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45887">
              <a:solidFill>
                <a:srgbClr val="0A2896"/>
              </a:solidFill>
              <a:prstDash val="solid"/>
            </a:ln>
          </p:spPr>
        </p:sp>
        <p:sp>
          <p:nvSpPr>
            <p:cNvPr id="73" name="Rectangle 240663311 [Figma I9887:101636;9768:32272]"/>
            <p:cNvSpPr/>
            <p:nvPr/>
          </p:nvSpPr>
          <p:spPr>
            <a:xfrm>
              <a:off x="9368332" y="4380969"/>
              <a:ext cx="303048" cy="107854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45887">
              <a:solidFill>
                <a:srgbClr val="0A2896"/>
              </a:solidFill>
              <a:prstDash val="solid"/>
            </a:ln>
          </p:spPr>
        </p:sp>
        <p:sp>
          <p:nvSpPr>
            <p:cNvPr id="74" name="Rectangle 240663312 [Figma I9887:101636;9768:32273]"/>
            <p:cNvSpPr/>
            <p:nvPr/>
          </p:nvSpPr>
          <p:spPr>
            <a:xfrm>
              <a:off x="9102900" y="4380770"/>
              <a:ext cx="142780" cy="107854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45887">
              <a:solidFill>
                <a:srgbClr val="0A2896"/>
              </a:solidFill>
              <a:prstDash val="solid"/>
            </a:ln>
          </p:spPr>
        </p:sp>
        <p:sp>
          <p:nvSpPr>
            <p:cNvPr id="75" name="Rectangle 240663313 [Figma I9887:101636;9768:32274]"/>
            <p:cNvSpPr/>
            <p:nvPr/>
          </p:nvSpPr>
          <p:spPr>
            <a:xfrm>
              <a:off x="9102900" y="3967981"/>
              <a:ext cx="142780" cy="107854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 w="45887">
              <a:solidFill>
                <a:srgbClr val="0A2896"/>
              </a:solidFill>
              <a:prstDash val="solid"/>
            </a:ln>
          </p:spPr>
        </p:sp>
      </p:grpSp>
      <p:grpSp>
        <p:nvGrpSpPr>
          <p:cNvPr id="94" name="Группа 93">
            <a:extLst>
              <a:ext uri="{FF2B5EF4-FFF2-40B4-BE49-F238E27FC236}">
                <a16:creationId xmlns:a16="http://schemas.microsoft.com/office/drawing/2014/main" id="{69660524-0915-4D07-9BF7-F65502C833DE}"/>
              </a:ext>
            </a:extLst>
          </p:cNvPr>
          <p:cNvGrpSpPr/>
          <p:nvPr/>
        </p:nvGrpSpPr>
        <p:grpSpPr>
          <a:xfrm>
            <a:off x="10266415" y="3973614"/>
            <a:ext cx="589597" cy="516579"/>
            <a:chOff x="10266415" y="3973614"/>
            <a:chExt cx="589597" cy="516579"/>
          </a:xfrm>
        </p:grpSpPr>
        <p:sp>
          <p:nvSpPr>
            <p:cNvPr id="77" name="Ellipse 5020 [Figma I9887:101637;9768:32260]"/>
            <p:cNvSpPr/>
            <p:nvPr/>
          </p:nvSpPr>
          <p:spPr>
            <a:xfrm>
              <a:off x="10266415" y="3973614"/>
              <a:ext cx="144211" cy="144211"/>
            </a:xfrm>
            <a:prstGeom prst="ellipse">
              <a:avLst/>
            </a:prstGeom>
            <a:solidFill>
              <a:srgbClr val="FFFFFF">
                <a:alpha val="0"/>
              </a:srgbClr>
            </a:solidFill>
            <a:ln w="46339">
              <a:solidFill>
                <a:srgbClr val="0A2896"/>
              </a:solidFill>
              <a:prstDash val="solid"/>
            </a:ln>
          </p:spPr>
        </p:sp>
        <p:sp>
          <p:nvSpPr>
            <p:cNvPr id="78" name="Ellipse 5022 [Figma I9887:101637;9768:32261]"/>
            <p:cNvSpPr/>
            <p:nvPr/>
          </p:nvSpPr>
          <p:spPr>
            <a:xfrm>
              <a:off x="10277720" y="4368592"/>
              <a:ext cx="121601" cy="121601"/>
            </a:xfrm>
            <a:prstGeom prst="ellipse">
              <a:avLst/>
            </a:prstGeom>
            <a:solidFill>
              <a:srgbClr val="0A2896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79" name="Ellipse 5023 [Figma I9887:101637;9768:32262]"/>
            <p:cNvSpPr/>
            <p:nvPr/>
          </p:nvSpPr>
          <p:spPr>
            <a:xfrm>
              <a:off x="10277720" y="4176707"/>
              <a:ext cx="121601" cy="121601"/>
            </a:xfrm>
            <a:prstGeom prst="ellipse">
              <a:avLst/>
            </a:prstGeom>
            <a:solidFill>
              <a:srgbClr val="0A2896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80" name="Line 40 [Figma I9887:101637;9768:32263]" descr="Line 40. векторный контур"/>
            <p:cNvPicPr>
              <a:picLocks noChangeAspect="1"/>
            </p:cNvPicPr>
            <p:nvPr/>
          </p:nvPicPr>
          <p:blipFill>
            <a:blip r:embed="rId71">
              <a:extLst>
                <a:ext uri="{96DAC541-7B7A-43D3-8B79-37D633B846F1}">
                  <asvg:svgBlip xmlns:asvg="http://schemas.microsoft.com/office/drawing/2016/SVG/main" r:embed="rId72"/>
                </a:ext>
              </a:extLst>
            </a:blip>
            <a:stretch>
              <a:fillRect/>
            </a:stretch>
          </p:blipFill>
          <p:spPr>
            <a:xfrm>
              <a:off x="10478224" y="4022525"/>
              <a:ext cx="377788" cy="46334"/>
            </a:xfrm>
            <a:prstGeom prst="rect">
              <a:avLst/>
            </a:prstGeom>
          </p:spPr>
        </p:pic>
        <p:pic>
          <p:nvPicPr>
            <p:cNvPr id="81" name="Line 41 [Figma I9887:101637;9768:32264]" descr="Line 41. векторный контур"/>
            <p:cNvPicPr>
              <a:picLocks noChangeAspect="1"/>
            </p:cNvPicPr>
            <p:nvPr/>
          </p:nvPicPr>
          <p:blipFill>
            <a:blip r:embed="rId71">
              <a:extLst>
                <a:ext uri="{96DAC541-7B7A-43D3-8B79-37D633B846F1}">
                  <asvg:svgBlip xmlns:asvg="http://schemas.microsoft.com/office/drawing/2016/SVG/main" r:embed="rId72"/>
                </a:ext>
              </a:extLst>
            </a:blip>
            <a:stretch>
              <a:fillRect/>
            </a:stretch>
          </p:blipFill>
          <p:spPr>
            <a:xfrm>
              <a:off x="10478224" y="4214310"/>
              <a:ext cx="377788" cy="46334"/>
            </a:xfrm>
            <a:prstGeom prst="rect">
              <a:avLst/>
            </a:prstGeom>
          </p:spPr>
        </p:pic>
        <p:pic>
          <p:nvPicPr>
            <p:cNvPr id="82" name="Line 42 [Figma I9887:101637;9768:32265]" descr="Line 42. векторный контур"/>
            <p:cNvPicPr>
              <a:picLocks noChangeAspect="1"/>
            </p:cNvPicPr>
            <p:nvPr/>
          </p:nvPicPr>
          <p:blipFill>
            <a:blip r:embed="rId71">
              <a:extLst>
                <a:ext uri="{96DAC541-7B7A-43D3-8B79-37D633B846F1}">
                  <asvg:svgBlip xmlns:asvg="http://schemas.microsoft.com/office/drawing/2016/SVG/main" r:embed="rId72"/>
                </a:ext>
              </a:extLst>
            </a:blip>
            <a:stretch>
              <a:fillRect/>
            </a:stretch>
          </p:blipFill>
          <p:spPr>
            <a:xfrm>
              <a:off x="10478224" y="4406145"/>
              <a:ext cx="377788" cy="46334"/>
            </a:xfrm>
            <a:prstGeom prst="rect">
              <a:avLst/>
            </a:prstGeom>
          </p:spPr>
        </p:pic>
      </p:grpSp>
      <p:sp>
        <p:nvSpPr>
          <p:cNvPr id="83" name="Текст 111">
            <a:extLst>
              <a:ext uri="{FF2B5EF4-FFF2-40B4-BE49-F238E27FC236}">
                <a16:creationId xmlns:a16="http://schemas.microsoft.com/office/drawing/2014/main" id="{A0E75FA0-AED6-428B-B0F9-615AFF1FA8E7}"/>
              </a:ext>
            </a:extLst>
          </p:cNvPr>
          <p:cNvSpPr txBox="1">
            <a:spLocks/>
          </p:cNvSpPr>
          <p:nvPr/>
        </p:nvSpPr>
        <p:spPr>
          <a:xfrm>
            <a:off x="384658" y="1327872"/>
            <a:ext cx="1836116" cy="31716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rgbClr val="ACB6C3"/>
                </a:solidFill>
                <a:latin typeface="+mj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VTB Group Book" panose="020B0503040504020204" pitchFamily="34" charset="-52"/>
              </a:rPr>
              <a:t>Градиент</a:t>
            </a:r>
          </a:p>
        </p:txBody>
      </p:sp>
      <p:sp>
        <p:nvSpPr>
          <p:cNvPr id="84" name="Текст 111">
            <a:extLst>
              <a:ext uri="{FF2B5EF4-FFF2-40B4-BE49-F238E27FC236}">
                <a16:creationId xmlns:a16="http://schemas.microsoft.com/office/drawing/2014/main" id="{D1B3D598-CB71-4517-9690-3353B087233B}"/>
              </a:ext>
            </a:extLst>
          </p:cNvPr>
          <p:cNvSpPr txBox="1">
            <a:spLocks/>
          </p:cNvSpPr>
          <p:nvPr/>
        </p:nvSpPr>
        <p:spPr>
          <a:xfrm>
            <a:off x="380990" y="3270417"/>
            <a:ext cx="1836116" cy="31716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rgbClr val="ACB6C3"/>
                </a:solidFill>
                <a:latin typeface="+mj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VTB Group Book" panose="020B0503040504020204" pitchFamily="34" charset="-52"/>
              </a:rPr>
              <a:t>Заливка</a:t>
            </a:r>
          </a:p>
        </p:txBody>
      </p:sp>
      <p:sp>
        <p:nvSpPr>
          <p:cNvPr id="85" name="Заголовок 84">
            <a:extLst>
              <a:ext uri="{FF2B5EF4-FFF2-40B4-BE49-F238E27FC236}">
                <a16:creationId xmlns:a16="http://schemas.microsoft.com/office/drawing/2014/main" id="{265B9BCF-C7AF-42AD-93D4-C784C3B74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Иконки менеджмент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to-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ragraph [Figma I9887:105151;8961:9272]"/>
          <p:cNvSpPr txBox="1"/>
          <p:nvPr/>
        </p:nvSpPr>
        <p:spPr>
          <a:xfrm>
            <a:off x="11823404" y="6503902"/>
            <a:ext cx="114297" cy="140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kern="0" spc="-15" dirty="0">
                <a:solidFill>
                  <a:srgbClr val="ACB6C3"/>
                </a:solidFill>
                <a:latin typeface="VTB Group Book" panose="020B0503040504020204" pitchFamily="34" charset="-52"/>
                <a:ea typeface="VTB Group" pitchFamily="34" charset="-122"/>
                <a:cs typeface="VTB Group" pitchFamily="34" charset="-120"/>
              </a:rPr>
              <a:t>01</a:t>
            </a:r>
            <a:endParaRPr lang="en-US" sz="800" dirty="0">
              <a:latin typeface="VTB Group Book" panose="020B0503040504020204" pitchFamily="34" charset="-52"/>
            </a:endParaRPr>
          </a:p>
        </p:txBody>
      </p:sp>
      <p:sp>
        <p:nvSpPr>
          <p:cNvPr id="7" name="Градиент [Figma I9887:105155;9076:48905]"/>
          <p:cNvSpPr txBox="1"/>
          <p:nvPr/>
        </p:nvSpPr>
        <p:spPr>
          <a:xfrm>
            <a:off x="380990" y="1843423"/>
            <a:ext cx="8239307" cy="327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altLang="en-US" sz="1900" kern="0" spc="-15" dirty="0">
                <a:solidFill>
                  <a:srgbClr val="ACB6C3"/>
                </a:solidFill>
                <a:latin typeface="VTB Group Book" panose="020B0503040504020204" pitchFamily="34" charset="-52"/>
                <a:ea typeface="VTB Group" pitchFamily="34" charset="-122"/>
                <a:cs typeface="VTB Group" pitchFamily="34" charset="-120"/>
              </a:rPr>
              <a:t>Градиент</a:t>
            </a:r>
            <a:endParaRPr lang="en-US" sz="1900" dirty="0">
              <a:latin typeface="VTB Group Book" panose="020B0503040504020204" pitchFamily="34" charset="-52"/>
            </a:endParaRPr>
          </a:p>
        </p:txBody>
      </p:sp>
      <p:grpSp>
        <p:nvGrpSpPr>
          <p:cNvPr id="68" name="Группа 67">
            <a:extLst>
              <a:ext uri="{FF2B5EF4-FFF2-40B4-BE49-F238E27FC236}">
                <a16:creationId xmlns:a16="http://schemas.microsoft.com/office/drawing/2014/main" id="{D2B35915-DF15-49E8-8445-1CAD75B7957C}"/>
              </a:ext>
            </a:extLst>
          </p:cNvPr>
          <p:cNvGrpSpPr/>
          <p:nvPr/>
        </p:nvGrpSpPr>
        <p:grpSpPr>
          <a:xfrm>
            <a:off x="661980" y="2542764"/>
            <a:ext cx="518058" cy="518058"/>
            <a:chOff x="661980" y="2542764"/>
            <a:chExt cx="518058" cy="518058"/>
          </a:xfrm>
        </p:grpSpPr>
        <p:pic>
          <p:nvPicPr>
            <p:cNvPr id="9" name="Vector 59 (Stroke) [Figma I9887:105157;7965:11778]" descr="Vector 59 (Stroke). градиент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3209" y="2542764"/>
              <a:ext cx="475593" cy="518058"/>
            </a:xfrm>
            <a:prstGeom prst="rect">
              <a:avLst/>
            </a:prstGeom>
          </p:spPr>
        </p:pic>
        <p:pic>
          <p:nvPicPr>
            <p:cNvPr id="10" name="Ellipse 47 (Stroke) [Figma I9887:105157;7965:11779]" descr="Ellipse 47 (Stroke). векторный контур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61980" y="2542764"/>
              <a:ext cx="518058" cy="518058"/>
            </a:xfrm>
            <a:prstGeom prst="rect">
              <a:avLst/>
            </a:prstGeom>
          </p:spPr>
        </p:pic>
      </p:grpSp>
      <p:grpSp>
        <p:nvGrpSpPr>
          <p:cNvPr id="69" name="Группа 68">
            <a:extLst>
              <a:ext uri="{FF2B5EF4-FFF2-40B4-BE49-F238E27FC236}">
                <a16:creationId xmlns:a16="http://schemas.microsoft.com/office/drawing/2014/main" id="{2B3A060D-8F34-44F3-8997-612B69F68AF6}"/>
              </a:ext>
            </a:extLst>
          </p:cNvPr>
          <p:cNvGrpSpPr/>
          <p:nvPr/>
        </p:nvGrpSpPr>
        <p:grpSpPr>
          <a:xfrm>
            <a:off x="1866494" y="2565534"/>
            <a:ext cx="518054" cy="475196"/>
            <a:chOff x="1866494" y="2565534"/>
            <a:chExt cx="518054" cy="475196"/>
          </a:xfrm>
        </p:grpSpPr>
        <p:pic>
          <p:nvPicPr>
            <p:cNvPr id="12" name="Vector [Figma I9887:105158;7965:11745]" descr="Vector. векторный контур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866494" y="2565534"/>
              <a:ext cx="341831" cy="475196"/>
            </a:xfrm>
            <a:prstGeom prst="rect">
              <a:avLst/>
            </a:prstGeom>
          </p:spPr>
        </p:pic>
        <p:pic>
          <p:nvPicPr>
            <p:cNvPr id="13" name="Union [Figma I9887:105158;7965:11746]" descr="Union. градиент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160022" y="2565534"/>
              <a:ext cx="224526" cy="475196"/>
            </a:xfrm>
            <a:prstGeom prst="rect">
              <a:avLst/>
            </a:prstGeom>
          </p:spPr>
        </p:pic>
      </p:grpSp>
      <p:grpSp>
        <p:nvGrpSpPr>
          <p:cNvPr id="70" name="Группа 69">
            <a:extLst>
              <a:ext uri="{FF2B5EF4-FFF2-40B4-BE49-F238E27FC236}">
                <a16:creationId xmlns:a16="http://schemas.microsoft.com/office/drawing/2014/main" id="{EAEC75F4-DCD4-45B2-946E-A73DBA632C0A}"/>
              </a:ext>
            </a:extLst>
          </p:cNvPr>
          <p:cNvGrpSpPr/>
          <p:nvPr/>
        </p:nvGrpSpPr>
        <p:grpSpPr>
          <a:xfrm>
            <a:off x="3026518" y="2597680"/>
            <a:ext cx="613854" cy="518058"/>
            <a:chOff x="3026518" y="2597680"/>
            <a:chExt cx="613854" cy="518058"/>
          </a:xfrm>
        </p:grpSpPr>
        <p:pic>
          <p:nvPicPr>
            <p:cNvPr id="15" name="Rectangle 9 (Stroke) [Figma I9887:105159;7965:11749]" descr="Rectangle 9 (Stroke). градиент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3030071" y="2631811"/>
              <a:ext cx="525235" cy="237375"/>
            </a:xfrm>
            <a:prstGeom prst="rect">
              <a:avLst/>
            </a:prstGeom>
          </p:spPr>
        </p:pic>
        <p:pic>
          <p:nvPicPr>
            <p:cNvPr id="16" name="Rectangle 8 (Stroke) [Figma I9887:105159;7965:11750]" descr="Rectangle 8 (Stroke). векторный контур"/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3026518" y="2597680"/>
              <a:ext cx="613854" cy="518058"/>
            </a:xfrm>
            <a:prstGeom prst="rect">
              <a:avLst/>
            </a:prstGeom>
          </p:spPr>
        </p:pic>
      </p:grpSp>
      <p:grpSp>
        <p:nvGrpSpPr>
          <p:cNvPr id="71" name="Группа 70">
            <a:extLst>
              <a:ext uri="{FF2B5EF4-FFF2-40B4-BE49-F238E27FC236}">
                <a16:creationId xmlns:a16="http://schemas.microsoft.com/office/drawing/2014/main" id="{592E03EC-ACD2-4E91-82A0-884CEF5AEC3B}"/>
              </a:ext>
            </a:extLst>
          </p:cNvPr>
          <p:cNvGrpSpPr/>
          <p:nvPr/>
        </p:nvGrpSpPr>
        <p:grpSpPr>
          <a:xfrm>
            <a:off x="4254425" y="2547675"/>
            <a:ext cx="568354" cy="518058"/>
            <a:chOff x="4254425" y="2547675"/>
            <a:chExt cx="568354" cy="518058"/>
          </a:xfrm>
        </p:grpSpPr>
        <p:pic>
          <p:nvPicPr>
            <p:cNvPr id="18" name="Vector 28 (Stroke) [Figma I9887:105160;7965:11766]" descr="Vector 28 (Stroke). градиент"/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4430462" y="2554224"/>
              <a:ext cx="384110" cy="511509"/>
            </a:xfrm>
            <a:prstGeom prst="rect">
              <a:avLst/>
            </a:prstGeom>
          </p:spPr>
        </p:pic>
        <p:pic>
          <p:nvPicPr>
            <p:cNvPr id="19" name="Vector 29 (Stroke) [Figma I9887:105160;7965:11767]" descr="Vector 29 (Stroke). векторный контур"/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4254425" y="2547675"/>
              <a:ext cx="568354" cy="457685"/>
            </a:xfrm>
            <a:prstGeom prst="rect">
              <a:avLst/>
            </a:prstGeom>
          </p:spPr>
        </p:pic>
      </p:grpSp>
      <p:grpSp>
        <p:nvGrpSpPr>
          <p:cNvPr id="72" name="Группа 71">
            <a:extLst>
              <a:ext uri="{FF2B5EF4-FFF2-40B4-BE49-F238E27FC236}">
                <a16:creationId xmlns:a16="http://schemas.microsoft.com/office/drawing/2014/main" id="{78D54555-EF4B-465F-A178-033C7E850DC4}"/>
              </a:ext>
            </a:extLst>
          </p:cNvPr>
          <p:cNvGrpSpPr/>
          <p:nvPr/>
        </p:nvGrpSpPr>
        <p:grpSpPr>
          <a:xfrm>
            <a:off x="5422175" y="2488493"/>
            <a:ext cx="565350" cy="621887"/>
            <a:chOff x="5422175" y="2488493"/>
            <a:chExt cx="565350" cy="621887"/>
          </a:xfrm>
        </p:grpSpPr>
        <p:pic>
          <p:nvPicPr>
            <p:cNvPr id="21" name="Vector [Figma I9887:105161;9557:13193]" descr="Vector. векторный контур"/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5422175" y="2507592"/>
              <a:ext cx="560615" cy="602788"/>
            </a:xfrm>
            <a:prstGeom prst="rect">
              <a:avLst/>
            </a:prstGeom>
          </p:spPr>
        </p:pic>
        <p:pic>
          <p:nvPicPr>
            <p:cNvPr id="22" name="Ellipse 5023 [Figma I9887:105161;9557:13194]" descr="Ellipse 5023. отражение или наклон"/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5693178" y="2488493"/>
              <a:ext cx="294347" cy="315458"/>
            </a:xfrm>
            <a:prstGeom prst="rect">
              <a:avLst/>
            </a:prstGeom>
          </p:spPr>
        </p:pic>
        <p:pic>
          <p:nvPicPr>
            <p:cNvPr id="23" name="Ellipse 5024 [Figma I9887:105161;9557:13195]" descr="Ellipse 5024. отражение или наклон"/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5704759" y="2581111"/>
              <a:ext cx="203896" cy="218871"/>
            </a:xfrm>
            <a:prstGeom prst="rect">
              <a:avLst/>
            </a:prstGeom>
          </p:spPr>
        </p:pic>
        <p:pic>
          <p:nvPicPr>
            <p:cNvPr id="24" name="Ellipse 5025 [Figma I9887:105161;9557:13196]" descr="Ellipse 5025. отражение или наклон"/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5705311" y="2668074"/>
              <a:ext cx="130364" cy="140391"/>
            </a:xfrm>
            <a:prstGeom prst="rect">
              <a:avLst/>
            </a:prstGeom>
          </p:spPr>
        </p:pic>
      </p:grpSp>
      <p:grpSp>
        <p:nvGrpSpPr>
          <p:cNvPr id="73" name="Группа 72">
            <a:extLst>
              <a:ext uri="{FF2B5EF4-FFF2-40B4-BE49-F238E27FC236}">
                <a16:creationId xmlns:a16="http://schemas.microsoft.com/office/drawing/2014/main" id="{E7A01268-6746-4F98-B78E-C12E5F21ECF0}"/>
              </a:ext>
            </a:extLst>
          </p:cNvPr>
          <p:cNvGrpSpPr/>
          <p:nvPr/>
        </p:nvGrpSpPr>
        <p:grpSpPr>
          <a:xfrm>
            <a:off x="6536889" y="2490924"/>
            <a:ext cx="755894" cy="600655"/>
            <a:chOff x="6536889" y="2490924"/>
            <a:chExt cx="755894" cy="600655"/>
          </a:xfrm>
        </p:grpSpPr>
        <p:pic>
          <p:nvPicPr>
            <p:cNvPr id="26" name="Vector [Figma I9887:105162;9557:13199]" descr="Vector. градиент в обводке"/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6536889" y="2636474"/>
              <a:ext cx="475956" cy="455105"/>
            </a:xfrm>
            <a:prstGeom prst="rect">
              <a:avLst/>
            </a:prstGeom>
          </p:spPr>
        </p:pic>
        <p:pic>
          <p:nvPicPr>
            <p:cNvPr id="27" name="Vector [Figma I9887:105162;9557:13200]" descr="Vector. отражение или наклон"/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6816843" y="2490924"/>
              <a:ext cx="475940" cy="455105"/>
            </a:xfrm>
            <a:prstGeom prst="rect">
              <a:avLst/>
            </a:prstGeom>
          </p:spPr>
        </p:pic>
        <p:pic>
          <p:nvPicPr>
            <p:cNvPr id="28" name="Line 43 (Stroke) [Figma I9887:105162;9557:13202]" descr="Line 43 (Stroke). градиент"/>
            <p:cNvPicPr>
              <a:picLocks noChangeAspect="1"/>
            </p:cNvPicPr>
            <p:nvPr/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6949858" y="2643369"/>
              <a:ext cx="49174" cy="51543"/>
            </a:xfrm>
            <a:prstGeom prst="rect">
              <a:avLst/>
            </a:prstGeom>
          </p:spPr>
        </p:pic>
        <p:pic>
          <p:nvPicPr>
            <p:cNvPr id="29" name="Line 43 (Stroke) [Figma I9887:105162;9557:13203]" descr="Line 43 (Stroke). градиент"/>
            <p:cNvPicPr>
              <a:picLocks noChangeAspect="1"/>
            </p:cNvPicPr>
            <p:nvPr/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7033339" y="2643369"/>
              <a:ext cx="49174" cy="51543"/>
            </a:xfrm>
            <a:prstGeom prst="rect">
              <a:avLst/>
            </a:prstGeom>
          </p:spPr>
        </p:pic>
        <p:pic>
          <p:nvPicPr>
            <p:cNvPr id="30" name="Line 43 (Stroke) [Figma I9887:105162;9557:13204]" descr="Line 43 (Stroke). градиент"/>
            <p:cNvPicPr>
              <a:picLocks noChangeAspect="1"/>
            </p:cNvPicPr>
            <p:nvPr/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7116820" y="2643369"/>
              <a:ext cx="49174" cy="51543"/>
            </a:xfrm>
            <a:prstGeom prst="rect">
              <a:avLst/>
            </a:prstGeom>
          </p:spPr>
        </p:pic>
      </p:grpSp>
      <p:grpSp>
        <p:nvGrpSpPr>
          <p:cNvPr id="74" name="Группа 73">
            <a:extLst>
              <a:ext uri="{FF2B5EF4-FFF2-40B4-BE49-F238E27FC236}">
                <a16:creationId xmlns:a16="http://schemas.microsoft.com/office/drawing/2014/main" id="{9E4CB168-9677-4869-8DD5-9A621FBD6D42}"/>
              </a:ext>
            </a:extLst>
          </p:cNvPr>
          <p:cNvGrpSpPr/>
          <p:nvPr/>
        </p:nvGrpSpPr>
        <p:grpSpPr>
          <a:xfrm>
            <a:off x="7719426" y="2550652"/>
            <a:ext cx="752106" cy="519050"/>
            <a:chOff x="7719426" y="2550652"/>
            <a:chExt cx="752106" cy="519050"/>
          </a:xfrm>
        </p:grpSpPr>
        <p:pic>
          <p:nvPicPr>
            <p:cNvPr id="32" name="Vector 226 [Figma I9887:105163;9557:13248]" descr="Vector 226. векторный контур"/>
            <p:cNvPicPr>
              <a:picLocks noChangeAspect="1"/>
            </p:cNvPicPr>
            <p:nvPr/>
          </p:nvPicPr>
          <p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7719426" y="2551148"/>
              <a:ext cx="455725" cy="518554"/>
            </a:xfrm>
            <a:prstGeom prst="rect">
              <a:avLst/>
            </a:prstGeom>
          </p:spPr>
        </p:pic>
        <p:pic>
          <p:nvPicPr>
            <p:cNvPr id="33" name="Rectangle 240663332 [Figma I9887:105163;9557:13249]" descr="Rectangle 240663332. векторный контур"/>
            <p:cNvPicPr>
              <a:picLocks noChangeAspect="1"/>
            </p:cNvPicPr>
            <p:nvPr/>
          </p:nvPicPr>
          <p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8070419" y="2830045"/>
              <a:ext cx="199893" cy="189503"/>
            </a:xfrm>
            <a:prstGeom prst="rect">
              <a:avLst/>
            </a:prstGeom>
          </p:spPr>
        </p:pic>
        <p:pic>
          <p:nvPicPr>
            <p:cNvPr id="34" name="Rectangle 240663333 [Figma I9887:105163;9557:13250]" descr="Rectangle 240663333. векторный контур"/>
            <p:cNvPicPr>
              <a:picLocks noChangeAspect="1"/>
            </p:cNvPicPr>
            <p:nvPr/>
          </p:nvPicPr>
          <p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8158089" y="2852120"/>
              <a:ext cx="190421" cy="110973"/>
            </a:xfrm>
            <a:prstGeom prst="rect">
              <a:avLst/>
            </a:prstGeom>
          </p:spPr>
        </p:pic>
        <p:pic>
          <p:nvPicPr>
            <p:cNvPr id="35" name="Vector 227 [Figma I9887:105163;9557:13251]" descr="Vector 227. градиент в обводке"/>
            <p:cNvPicPr>
              <a:picLocks noChangeAspect="1"/>
            </p:cNvPicPr>
            <p:nvPr/>
          </p:nvPicPr>
          <p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/>
            </a:stretch>
          </p:blipFill>
          <p:spPr>
            <a:xfrm>
              <a:off x="7960264" y="2550652"/>
              <a:ext cx="511268" cy="316401"/>
            </a:xfrm>
            <a:prstGeom prst="rect">
              <a:avLst/>
            </a:prstGeom>
          </p:spPr>
        </p:pic>
      </p:grpSp>
      <p:sp>
        <p:nvSpPr>
          <p:cNvPr id="36" name="Заливка [Figma I9887:105165;9076:48907]"/>
          <p:cNvSpPr txBox="1"/>
          <p:nvPr/>
        </p:nvSpPr>
        <p:spPr>
          <a:xfrm>
            <a:off x="380990" y="3792824"/>
            <a:ext cx="8239306" cy="327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ru-RU" altLang="en-US" sz="1900" kern="0" spc="-15" dirty="0">
                <a:solidFill>
                  <a:srgbClr val="ACB6C3"/>
                </a:solidFill>
                <a:latin typeface="VTB Group Book" panose="020B0503040504020204" pitchFamily="34" charset="-52"/>
                <a:ea typeface="VTB Group" pitchFamily="34" charset="-122"/>
                <a:cs typeface="VTB Group" pitchFamily="34" charset="-120"/>
              </a:rPr>
              <a:t>Заливка</a:t>
            </a:r>
            <a:endParaRPr lang="en-US" sz="1900" dirty="0">
              <a:latin typeface="VTB Group Book" panose="020B0503040504020204" pitchFamily="34" charset="-52"/>
            </a:endParaRPr>
          </a:p>
        </p:txBody>
      </p:sp>
      <p:grpSp>
        <p:nvGrpSpPr>
          <p:cNvPr id="81" name="Группа 80">
            <a:extLst>
              <a:ext uri="{FF2B5EF4-FFF2-40B4-BE49-F238E27FC236}">
                <a16:creationId xmlns:a16="http://schemas.microsoft.com/office/drawing/2014/main" id="{1882666E-91B7-4CEE-834E-8B7F90287029}"/>
              </a:ext>
            </a:extLst>
          </p:cNvPr>
          <p:cNvGrpSpPr/>
          <p:nvPr/>
        </p:nvGrpSpPr>
        <p:grpSpPr>
          <a:xfrm>
            <a:off x="660024" y="4493505"/>
            <a:ext cx="518058" cy="518058"/>
            <a:chOff x="660024" y="4493505"/>
            <a:chExt cx="518058" cy="518058"/>
          </a:xfrm>
        </p:grpSpPr>
        <p:pic>
          <p:nvPicPr>
            <p:cNvPr id="38" name="Vector 59 (Stroke) [Figma I9887:105167;7965:11847]" descr="Vector 59 (Stroke). векторный контур"/>
            <p:cNvPicPr>
              <a:picLocks noChangeAspect="1"/>
            </p:cNvPicPr>
            <p:nvPr/>
          </p:nvPicPr>
          <p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/>
            </a:stretch>
          </p:blipFill>
          <p:spPr>
            <a:xfrm>
              <a:off x="681256" y="4493505"/>
              <a:ext cx="475593" cy="518058"/>
            </a:xfrm>
            <a:prstGeom prst="rect">
              <a:avLst/>
            </a:prstGeom>
          </p:spPr>
        </p:pic>
        <p:pic>
          <p:nvPicPr>
            <p:cNvPr id="39" name="Ellipse 47 (Stroke) [Figma I9887:105167;7965:11848]" descr="Ellipse 47 (Stroke). векторный контур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60024" y="4493505"/>
              <a:ext cx="518058" cy="518058"/>
            </a:xfrm>
            <a:prstGeom prst="rect">
              <a:avLst/>
            </a:prstGeom>
          </p:spPr>
        </p:pic>
      </p:grpSp>
      <p:grpSp>
        <p:nvGrpSpPr>
          <p:cNvPr id="80" name="Группа 79">
            <a:extLst>
              <a:ext uri="{FF2B5EF4-FFF2-40B4-BE49-F238E27FC236}">
                <a16:creationId xmlns:a16="http://schemas.microsoft.com/office/drawing/2014/main" id="{0AD0119C-AE46-4ABC-90C3-2E3345029459}"/>
              </a:ext>
            </a:extLst>
          </p:cNvPr>
          <p:cNvGrpSpPr/>
          <p:nvPr/>
        </p:nvGrpSpPr>
        <p:grpSpPr>
          <a:xfrm>
            <a:off x="1866494" y="4514936"/>
            <a:ext cx="518054" cy="475196"/>
            <a:chOff x="1866494" y="4514936"/>
            <a:chExt cx="518054" cy="475196"/>
          </a:xfrm>
        </p:grpSpPr>
        <p:pic>
          <p:nvPicPr>
            <p:cNvPr id="41" name="Vector [Figma I9887:105168;7965:11814]" descr="Vector. векторный контур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866494" y="4514936"/>
              <a:ext cx="341831" cy="475196"/>
            </a:xfrm>
            <a:prstGeom prst="rect">
              <a:avLst/>
            </a:prstGeom>
          </p:spPr>
        </p:pic>
        <p:pic>
          <p:nvPicPr>
            <p:cNvPr id="42" name="Union [Figma I9887:105168;7965:11815]" descr="Union. векторный контур"/>
            <p:cNvPicPr>
              <a:picLocks noChangeAspect="1"/>
            </p:cNvPicPr>
            <p:nvPr/>
          </p:nvPicPr>
          <p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/>
            </a:stretch>
          </p:blipFill>
          <p:spPr>
            <a:xfrm>
              <a:off x="2160022" y="4514936"/>
              <a:ext cx="224526" cy="475196"/>
            </a:xfrm>
            <a:prstGeom prst="rect">
              <a:avLst/>
            </a:prstGeom>
          </p:spPr>
        </p:pic>
      </p:grpSp>
      <p:grpSp>
        <p:nvGrpSpPr>
          <p:cNvPr id="79" name="Группа 78">
            <a:extLst>
              <a:ext uri="{FF2B5EF4-FFF2-40B4-BE49-F238E27FC236}">
                <a16:creationId xmlns:a16="http://schemas.microsoft.com/office/drawing/2014/main" id="{211F8AFB-D0AB-4CB6-9034-74818EBD07AC}"/>
              </a:ext>
            </a:extLst>
          </p:cNvPr>
          <p:cNvGrpSpPr/>
          <p:nvPr/>
        </p:nvGrpSpPr>
        <p:grpSpPr>
          <a:xfrm>
            <a:off x="3026518" y="4547082"/>
            <a:ext cx="613854" cy="518058"/>
            <a:chOff x="3026518" y="4547082"/>
            <a:chExt cx="613854" cy="518058"/>
          </a:xfrm>
        </p:grpSpPr>
        <p:pic>
          <p:nvPicPr>
            <p:cNvPr id="44" name="Rectangle 9 (Stroke) [Figma I9887:105169;7965:11818]" descr="Rectangle 9 (Stroke). векторный контур"/>
            <p:cNvPicPr>
              <a:picLocks noChangeAspect="1"/>
            </p:cNvPicPr>
            <p:nvPr/>
          </p:nvPicPr>
          <p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/>
            </a:stretch>
          </p:blipFill>
          <p:spPr>
            <a:xfrm>
              <a:off x="3030074" y="4581212"/>
              <a:ext cx="525235" cy="237375"/>
            </a:xfrm>
            <a:prstGeom prst="rect">
              <a:avLst/>
            </a:prstGeom>
          </p:spPr>
        </p:pic>
        <p:pic>
          <p:nvPicPr>
            <p:cNvPr id="45" name="Rectangle 8 (Stroke) [Figma I9887:105169;7965:11819]" descr="Rectangle 8 (Stroke). векторный контур"/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3026518" y="4547082"/>
              <a:ext cx="613854" cy="518058"/>
            </a:xfrm>
            <a:prstGeom prst="rect">
              <a:avLst/>
            </a:prstGeom>
          </p:spPr>
        </p:pic>
      </p:grpSp>
      <p:grpSp>
        <p:nvGrpSpPr>
          <p:cNvPr id="78" name="Группа 77">
            <a:extLst>
              <a:ext uri="{FF2B5EF4-FFF2-40B4-BE49-F238E27FC236}">
                <a16:creationId xmlns:a16="http://schemas.microsoft.com/office/drawing/2014/main" id="{0BC57D13-E437-4D4E-B00D-9E2943BE3F4E}"/>
              </a:ext>
            </a:extLst>
          </p:cNvPr>
          <p:cNvGrpSpPr/>
          <p:nvPr/>
        </p:nvGrpSpPr>
        <p:grpSpPr>
          <a:xfrm>
            <a:off x="4254425" y="4497077"/>
            <a:ext cx="568354" cy="518057"/>
            <a:chOff x="4254425" y="4497077"/>
            <a:chExt cx="568354" cy="518057"/>
          </a:xfrm>
        </p:grpSpPr>
        <p:pic>
          <p:nvPicPr>
            <p:cNvPr id="47" name="Vector 28 (Stroke) [Figma I9887:105170;7965:11835]" descr="Vector 28 (Stroke). векторный контур"/>
            <p:cNvPicPr>
              <a:picLocks noChangeAspect="1"/>
            </p:cNvPicPr>
            <p:nvPr/>
          </p:nvPicPr>
          <p:blipFill>
            <a:blip r:embed="rId49"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/>
            </a:stretch>
          </p:blipFill>
          <p:spPr>
            <a:xfrm>
              <a:off x="4430462" y="4503625"/>
              <a:ext cx="384110" cy="511509"/>
            </a:xfrm>
            <a:prstGeom prst="rect">
              <a:avLst/>
            </a:prstGeom>
          </p:spPr>
        </p:pic>
        <p:pic>
          <p:nvPicPr>
            <p:cNvPr id="48" name="Vector 29 (Stroke) [Figma I9887:105170;7965:11836]" descr="Vector 29 (Stroke). векторный контур"/>
            <p:cNvPicPr>
              <a:picLocks noChangeAspect="1"/>
            </p:cNvPicPr>
            <p:nvPr/>
          </p:nvPicPr>
          <p:blipFill>
            <a:blip r:embed="rId51"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/>
            </a:stretch>
          </p:blipFill>
          <p:spPr>
            <a:xfrm>
              <a:off x="4254425" y="4497077"/>
              <a:ext cx="568354" cy="457685"/>
            </a:xfrm>
            <a:prstGeom prst="rect">
              <a:avLst/>
            </a:prstGeom>
          </p:spPr>
        </p:pic>
      </p:grpSp>
      <p:grpSp>
        <p:nvGrpSpPr>
          <p:cNvPr id="77" name="Группа 76">
            <a:extLst>
              <a:ext uri="{FF2B5EF4-FFF2-40B4-BE49-F238E27FC236}">
                <a16:creationId xmlns:a16="http://schemas.microsoft.com/office/drawing/2014/main" id="{09F90D84-1154-4E7B-A11E-52BF07692D9D}"/>
              </a:ext>
            </a:extLst>
          </p:cNvPr>
          <p:cNvGrpSpPr/>
          <p:nvPr/>
        </p:nvGrpSpPr>
        <p:grpSpPr>
          <a:xfrm>
            <a:off x="5422175" y="4439829"/>
            <a:ext cx="565350" cy="621937"/>
            <a:chOff x="5422175" y="4439829"/>
            <a:chExt cx="565350" cy="621937"/>
          </a:xfrm>
        </p:grpSpPr>
        <p:pic>
          <p:nvPicPr>
            <p:cNvPr id="50" name="Vector [Figma I9887:105171;9768:32277]" descr="Vector. векторный контур"/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5422175" y="4458978"/>
              <a:ext cx="560615" cy="602788"/>
            </a:xfrm>
            <a:prstGeom prst="rect">
              <a:avLst/>
            </a:prstGeom>
          </p:spPr>
        </p:pic>
        <p:pic>
          <p:nvPicPr>
            <p:cNvPr id="51" name="Ellipse 5023 [Figma I9887:105171;9768:32278]" descr="Ellipse 5023. отражение или наклон"/>
            <p:cNvPicPr>
              <a:picLocks noChangeAspect="1"/>
            </p:cNvPicPr>
            <p:nvPr/>
          </p:nvPicPr>
          <p:blipFill>
            <a:blip r:embed="rId53">
              <a:extLst>
                <a:ext uri="{96DAC541-7B7A-43D3-8B79-37D633B846F1}">
                  <asvg:svgBlip xmlns:asvg="http://schemas.microsoft.com/office/drawing/2016/SVG/main" r:embed="rId54"/>
                </a:ext>
              </a:extLst>
            </a:blip>
            <a:stretch>
              <a:fillRect/>
            </a:stretch>
          </p:blipFill>
          <p:spPr>
            <a:xfrm>
              <a:off x="5693178" y="4439829"/>
              <a:ext cx="294347" cy="315458"/>
            </a:xfrm>
            <a:prstGeom prst="rect">
              <a:avLst/>
            </a:prstGeom>
          </p:spPr>
        </p:pic>
        <p:pic>
          <p:nvPicPr>
            <p:cNvPr id="52" name="Ellipse 5024 [Figma I9887:105171;9768:32279]" descr="Ellipse 5024. отражение или наклон"/>
            <p:cNvPicPr>
              <a:picLocks noChangeAspect="1"/>
            </p:cNvPicPr>
            <p:nvPr/>
          </p:nvPicPr>
          <p:blipFill>
            <a:blip r:embed="rId55">
              <a:extLst>
                <a:ext uri="{96DAC541-7B7A-43D3-8B79-37D633B846F1}">
                  <asvg:svgBlip xmlns:asvg="http://schemas.microsoft.com/office/drawing/2016/SVG/main" r:embed="rId56"/>
                </a:ext>
              </a:extLst>
            </a:blip>
            <a:stretch>
              <a:fillRect/>
            </a:stretch>
          </p:blipFill>
          <p:spPr>
            <a:xfrm>
              <a:off x="5704756" y="4532497"/>
              <a:ext cx="203896" cy="218871"/>
            </a:xfrm>
            <a:prstGeom prst="rect">
              <a:avLst/>
            </a:prstGeom>
          </p:spPr>
        </p:pic>
        <p:pic>
          <p:nvPicPr>
            <p:cNvPr id="53" name="Ellipse 5025 [Figma I9887:105171;9768:32280]" descr="Ellipse 5025. отражение или наклон"/>
            <p:cNvPicPr>
              <a:picLocks noChangeAspect="1"/>
            </p:cNvPicPr>
            <p:nvPr/>
          </p:nvPicPr>
          <p:blipFill>
            <a:blip r:embed="rId57">
              <a:extLst>
                <a:ext uri="{96DAC541-7B7A-43D3-8B79-37D633B846F1}">
                  <asvg:svgBlip xmlns:asvg="http://schemas.microsoft.com/office/drawing/2016/SVG/main" r:embed="rId58"/>
                </a:ext>
              </a:extLst>
            </a:blip>
            <a:stretch>
              <a:fillRect/>
            </a:stretch>
          </p:blipFill>
          <p:spPr>
            <a:xfrm>
              <a:off x="5705311" y="4619460"/>
              <a:ext cx="130364" cy="140391"/>
            </a:xfrm>
            <a:prstGeom prst="rect">
              <a:avLst/>
            </a:prstGeom>
          </p:spPr>
        </p:pic>
      </p:grpSp>
      <p:grpSp>
        <p:nvGrpSpPr>
          <p:cNvPr id="76" name="Группа 75">
            <a:extLst>
              <a:ext uri="{FF2B5EF4-FFF2-40B4-BE49-F238E27FC236}">
                <a16:creationId xmlns:a16="http://schemas.microsoft.com/office/drawing/2014/main" id="{3F564E29-DF9E-43A2-8343-D6F84563D476}"/>
              </a:ext>
            </a:extLst>
          </p:cNvPr>
          <p:cNvGrpSpPr/>
          <p:nvPr/>
        </p:nvGrpSpPr>
        <p:grpSpPr>
          <a:xfrm>
            <a:off x="6536889" y="4442260"/>
            <a:ext cx="755894" cy="600655"/>
            <a:chOff x="6536889" y="4442260"/>
            <a:chExt cx="755894" cy="600655"/>
          </a:xfrm>
        </p:grpSpPr>
        <p:pic>
          <p:nvPicPr>
            <p:cNvPr id="55" name="Vector [Figma I9887:105172;9768:32289]" descr="Vector. векторный контур"/>
            <p:cNvPicPr>
              <a:picLocks noChangeAspect="1"/>
            </p:cNvPicPr>
            <p:nvPr/>
          </p:nvPicPr>
          <p:blipFill>
            <a:blip r:embed="rId59">
              <a:extLst>
                <a:ext uri="{96DAC541-7B7A-43D3-8B79-37D633B846F1}">
                  <asvg:svgBlip xmlns:asvg="http://schemas.microsoft.com/office/drawing/2016/SVG/main" r:embed="rId60"/>
                </a:ext>
              </a:extLst>
            </a:blip>
            <a:stretch>
              <a:fillRect/>
            </a:stretch>
          </p:blipFill>
          <p:spPr>
            <a:xfrm>
              <a:off x="6536889" y="4587810"/>
              <a:ext cx="475956" cy="455105"/>
            </a:xfrm>
            <a:prstGeom prst="rect">
              <a:avLst/>
            </a:prstGeom>
          </p:spPr>
        </p:pic>
        <p:pic>
          <p:nvPicPr>
            <p:cNvPr id="56" name="Vector [Figma I9887:105172;9768:32290]" descr="Vector. отражение или наклон"/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6816843" y="4442260"/>
              <a:ext cx="475940" cy="455105"/>
            </a:xfrm>
            <a:prstGeom prst="rect">
              <a:avLst/>
            </a:prstGeom>
          </p:spPr>
        </p:pic>
        <p:pic>
          <p:nvPicPr>
            <p:cNvPr id="57" name="Line 43 (Stroke) [Figma I9887:105172;9768:32292]" descr="Line 43 (Stroke). векторный контур"/>
            <p:cNvPicPr>
              <a:picLocks noChangeAspect="1"/>
            </p:cNvPicPr>
            <p:nvPr/>
          </p:nvPicPr>
          <p:blipFill>
            <a:blip r:embed="rId61">
              <a:extLst>
                <a:ext uri="{96DAC541-7B7A-43D3-8B79-37D633B846F1}">
                  <asvg:svgBlip xmlns:asvg="http://schemas.microsoft.com/office/drawing/2016/SVG/main" r:embed="rId62"/>
                </a:ext>
              </a:extLst>
            </a:blip>
            <a:stretch>
              <a:fillRect/>
            </a:stretch>
          </p:blipFill>
          <p:spPr>
            <a:xfrm>
              <a:off x="6949858" y="4594705"/>
              <a:ext cx="49174" cy="51543"/>
            </a:xfrm>
            <a:prstGeom prst="rect">
              <a:avLst/>
            </a:prstGeom>
          </p:spPr>
        </p:pic>
        <p:pic>
          <p:nvPicPr>
            <p:cNvPr id="58" name="Line 43 (Stroke) [Figma I9887:105172;9768:32293]" descr="Line 43 (Stroke). векторный контур"/>
            <p:cNvPicPr>
              <a:picLocks noChangeAspect="1"/>
            </p:cNvPicPr>
            <p:nvPr/>
          </p:nvPicPr>
          <p:blipFill>
            <a:blip r:embed="rId61">
              <a:extLst>
                <a:ext uri="{96DAC541-7B7A-43D3-8B79-37D633B846F1}">
                  <asvg:svgBlip xmlns:asvg="http://schemas.microsoft.com/office/drawing/2016/SVG/main" r:embed="rId62"/>
                </a:ext>
              </a:extLst>
            </a:blip>
            <a:stretch>
              <a:fillRect/>
            </a:stretch>
          </p:blipFill>
          <p:spPr>
            <a:xfrm>
              <a:off x="7033339" y="4594705"/>
              <a:ext cx="49174" cy="51543"/>
            </a:xfrm>
            <a:prstGeom prst="rect">
              <a:avLst/>
            </a:prstGeom>
          </p:spPr>
        </p:pic>
        <p:pic>
          <p:nvPicPr>
            <p:cNvPr id="59" name="Line 43 (Stroke) [Figma I9887:105172;9768:32294]" descr="Line 43 (Stroke). векторный контур"/>
            <p:cNvPicPr>
              <a:picLocks noChangeAspect="1"/>
            </p:cNvPicPr>
            <p:nvPr/>
          </p:nvPicPr>
          <p:blipFill>
            <a:blip r:embed="rId61">
              <a:extLst>
                <a:ext uri="{96DAC541-7B7A-43D3-8B79-37D633B846F1}">
                  <asvg:svgBlip xmlns:asvg="http://schemas.microsoft.com/office/drawing/2016/SVG/main" r:embed="rId62"/>
                </a:ext>
              </a:extLst>
            </a:blip>
            <a:stretch>
              <a:fillRect/>
            </a:stretch>
          </p:blipFill>
          <p:spPr>
            <a:xfrm>
              <a:off x="7116820" y="4594705"/>
              <a:ext cx="49174" cy="51543"/>
            </a:xfrm>
            <a:prstGeom prst="rect">
              <a:avLst/>
            </a:prstGeom>
          </p:spPr>
        </p:pic>
      </p:grpSp>
      <p:grpSp>
        <p:nvGrpSpPr>
          <p:cNvPr id="75" name="Группа 74">
            <a:extLst>
              <a:ext uri="{FF2B5EF4-FFF2-40B4-BE49-F238E27FC236}">
                <a16:creationId xmlns:a16="http://schemas.microsoft.com/office/drawing/2014/main" id="{0FF75109-3E1C-4ED1-81DF-C147D6F3F695}"/>
              </a:ext>
            </a:extLst>
          </p:cNvPr>
          <p:cNvGrpSpPr/>
          <p:nvPr/>
        </p:nvGrpSpPr>
        <p:grpSpPr>
          <a:xfrm>
            <a:off x="7719426" y="4500896"/>
            <a:ext cx="752106" cy="519051"/>
            <a:chOff x="7719426" y="4500896"/>
            <a:chExt cx="752106" cy="519051"/>
          </a:xfrm>
        </p:grpSpPr>
        <p:pic>
          <p:nvPicPr>
            <p:cNvPr id="61" name="Vector 226 [Figma I9887:105173;9768:32283]" descr="Vector 226. векторный контур"/>
            <p:cNvPicPr>
              <a:picLocks noChangeAspect="1"/>
            </p:cNvPicPr>
            <p:nvPr/>
          </p:nvPicPr>
          <p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7719426" y="4501393"/>
              <a:ext cx="455725" cy="518554"/>
            </a:xfrm>
            <a:prstGeom prst="rect">
              <a:avLst/>
            </a:prstGeom>
          </p:spPr>
        </p:pic>
        <p:pic>
          <p:nvPicPr>
            <p:cNvPr id="62" name="Rectangle 240663332 [Figma I9887:105173;9768:32284]" descr="Rectangle 240663332. векторный контур"/>
            <p:cNvPicPr>
              <a:picLocks noChangeAspect="1"/>
            </p:cNvPicPr>
            <p:nvPr/>
          </p:nvPicPr>
          <p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8070419" y="4780289"/>
              <a:ext cx="199893" cy="189503"/>
            </a:xfrm>
            <a:prstGeom prst="rect">
              <a:avLst/>
            </a:prstGeom>
          </p:spPr>
        </p:pic>
        <p:pic>
          <p:nvPicPr>
            <p:cNvPr id="63" name="Rectangle 240663333 [Figma I9887:105173;9768:32285]" descr="Rectangle 240663333. векторный контур"/>
            <p:cNvPicPr>
              <a:picLocks noChangeAspect="1"/>
            </p:cNvPicPr>
            <p:nvPr/>
          </p:nvPicPr>
          <p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8158089" y="4802365"/>
              <a:ext cx="190421" cy="110973"/>
            </a:xfrm>
            <a:prstGeom prst="rect">
              <a:avLst/>
            </a:prstGeom>
          </p:spPr>
        </p:pic>
        <p:pic>
          <p:nvPicPr>
            <p:cNvPr id="64" name="Vector 227 [Figma I9887:105173;9768:32286]" descr="Vector 227. векторный контур"/>
            <p:cNvPicPr>
              <a:picLocks noChangeAspect="1"/>
            </p:cNvPicPr>
            <p:nvPr/>
          </p:nvPicPr>
          <p:blipFill>
            <a:blip r:embed="rId63">
              <a:extLst>
                <a:ext uri="{96DAC541-7B7A-43D3-8B79-37D633B846F1}">
                  <asvg:svgBlip xmlns:asvg="http://schemas.microsoft.com/office/drawing/2016/SVG/main" r:embed="rId64"/>
                </a:ext>
              </a:extLst>
            </a:blip>
            <a:stretch>
              <a:fillRect/>
            </a:stretch>
          </p:blipFill>
          <p:spPr>
            <a:xfrm>
              <a:off x="7960264" y="4500896"/>
              <a:ext cx="511268" cy="316401"/>
            </a:xfrm>
            <a:prstGeom prst="rect">
              <a:avLst/>
            </a:prstGeom>
          </p:spPr>
        </p:pic>
      </p:grpSp>
      <p:sp>
        <p:nvSpPr>
          <p:cNvPr id="65" name="Заголовок 64">
            <a:extLst>
              <a:ext uri="{FF2B5EF4-FFF2-40B4-BE49-F238E27FC236}">
                <a16:creationId xmlns:a16="http://schemas.microsoft.com/office/drawing/2014/main" id="{4147EF34-B466-496E-837F-8493A9185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indent="0">
              <a:lnSpc>
                <a:spcPts val="4100"/>
              </a:lnSpc>
            </a:pPr>
            <a:r>
              <a:rPr lang="ru-RU" altLang="en-US" sz="4400" kern="0" spc="-150" dirty="0">
                <a:ea typeface="VTB Group" pitchFamily="34" charset="-122"/>
                <a:cs typeface="VTB Group" pitchFamily="34" charset="-120"/>
              </a:rPr>
              <a:t>ИКОНКИ МЕЖДУНАРОДНЫЕ</a:t>
            </a:r>
            <a:br>
              <a:rPr lang="en-US" sz="4400" dirty="0"/>
            </a:br>
            <a:r>
              <a:rPr lang="ru-RU" altLang="en-US" sz="4400" kern="0" spc="-150" dirty="0">
                <a:ea typeface="VTB Group" pitchFamily="34" charset="-122"/>
                <a:cs typeface="VTB Group" pitchFamily="34" charset="-120"/>
              </a:rPr>
              <a:t>ОТНОШЕНИЯ</a:t>
            </a:r>
            <a:endParaRPr lang="ru-RU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to-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ragraph [Figma I9887:108687;8961:9272]"/>
          <p:cNvSpPr txBox="1"/>
          <p:nvPr/>
        </p:nvSpPr>
        <p:spPr>
          <a:xfrm>
            <a:off x="11823404" y="6503902"/>
            <a:ext cx="114297" cy="140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kern="0" spc="-15" dirty="0">
                <a:solidFill>
                  <a:srgbClr val="ACB6C3"/>
                </a:solidFill>
                <a:latin typeface="VTB Group Book" panose="020B0503040504020204" pitchFamily="34" charset="-52"/>
                <a:ea typeface="VTB Group" pitchFamily="34" charset="-122"/>
                <a:cs typeface="VTB Group" pitchFamily="34" charset="-120"/>
              </a:rPr>
              <a:t>01</a:t>
            </a:r>
            <a:endParaRPr lang="en-US" sz="800" dirty="0">
              <a:latin typeface="VTB Group Book" panose="020B0503040504020204" pitchFamily="34" charset="-52"/>
            </a:endParaRPr>
          </a:p>
        </p:txBody>
      </p:sp>
      <p:grpSp>
        <p:nvGrpSpPr>
          <p:cNvPr id="79" name="Группа 78">
            <a:extLst>
              <a:ext uri="{FF2B5EF4-FFF2-40B4-BE49-F238E27FC236}">
                <a16:creationId xmlns:a16="http://schemas.microsoft.com/office/drawing/2014/main" id="{70A3DAB7-5F00-4DD7-B9BA-A7C669117D35}"/>
              </a:ext>
            </a:extLst>
          </p:cNvPr>
          <p:cNvGrpSpPr/>
          <p:nvPr/>
        </p:nvGrpSpPr>
        <p:grpSpPr>
          <a:xfrm>
            <a:off x="660024" y="2018257"/>
            <a:ext cx="518058" cy="518058"/>
            <a:chOff x="660024" y="2018257"/>
            <a:chExt cx="518058" cy="518058"/>
          </a:xfrm>
        </p:grpSpPr>
        <p:pic>
          <p:nvPicPr>
            <p:cNvPr id="9" name="Star 3 (Stroke) [Figma I9887:108693;7965:11738]" descr="Star 3 (Stroke). векторный контур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0024" y="2018257"/>
              <a:ext cx="518058" cy="518058"/>
            </a:xfrm>
            <a:prstGeom prst="rect">
              <a:avLst/>
            </a:prstGeom>
          </p:spPr>
        </p:pic>
        <p:pic>
          <p:nvPicPr>
            <p:cNvPr id="10" name="Vector 32 (Stroke) [Figma I9887:108693;7965:11739]" descr="Vector 32 (Stroke). градиент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19260" y="2205082"/>
              <a:ext cx="197459" cy="145451"/>
            </a:xfrm>
            <a:prstGeom prst="rect">
              <a:avLst/>
            </a:prstGeom>
          </p:spPr>
        </p:pic>
      </p:grpSp>
      <p:grpSp>
        <p:nvGrpSpPr>
          <p:cNvPr id="80" name="Группа 79">
            <a:extLst>
              <a:ext uri="{FF2B5EF4-FFF2-40B4-BE49-F238E27FC236}">
                <a16:creationId xmlns:a16="http://schemas.microsoft.com/office/drawing/2014/main" id="{052D5306-76AE-4D90-B5F5-1657C5A3B073}"/>
              </a:ext>
            </a:extLst>
          </p:cNvPr>
          <p:cNvGrpSpPr/>
          <p:nvPr/>
        </p:nvGrpSpPr>
        <p:grpSpPr>
          <a:xfrm>
            <a:off x="1902224" y="2018257"/>
            <a:ext cx="452225" cy="518058"/>
            <a:chOff x="1902224" y="2018257"/>
            <a:chExt cx="452225" cy="518058"/>
          </a:xfrm>
        </p:grpSpPr>
        <p:pic>
          <p:nvPicPr>
            <p:cNvPr id="12" name="Vector 51 (Stroke) [Figma I9887:108694;7965:11774]" descr="Vector 51 (Stroke). векторный контур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902224" y="2018257"/>
              <a:ext cx="452225" cy="420379"/>
            </a:xfrm>
            <a:prstGeom prst="rect">
              <a:avLst/>
            </a:prstGeom>
          </p:spPr>
        </p:pic>
        <p:pic>
          <p:nvPicPr>
            <p:cNvPr id="13" name="Vector 52 [Figma I9887:108694;7965:11775]" descr="Vector 52. градиент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046596" y="2453519"/>
              <a:ext cx="154988" cy="82796"/>
            </a:xfrm>
            <a:prstGeom prst="rect">
              <a:avLst/>
            </a:prstGeom>
          </p:spPr>
        </p:pic>
      </p:grpSp>
      <p:grpSp>
        <p:nvGrpSpPr>
          <p:cNvPr id="81" name="Группа 80">
            <a:extLst>
              <a:ext uri="{FF2B5EF4-FFF2-40B4-BE49-F238E27FC236}">
                <a16:creationId xmlns:a16="http://schemas.microsoft.com/office/drawing/2014/main" id="{76F6512A-DFF2-4DD8-82D7-BBF1945345D8}"/>
              </a:ext>
            </a:extLst>
          </p:cNvPr>
          <p:cNvGrpSpPr/>
          <p:nvPr/>
        </p:nvGrpSpPr>
        <p:grpSpPr>
          <a:xfrm>
            <a:off x="3151568" y="2018257"/>
            <a:ext cx="363063" cy="518058"/>
            <a:chOff x="3151568" y="2018257"/>
            <a:chExt cx="363063" cy="518058"/>
          </a:xfrm>
        </p:grpSpPr>
        <p:pic>
          <p:nvPicPr>
            <p:cNvPr id="15" name="Vector [Figma I9887:108695;7965:11799]" descr="Vector. векторный контур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3151568" y="2018257"/>
              <a:ext cx="363063" cy="518058"/>
            </a:xfrm>
            <a:prstGeom prst="rect">
              <a:avLst/>
            </a:prstGeom>
          </p:spPr>
        </p:pic>
        <p:pic>
          <p:nvPicPr>
            <p:cNvPr id="16" name="Vector [Figma I9887:108695;7965:11800]" descr="Vector. градиент"/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3242865" y="2109536"/>
              <a:ext cx="180471" cy="182608"/>
            </a:xfrm>
            <a:prstGeom prst="rect">
              <a:avLst/>
            </a:prstGeom>
          </p:spPr>
        </p:pic>
      </p:grpSp>
      <p:grpSp>
        <p:nvGrpSpPr>
          <p:cNvPr id="82" name="Группа 81">
            <a:extLst>
              <a:ext uri="{FF2B5EF4-FFF2-40B4-BE49-F238E27FC236}">
                <a16:creationId xmlns:a16="http://schemas.microsoft.com/office/drawing/2014/main" id="{E108BFA8-6EB3-4FD1-893D-2C22BE96F142}"/>
              </a:ext>
            </a:extLst>
          </p:cNvPr>
          <p:cNvGrpSpPr/>
          <p:nvPr/>
        </p:nvGrpSpPr>
        <p:grpSpPr>
          <a:xfrm>
            <a:off x="4281390" y="2016918"/>
            <a:ext cx="518058" cy="519397"/>
            <a:chOff x="4281390" y="2016918"/>
            <a:chExt cx="518058" cy="519397"/>
          </a:xfrm>
        </p:grpSpPr>
        <p:pic>
          <p:nvPicPr>
            <p:cNvPr id="18" name="Vector 57 (Stroke) [Figma I9887:108696;7965:11762]" descr="Vector 57 (Stroke). векторный контур"/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4281390" y="2016918"/>
              <a:ext cx="518058" cy="233555"/>
            </a:xfrm>
            <a:prstGeom prst="rect">
              <a:avLst/>
            </a:prstGeom>
          </p:spPr>
        </p:pic>
        <p:pic>
          <p:nvPicPr>
            <p:cNvPr id="19" name="Vector 57 (Stroke) [Figma I9887:108696;7965:11763]" descr="Vector 57 (Stroke). градиент"/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4329454" y="2282669"/>
              <a:ext cx="407298" cy="253646"/>
            </a:xfrm>
            <a:prstGeom prst="rect">
              <a:avLst/>
            </a:prstGeom>
          </p:spPr>
        </p:pic>
      </p:grpSp>
      <p:grpSp>
        <p:nvGrpSpPr>
          <p:cNvPr id="83" name="Группа 82">
            <a:extLst>
              <a:ext uri="{FF2B5EF4-FFF2-40B4-BE49-F238E27FC236}">
                <a16:creationId xmlns:a16="http://schemas.microsoft.com/office/drawing/2014/main" id="{117B80CA-7007-489B-ACB7-3ECD810F6B2A}"/>
              </a:ext>
            </a:extLst>
          </p:cNvPr>
          <p:cNvGrpSpPr/>
          <p:nvPr/>
        </p:nvGrpSpPr>
        <p:grpSpPr>
          <a:xfrm>
            <a:off x="5489478" y="2018257"/>
            <a:ext cx="515934" cy="518058"/>
            <a:chOff x="5489478" y="2018257"/>
            <a:chExt cx="515934" cy="518058"/>
          </a:xfrm>
        </p:grpSpPr>
        <p:pic>
          <p:nvPicPr>
            <p:cNvPr id="21" name="Rectangle 23 (Stroke) [Figma I9887:108697;7965:11742]" descr="Rectangle 23 (Stroke). градиент"/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5631729" y="2179583"/>
              <a:ext cx="216564" cy="212323"/>
            </a:xfrm>
            <a:prstGeom prst="rect">
              <a:avLst/>
            </a:prstGeom>
          </p:spPr>
        </p:pic>
        <p:pic>
          <p:nvPicPr>
            <p:cNvPr id="22" name="Rectangle 21 (Stroke) [Figma I9887:108697;7965:11743]" descr="Rectangle 21 (Stroke). векторный контур"/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5489478" y="2018257"/>
              <a:ext cx="515934" cy="518058"/>
            </a:xfrm>
            <a:prstGeom prst="rect">
              <a:avLst/>
            </a:prstGeom>
          </p:spPr>
        </p:pic>
      </p:grpSp>
      <p:grpSp>
        <p:nvGrpSpPr>
          <p:cNvPr id="71" name="Группа 70">
            <a:extLst>
              <a:ext uri="{FF2B5EF4-FFF2-40B4-BE49-F238E27FC236}">
                <a16:creationId xmlns:a16="http://schemas.microsoft.com/office/drawing/2014/main" id="{179BB94B-AFF0-41A9-8684-9EAC463EAC57}"/>
              </a:ext>
            </a:extLst>
          </p:cNvPr>
          <p:cNvGrpSpPr/>
          <p:nvPr/>
        </p:nvGrpSpPr>
        <p:grpSpPr>
          <a:xfrm>
            <a:off x="6677122" y="1984772"/>
            <a:ext cx="549816" cy="582151"/>
            <a:chOff x="6677122" y="1984772"/>
            <a:chExt cx="549816" cy="582151"/>
          </a:xfrm>
        </p:grpSpPr>
        <p:pic>
          <p:nvPicPr>
            <p:cNvPr id="24" name="Line 44 [Figma I9887:108698;9557:18234]" descr="Line 44. градиент в обводке"/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6677122" y="2518307"/>
              <a:ext cx="549816" cy="48616"/>
            </a:xfrm>
            <a:prstGeom prst="rect">
              <a:avLst/>
            </a:prstGeom>
          </p:spPr>
        </p:pic>
        <p:pic>
          <p:nvPicPr>
            <p:cNvPr id="25" name="Line 45 [Figma I9887:108698;9557:18235]" descr="Line 45. векторный контур"/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6927708" y="1984772"/>
              <a:ext cx="48659" cy="479661"/>
            </a:xfrm>
            <a:prstGeom prst="rect">
              <a:avLst/>
            </a:prstGeom>
          </p:spPr>
        </p:pic>
        <p:pic>
          <p:nvPicPr>
            <p:cNvPr id="26" name="Vector 221 [Figma I9887:108698;9557:18236]" descr="Vector 221. векторный контур"/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6754237" y="2259750"/>
              <a:ext cx="400034" cy="221252"/>
            </a:xfrm>
            <a:prstGeom prst="rect">
              <a:avLst/>
            </a:prstGeom>
          </p:spPr>
        </p:pic>
      </p:grpSp>
      <p:grpSp>
        <p:nvGrpSpPr>
          <p:cNvPr id="72" name="Группа 71">
            <a:extLst>
              <a:ext uri="{FF2B5EF4-FFF2-40B4-BE49-F238E27FC236}">
                <a16:creationId xmlns:a16="http://schemas.microsoft.com/office/drawing/2014/main" id="{E93217D0-8DAD-4DB3-B354-7D902E4F4833}"/>
              </a:ext>
            </a:extLst>
          </p:cNvPr>
          <p:cNvGrpSpPr/>
          <p:nvPr/>
        </p:nvGrpSpPr>
        <p:grpSpPr>
          <a:xfrm>
            <a:off x="9041089" y="1957735"/>
            <a:ext cx="649879" cy="647089"/>
            <a:chOff x="9041089" y="1957735"/>
            <a:chExt cx="649879" cy="647089"/>
          </a:xfrm>
        </p:grpSpPr>
        <p:pic>
          <p:nvPicPr>
            <p:cNvPr id="31" name="Vector [Figma I9887:108700;9557:18251]" descr="Vector. векторный контур"/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9041089" y="1957735"/>
              <a:ext cx="649879" cy="647089"/>
            </a:xfrm>
            <a:prstGeom prst="rect">
              <a:avLst/>
            </a:prstGeom>
          </p:spPr>
        </p:pic>
        <p:pic>
          <p:nvPicPr>
            <p:cNvPr id="32" name="Vector [Figma I9887:108700;9557:18252]" descr="Vector. градиент в обводке"/>
            <p:cNvPicPr>
              <a:picLocks noChangeAspect="1"/>
            </p:cNvPicPr>
            <p:nvPr/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9231057" y="2146296"/>
              <a:ext cx="269918" cy="269918"/>
            </a:xfrm>
            <a:prstGeom prst="rect">
              <a:avLst/>
            </a:prstGeom>
          </p:spPr>
        </p:pic>
      </p:grpSp>
      <p:grpSp>
        <p:nvGrpSpPr>
          <p:cNvPr id="78" name="Группа 77">
            <a:extLst>
              <a:ext uri="{FF2B5EF4-FFF2-40B4-BE49-F238E27FC236}">
                <a16:creationId xmlns:a16="http://schemas.microsoft.com/office/drawing/2014/main" id="{072BDD48-F124-471E-A8D1-E828B9A27280}"/>
              </a:ext>
            </a:extLst>
          </p:cNvPr>
          <p:cNvGrpSpPr/>
          <p:nvPr/>
        </p:nvGrpSpPr>
        <p:grpSpPr>
          <a:xfrm>
            <a:off x="660024" y="3967659"/>
            <a:ext cx="518058" cy="518058"/>
            <a:chOff x="660024" y="3967659"/>
            <a:chExt cx="518058" cy="518058"/>
          </a:xfrm>
        </p:grpSpPr>
        <p:pic>
          <p:nvPicPr>
            <p:cNvPr id="35" name="Star 3 (Stroke) [Figma I9887:108704;7965:11807]" descr="Star 3 (Stroke). векторный контур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0024" y="3967659"/>
              <a:ext cx="518058" cy="518058"/>
            </a:xfrm>
            <a:prstGeom prst="rect">
              <a:avLst/>
            </a:prstGeom>
          </p:spPr>
        </p:pic>
        <p:pic>
          <p:nvPicPr>
            <p:cNvPr id="36" name="Vector 32 (Stroke) [Figma I9887:108704;7965:11808]" descr="Vector 32 (Stroke). векторный контур"/>
            <p:cNvPicPr>
              <a:picLocks noChangeAspect="1"/>
            </p:cNvPicPr>
            <p:nvPr/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819260" y="4154483"/>
              <a:ext cx="197459" cy="145451"/>
            </a:xfrm>
            <a:prstGeom prst="rect">
              <a:avLst/>
            </a:prstGeom>
          </p:spPr>
        </p:pic>
      </p:grpSp>
      <p:grpSp>
        <p:nvGrpSpPr>
          <p:cNvPr id="77" name="Группа 76">
            <a:extLst>
              <a:ext uri="{FF2B5EF4-FFF2-40B4-BE49-F238E27FC236}">
                <a16:creationId xmlns:a16="http://schemas.microsoft.com/office/drawing/2014/main" id="{6B152228-85A5-4BEF-A033-305753FB6922}"/>
              </a:ext>
            </a:extLst>
          </p:cNvPr>
          <p:cNvGrpSpPr/>
          <p:nvPr/>
        </p:nvGrpSpPr>
        <p:grpSpPr>
          <a:xfrm>
            <a:off x="1902224" y="3967659"/>
            <a:ext cx="452225" cy="518057"/>
            <a:chOff x="1902224" y="3967659"/>
            <a:chExt cx="452225" cy="518057"/>
          </a:xfrm>
        </p:grpSpPr>
        <p:pic>
          <p:nvPicPr>
            <p:cNvPr id="38" name="Vector 51 (Stroke) [Figma I9887:108705;7965:11843]" descr="Vector 51 (Stroke). векторный контур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1902224" y="3967659"/>
              <a:ext cx="452225" cy="420379"/>
            </a:xfrm>
            <a:prstGeom prst="rect">
              <a:avLst/>
            </a:prstGeom>
          </p:spPr>
        </p:pic>
        <p:pic>
          <p:nvPicPr>
            <p:cNvPr id="39" name="Vector 52 [Figma I9887:108705;7965:11844]" descr="Vector 52. векторный контур"/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2046593" y="4402920"/>
              <a:ext cx="154988" cy="82796"/>
            </a:xfrm>
            <a:prstGeom prst="rect">
              <a:avLst/>
            </a:prstGeom>
          </p:spPr>
        </p:pic>
      </p:grpSp>
      <p:grpSp>
        <p:nvGrpSpPr>
          <p:cNvPr id="76" name="Группа 75">
            <a:extLst>
              <a:ext uri="{FF2B5EF4-FFF2-40B4-BE49-F238E27FC236}">
                <a16:creationId xmlns:a16="http://schemas.microsoft.com/office/drawing/2014/main" id="{0BE34EB7-1EA6-4A6C-BE30-714C64555135}"/>
              </a:ext>
            </a:extLst>
          </p:cNvPr>
          <p:cNvGrpSpPr/>
          <p:nvPr/>
        </p:nvGrpSpPr>
        <p:grpSpPr>
          <a:xfrm>
            <a:off x="3151568" y="3967659"/>
            <a:ext cx="363063" cy="518058"/>
            <a:chOff x="3151568" y="3967659"/>
            <a:chExt cx="363063" cy="518058"/>
          </a:xfrm>
        </p:grpSpPr>
        <p:pic>
          <p:nvPicPr>
            <p:cNvPr id="41" name="Vector [Figma I9887:108706;7965:11868]" descr="Vector. векторный контур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3151568" y="3967659"/>
              <a:ext cx="363063" cy="518058"/>
            </a:xfrm>
            <a:prstGeom prst="rect">
              <a:avLst/>
            </a:prstGeom>
          </p:spPr>
        </p:pic>
        <p:pic>
          <p:nvPicPr>
            <p:cNvPr id="42" name="Vector [Figma I9887:108706;7965:11869]" descr="Vector. векторный контур"/>
            <p:cNvPicPr>
              <a:picLocks noChangeAspect="1"/>
            </p:cNvPicPr>
            <p:nvPr/>
          </p:nvPicPr>
          <p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3242865" y="4058938"/>
              <a:ext cx="180471" cy="182608"/>
            </a:xfrm>
            <a:prstGeom prst="rect">
              <a:avLst/>
            </a:prstGeom>
          </p:spPr>
        </p:pic>
      </p:grpSp>
      <p:grpSp>
        <p:nvGrpSpPr>
          <p:cNvPr id="75" name="Группа 74">
            <a:extLst>
              <a:ext uri="{FF2B5EF4-FFF2-40B4-BE49-F238E27FC236}">
                <a16:creationId xmlns:a16="http://schemas.microsoft.com/office/drawing/2014/main" id="{107A3357-3F18-43FB-A7F6-0455BFF77327}"/>
              </a:ext>
            </a:extLst>
          </p:cNvPr>
          <p:cNvGrpSpPr/>
          <p:nvPr/>
        </p:nvGrpSpPr>
        <p:grpSpPr>
          <a:xfrm>
            <a:off x="4279433" y="3967659"/>
            <a:ext cx="518058" cy="518007"/>
            <a:chOff x="4279433" y="3967659"/>
            <a:chExt cx="518058" cy="518007"/>
          </a:xfrm>
        </p:grpSpPr>
        <p:pic>
          <p:nvPicPr>
            <p:cNvPr id="44" name="Vector 57 (Stroke) [Figma I9887:108707;7965:11831]" descr="Vector 57 (Stroke). векторный контур"/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4279433" y="3967659"/>
              <a:ext cx="518058" cy="233555"/>
            </a:xfrm>
            <a:prstGeom prst="rect">
              <a:avLst/>
            </a:prstGeom>
          </p:spPr>
        </p:pic>
        <p:pic>
          <p:nvPicPr>
            <p:cNvPr id="45" name="Vector 57 (Stroke) [Figma I9887:108707;7965:11832]" descr="Vector 57 (Stroke). векторный контур"/>
            <p:cNvPicPr>
              <a:picLocks noChangeAspect="1"/>
            </p:cNvPicPr>
            <p:nvPr/>
          </p:nvPicPr>
          <p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/>
            </a:stretch>
          </p:blipFill>
          <p:spPr>
            <a:xfrm>
              <a:off x="4329451" y="4232020"/>
              <a:ext cx="407298" cy="253646"/>
            </a:xfrm>
            <a:prstGeom prst="rect">
              <a:avLst/>
            </a:prstGeom>
          </p:spPr>
        </p:pic>
      </p:grpSp>
      <p:grpSp>
        <p:nvGrpSpPr>
          <p:cNvPr id="74" name="Группа 73">
            <a:extLst>
              <a:ext uri="{FF2B5EF4-FFF2-40B4-BE49-F238E27FC236}">
                <a16:creationId xmlns:a16="http://schemas.microsoft.com/office/drawing/2014/main" id="{D25B9DAA-578E-41B7-87A8-15C10D4ADD5E}"/>
              </a:ext>
            </a:extLst>
          </p:cNvPr>
          <p:cNvGrpSpPr/>
          <p:nvPr/>
        </p:nvGrpSpPr>
        <p:grpSpPr>
          <a:xfrm>
            <a:off x="5489478" y="3967659"/>
            <a:ext cx="515934" cy="518058"/>
            <a:chOff x="5489478" y="3967659"/>
            <a:chExt cx="515934" cy="518058"/>
          </a:xfrm>
        </p:grpSpPr>
        <p:pic>
          <p:nvPicPr>
            <p:cNvPr id="47" name="Rectangle 23 (Stroke) [Figma I9887:108708;7965:11811]" descr="Rectangle 23 (Stroke). векторный контур"/>
            <p:cNvPicPr>
              <a:picLocks noChangeAspect="1"/>
            </p:cNvPicPr>
            <p:nvPr/>
          </p:nvPicPr>
          <p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/>
            </a:stretch>
          </p:blipFill>
          <p:spPr>
            <a:xfrm>
              <a:off x="5631729" y="4128984"/>
              <a:ext cx="216564" cy="212323"/>
            </a:xfrm>
            <a:prstGeom prst="rect">
              <a:avLst/>
            </a:prstGeom>
          </p:spPr>
        </p:pic>
        <p:pic>
          <p:nvPicPr>
            <p:cNvPr id="48" name="Rectangle 21 (Stroke) [Figma I9887:108708;7965:11812]" descr="Rectangle 21 (Stroke). векторный контур"/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5489478" y="3967659"/>
              <a:ext cx="515934" cy="518058"/>
            </a:xfrm>
            <a:prstGeom prst="rect">
              <a:avLst/>
            </a:prstGeom>
          </p:spPr>
        </p:pic>
      </p:grpSp>
      <p:grpSp>
        <p:nvGrpSpPr>
          <p:cNvPr id="70" name="Группа 69">
            <a:extLst>
              <a:ext uri="{FF2B5EF4-FFF2-40B4-BE49-F238E27FC236}">
                <a16:creationId xmlns:a16="http://schemas.microsoft.com/office/drawing/2014/main" id="{80B12344-B8CA-4A17-942B-3707EDB2D4B6}"/>
              </a:ext>
            </a:extLst>
          </p:cNvPr>
          <p:cNvGrpSpPr/>
          <p:nvPr/>
        </p:nvGrpSpPr>
        <p:grpSpPr>
          <a:xfrm>
            <a:off x="6677122" y="3936157"/>
            <a:ext cx="549816" cy="582152"/>
            <a:chOff x="6677122" y="3936157"/>
            <a:chExt cx="549816" cy="582152"/>
          </a:xfrm>
        </p:grpSpPr>
        <p:pic>
          <p:nvPicPr>
            <p:cNvPr id="50" name="Line 44 [Figma I9887:108709;9768:32297]" descr="Line 44. векторный контур"/>
            <p:cNvPicPr>
              <a:picLocks noChangeAspect="1"/>
            </p:cNvPicPr>
            <p:nvPr/>
          </p:nvPicPr>
          <p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/>
            </a:stretch>
          </p:blipFill>
          <p:spPr>
            <a:xfrm>
              <a:off x="6677122" y="4469693"/>
              <a:ext cx="549816" cy="48616"/>
            </a:xfrm>
            <a:prstGeom prst="rect">
              <a:avLst/>
            </a:prstGeom>
          </p:spPr>
        </p:pic>
        <p:pic>
          <p:nvPicPr>
            <p:cNvPr id="51" name="Line 45 [Figma I9887:108709;9768:32298]" descr="Line 45. векторный контур"/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6927708" y="3936157"/>
              <a:ext cx="48659" cy="479661"/>
            </a:xfrm>
            <a:prstGeom prst="rect">
              <a:avLst/>
            </a:prstGeom>
          </p:spPr>
        </p:pic>
        <p:pic>
          <p:nvPicPr>
            <p:cNvPr id="52" name="Vector 221 [Figma I9887:108709;9768:32299]" descr="Vector 221. векторный контур"/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6754237" y="4211135"/>
              <a:ext cx="400034" cy="221252"/>
            </a:xfrm>
            <a:prstGeom prst="rect">
              <a:avLst/>
            </a:prstGeom>
          </p:spPr>
        </p:pic>
      </p:grpSp>
      <p:grpSp>
        <p:nvGrpSpPr>
          <p:cNvPr id="69" name="Группа 68">
            <a:extLst>
              <a:ext uri="{FF2B5EF4-FFF2-40B4-BE49-F238E27FC236}">
                <a16:creationId xmlns:a16="http://schemas.microsoft.com/office/drawing/2014/main" id="{3C6BD2C6-0956-45D3-B4F4-6CBD30F8FC1D}"/>
              </a:ext>
            </a:extLst>
          </p:cNvPr>
          <p:cNvGrpSpPr/>
          <p:nvPr/>
        </p:nvGrpSpPr>
        <p:grpSpPr>
          <a:xfrm>
            <a:off x="9041089" y="3909121"/>
            <a:ext cx="649879" cy="647089"/>
            <a:chOff x="9041089" y="3909121"/>
            <a:chExt cx="649879" cy="647089"/>
          </a:xfrm>
        </p:grpSpPr>
        <p:pic>
          <p:nvPicPr>
            <p:cNvPr id="57" name="Vector [Figma I9887:108711;9768:32302]" descr="Vector. векторный контур"/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9041089" y="3909121"/>
              <a:ext cx="649879" cy="647089"/>
            </a:xfrm>
            <a:prstGeom prst="rect">
              <a:avLst/>
            </a:prstGeom>
          </p:spPr>
        </p:pic>
        <p:pic>
          <p:nvPicPr>
            <p:cNvPr id="58" name="Vector [Figma I9887:108711;9768:32303]" descr="Vector. векторный контур"/>
            <p:cNvPicPr>
              <a:picLocks noChangeAspect="1"/>
            </p:cNvPicPr>
            <p:nvPr/>
          </p:nvPicPr>
          <p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/>
            </a:stretch>
          </p:blipFill>
          <p:spPr>
            <a:xfrm>
              <a:off x="9231057" y="4097682"/>
              <a:ext cx="269918" cy="269918"/>
            </a:xfrm>
            <a:prstGeom prst="rect">
              <a:avLst/>
            </a:prstGeom>
          </p:spPr>
        </p:pic>
      </p:grpSp>
      <p:sp>
        <p:nvSpPr>
          <p:cNvPr id="60" name="Заголовок 59">
            <a:extLst>
              <a:ext uri="{FF2B5EF4-FFF2-40B4-BE49-F238E27FC236}">
                <a16:creationId xmlns:a16="http://schemas.microsoft.com/office/drawing/2014/main" id="{14892C67-9D8B-47DF-9C62-230F84AF0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altLang="en-US" kern="0" spc="-150" dirty="0">
                <a:ea typeface="VTB Group" pitchFamily="34" charset="-122"/>
                <a:cs typeface="VTB Group" pitchFamily="34" charset="-120"/>
              </a:rPr>
              <a:t>ИКОНКИ ЗНАКИ</a:t>
            </a:r>
            <a:endParaRPr lang="ru-RU" dirty="0"/>
          </a:p>
        </p:txBody>
      </p:sp>
      <p:sp>
        <p:nvSpPr>
          <p:cNvPr id="61" name="Текст 111">
            <a:extLst>
              <a:ext uri="{FF2B5EF4-FFF2-40B4-BE49-F238E27FC236}">
                <a16:creationId xmlns:a16="http://schemas.microsoft.com/office/drawing/2014/main" id="{787CFFAD-C0C2-4292-B29F-820CFEC675FB}"/>
              </a:ext>
            </a:extLst>
          </p:cNvPr>
          <p:cNvSpPr txBox="1">
            <a:spLocks/>
          </p:cNvSpPr>
          <p:nvPr/>
        </p:nvSpPr>
        <p:spPr>
          <a:xfrm>
            <a:off x="384658" y="1327872"/>
            <a:ext cx="1836116" cy="31716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rgbClr val="ACB6C3"/>
                </a:solidFill>
                <a:latin typeface="+mj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VTB Group Book" panose="020B0503040504020204" pitchFamily="34" charset="-52"/>
              </a:rPr>
              <a:t>Градиент</a:t>
            </a:r>
          </a:p>
        </p:txBody>
      </p:sp>
      <p:sp>
        <p:nvSpPr>
          <p:cNvPr id="62" name="Текст 111">
            <a:extLst>
              <a:ext uri="{FF2B5EF4-FFF2-40B4-BE49-F238E27FC236}">
                <a16:creationId xmlns:a16="http://schemas.microsoft.com/office/drawing/2014/main" id="{FA9A84AA-44CD-4227-928A-EEBC21196A6F}"/>
              </a:ext>
            </a:extLst>
          </p:cNvPr>
          <p:cNvSpPr txBox="1">
            <a:spLocks/>
          </p:cNvSpPr>
          <p:nvPr/>
        </p:nvSpPr>
        <p:spPr>
          <a:xfrm>
            <a:off x="380990" y="3270417"/>
            <a:ext cx="1836116" cy="31716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000" kern="1200">
                <a:solidFill>
                  <a:srgbClr val="ACB6C3"/>
                </a:solidFill>
                <a:latin typeface="+mj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VTB Group Book" panose="020B0503040504020204" pitchFamily="34" charset="-52"/>
              </a:rPr>
              <a:t>Заливка</a:t>
            </a:r>
          </a:p>
        </p:txBody>
      </p:sp>
      <p:grpSp>
        <p:nvGrpSpPr>
          <p:cNvPr id="63" name="Группа 62">
            <a:extLst>
              <a:ext uri="{FF2B5EF4-FFF2-40B4-BE49-F238E27FC236}">
                <a16:creationId xmlns:a16="http://schemas.microsoft.com/office/drawing/2014/main" id="{61651130-9C6B-4E1D-9776-5B53293801A9}"/>
              </a:ext>
            </a:extLst>
          </p:cNvPr>
          <p:cNvGrpSpPr/>
          <p:nvPr/>
        </p:nvGrpSpPr>
        <p:grpSpPr>
          <a:xfrm>
            <a:off x="7819526" y="1950046"/>
            <a:ext cx="671362" cy="643864"/>
            <a:chOff x="7819526" y="1950046"/>
            <a:chExt cx="671362" cy="643864"/>
          </a:xfrm>
        </p:grpSpPr>
        <p:pic>
          <p:nvPicPr>
            <p:cNvPr id="64" name="Vector [Figma I9887:108699;9557:18243]" descr="Vector. векторный контур">
              <a:extLst>
                <a:ext uri="{FF2B5EF4-FFF2-40B4-BE49-F238E27FC236}">
                  <a16:creationId xmlns:a16="http://schemas.microsoft.com/office/drawing/2014/main" id="{64E0DC7C-20EC-45D8-903F-C6880A5DE8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9"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/>
            </a:stretch>
          </p:blipFill>
          <p:spPr>
            <a:xfrm>
              <a:off x="7819526" y="1950046"/>
              <a:ext cx="564844" cy="643864"/>
            </a:xfrm>
            <a:prstGeom prst="rect">
              <a:avLst/>
            </a:prstGeom>
          </p:spPr>
        </p:pic>
        <p:pic>
          <p:nvPicPr>
            <p:cNvPr id="65" name="Vector [Figma I9887:108699;9557:18244]" descr="Vector. градиент в обводке">
              <a:extLst>
                <a:ext uri="{FF2B5EF4-FFF2-40B4-BE49-F238E27FC236}">
                  <a16:creationId xmlns:a16="http://schemas.microsoft.com/office/drawing/2014/main" id="{58226E8C-302E-4558-BDEE-ACD1B135565E}"/>
                </a:ext>
              </a:extLst>
            </p:cNvPr>
            <p:cNvPicPr>
              <a:picLocks noChangeAspect="1"/>
            </p:cNvPicPr>
            <p:nvPr/>
          </p:nvPicPr>
          <p:blipFill>
            <a:blip r:embed="rId51"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/>
            </a:stretch>
          </p:blipFill>
          <p:spPr>
            <a:xfrm>
              <a:off x="8164795" y="1980208"/>
              <a:ext cx="326093" cy="400189"/>
            </a:xfrm>
            <a:prstGeom prst="rect">
              <a:avLst/>
            </a:prstGeom>
          </p:spPr>
        </p:pic>
      </p:grpSp>
      <p:grpSp>
        <p:nvGrpSpPr>
          <p:cNvPr id="66" name="Группа 65">
            <a:extLst>
              <a:ext uri="{FF2B5EF4-FFF2-40B4-BE49-F238E27FC236}">
                <a16:creationId xmlns:a16="http://schemas.microsoft.com/office/drawing/2014/main" id="{57F97716-6872-45CD-BF69-4006D5CB7091}"/>
              </a:ext>
            </a:extLst>
          </p:cNvPr>
          <p:cNvGrpSpPr/>
          <p:nvPr/>
        </p:nvGrpSpPr>
        <p:grpSpPr>
          <a:xfrm>
            <a:off x="7819526" y="3900340"/>
            <a:ext cx="671362" cy="643864"/>
            <a:chOff x="7819526" y="3900340"/>
            <a:chExt cx="671362" cy="643864"/>
          </a:xfrm>
        </p:grpSpPr>
        <p:pic>
          <p:nvPicPr>
            <p:cNvPr id="67" name="Vector [Figma 9971:34135]" descr="Vector. векторный контур">
              <a:extLst>
                <a:ext uri="{FF2B5EF4-FFF2-40B4-BE49-F238E27FC236}">
                  <a16:creationId xmlns:a16="http://schemas.microsoft.com/office/drawing/2014/main" id="{115DFB74-8695-436F-9744-72C471B5252B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>
              <a:extLst>
                <a:ext uri="{96DAC541-7B7A-43D3-8B79-37D633B846F1}">
                  <asvg:svgBlip xmlns:asvg="http://schemas.microsoft.com/office/drawing/2016/SVG/main" r:embed="rId54"/>
                </a:ext>
              </a:extLst>
            </a:blip>
            <a:stretch>
              <a:fillRect/>
            </a:stretch>
          </p:blipFill>
          <p:spPr>
            <a:xfrm>
              <a:off x="7819526" y="3900340"/>
              <a:ext cx="564844" cy="643864"/>
            </a:xfrm>
            <a:prstGeom prst="rect">
              <a:avLst/>
            </a:prstGeom>
          </p:spPr>
        </p:pic>
        <p:pic>
          <p:nvPicPr>
            <p:cNvPr id="68" name="Vector [Figma 9971:34136]" descr="Vector. векторный контур">
              <a:extLst>
                <a:ext uri="{FF2B5EF4-FFF2-40B4-BE49-F238E27FC236}">
                  <a16:creationId xmlns:a16="http://schemas.microsoft.com/office/drawing/2014/main" id="{1800D24D-2D9F-47B3-B9AF-FF26B87D91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>
              <a:extLst>
                <a:ext uri="{96DAC541-7B7A-43D3-8B79-37D633B846F1}">
                  <asvg:svgBlip xmlns:asvg="http://schemas.microsoft.com/office/drawing/2016/SVG/main" r:embed="rId56"/>
                </a:ext>
              </a:extLst>
            </a:blip>
            <a:stretch>
              <a:fillRect/>
            </a:stretch>
          </p:blipFill>
          <p:spPr>
            <a:xfrm>
              <a:off x="8164795" y="3930502"/>
              <a:ext cx="326093" cy="40018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to-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Subtract [Figma 9971:38308]" descr="Subtract. векторный контур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84029" y="3566578"/>
            <a:ext cx="232892" cy="103235"/>
          </a:xfrm>
          <a:prstGeom prst="rect">
            <a:avLst/>
          </a:prstGeom>
        </p:spPr>
      </p:pic>
      <p:pic>
        <p:nvPicPr>
          <p:cNvPr id="62" name="Subtract [Figma 9971:38305]" descr="Subtract. векторный контур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89816" y="3473613"/>
            <a:ext cx="287268" cy="197341"/>
          </a:xfrm>
          <a:prstGeom prst="rect">
            <a:avLst/>
          </a:prstGeom>
        </p:spPr>
      </p:pic>
      <p:pic>
        <p:nvPicPr>
          <p:cNvPr id="64" name="Union [Figma 9987:18298]" descr="Union. векторный контур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28898" y="2780040"/>
            <a:ext cx="912021" cy="894236"/>
          </a:xfrm>
          <a:prstGeom prst="rect">
            <a:avLst/>
          </a:prstGeom>
        </p:spPr>
      </p:pic>
      <p:grpSp>
        <p:nvGrpSpPr>
          <p:cNvPr id="190" name="Группа 189">
            <a:extLst>
              <a:ext uri="{FF2B5EF4-FFF2-40B4-BE49-F238E27FC236}">
                <a16:creationId xmlns:a16="http://schemas.microsoft.com/office/drawing/2014/main" id="{E525407A-CFEE-49A2-965F-8E930AC45E7B}"/>
              </a:ext>
            </a:extLst>
          </p:cNvPr>
          <p:cNvGrpSpPr/>
          <p:nvPr/>
        </p:nvGrpSpPr>
        <p:grpSpPr>
          <a:xfrm>
            <a:off x="5624366" y="2874147"/>
            <a:ext cx="962324" cy="693223"/>
            <a:chOff x="5624366" y="2874147"/>
            <a:chExt cx="962324" cy="693223"/>
          </a:xfrm>
        </p:grpSpPr>
        <p:pic>
          <p:nvPicPr>
            <p:cNvPr id="2" name="Union [Figma 9987:18378]" descr="Union. векторный контур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844465" y="2874147"/>
              <a:ext cx="742225" cy="462149"/>
            </a:xfrm>
            <a:prstGeom prst="rect">
              <a:avLst/>
            </a:prstGeom>
          </p:spPr>
        </p:pic>
        <p:pic>
          <p:nvPicPr>
            <p:cNvPr id="3" name="Rectangle 29 [Figma 9987:18379]" descr="Rectangle 29. векторный контур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844465" y="3345424"/>
              <a:ext cx="742225" cy="65582"/>
            </a:xfrm>
            <a:prstGeom prst="rect">
              <a:avLst/>
            </a:prstGeom>
          </p:spPr>
        </p:pic>
        <p:pic>
          <p:nvPicPr>
            <p:cNvPr id="4" name="Union [Figma 9987:18380]" descr="Union. векторный контур"/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5624366" y="2976835"/>
              <a:ext cx="952985" cy="590535"/>
            </a:xfrm>
            <a:prstGeom prst="rect">
              <a:avLst/>
            </a:prstGeom>
          </p:spPr>
        </p:pic>
      </p:grpSp>
      <p:grpSp>
        <p:nvGrpSpPr>
          <p:cNvPr id="178" name="Группа 177">
            <a:extLst>
              <a:ext uri="{FF2B5EF4-FFF2-40B4-BE49-F238E27FC236}">
                <a16:creationId xmlns:a16="http://schemas.microsoft.com/office/drawing/2014/main" id="{8CB01BEC-3555-4C1E-847B-4FB15468D7B4}"/>
              </a:ext>
            </a:extLst>
          </p:cNvPr>
          <p:cNvGrpSpPr/>
          <p:nvPr/>
        </p:nvGrpSpPr>
        <p:grpSpPr>
          <a:xfrm>
            <a:off x="989391" y="1464680"/>
            <a:ext cx="970403" cy="970385"/>
            <a:chOff x="989391" y="1464680"/>
            <a:chExt cx="970403" cy="970385"/>
          </a:xfrm>
        </p:grpSpPr>
        <p:pic>
          <p:nvPicPr>
            <p:cNvPr id="5" name="Vector 49 [Figma 9971:38093]" descr="Vector 49. градиент"/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275537" y="1738368"/>
              <a:ext cx="339022" cy="460314"/>
            </a:xfrm>
            <a:prstGeom prst="rect">
              <a:avLst/>
            </a:prstGeom>
          </p:spPr>
        </p:pic>
        <p:pic>
          <p:nvPicPr>
            <p:cNvPr id="6" name="Vector 50 [Figma 9971:38094]" descr="Vector 50. градиент"/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614559" y="1707264"/>
              <a:ext cx="53874" cy="491418"/>
            </a:xfrm>
            <a:prstGeom prst="rect">
              <a:avLst/>
            </a:prstGeom>
          </p:spPr>
        </p:pic>
        <p:pic>
          <p:nvPicPr>
            <p:cNvPr id="7" name="Vector [Figma 9971:38095]" descr="Vector. градиент"/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275537" y="1707264"/>
              <a:ext cx="392890" cy="31104"/>
            </a:xfrm>
            <a:prstGeom prst="rect">
              <a:avLst/>
            </a:prstGeom>
          </p:spPr>
        </p:pic>
        <p:pic>
          <p:nvPicPr>
            <p:cNvPr id="8" name="Ellipse 39 (Stroke) [Figma 9971:38096]" descr="Ellipse 39 (Stroke). градиент"/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789117" y="1673084"/>
              <a:ext cx="170677" cy="609337"/>
            </a:xfrm>
            <a:prstGeom prst="rect">
              <a:avLst/>
            </a:prstGeom>
          </p:spPr>
        </p:pic>
        <p:pic>
          <p:nvPicPr>
            <p:cNvPr id="9" name="Ellipse 39 (Stroke) [Figma 9971:38097]" descr="Ellipse 39 (Stroke). градиент"/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1187290" y="1464680"/>
              <a:ext cx="664836" cy="217730"/>
            </a:xfrm>
            <a:prstGeom prst="rect">
              <a:avLst/>
            </a:prstGeom>
          </p:spPr>
        </p:pic>
        <p:pic>
          <p:nvPicPr>
            <p:cNvPr id="10" name="Ellipse 39 (Stroke) [Figma 9971:38098]" descr="Ellipse 39 (Stroke). градиент"/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989391" y="1580069"/>
              <a:ext cx="814894" cy="854996"/>
            </a:xfrm>
            <a:prstGeom prst="rect">
              <a:avLst/>
            </a:prstGeom>
          </p:spPr>
        </p:pic>
        <p:pic>
          <p:nvPicPr>
            <p:cNvPr id="11" name="Vector 51 (Stroke) [Figma 9971:38099]" descr="Vector 51 (Stroke). векторный контур"/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1342960" y="1796112"/>
              <a:ext cx="205148" cy="147336"/>
            </a:xfrm>
            <a:prstGeom prst="rect">
              <a:avLst/>
            </a:prstGeom>
          </p:spPr>
        </p:pic>
        <p:pic>
          <p:nvPicPr>
            <p:cNvPr id="12" name="Vector 52 (Stroke) [Figma 9971:38100]" descr="Vector 52 (Stroke). векторный контур"/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1328413" y="2012602"/>
              <a:ext cx="227050" cy="132702"/>
            </a:xfrm>
            <a:prstGeom prst="rect">
              <a:avLst/>
            </a:prstGeom>
          </p:spPr>
        </p:pic>
      </p:grpSp>
      <p:grpSp>
        <p:nvGrpSpPr>
          <p:cNvPr id="179" name="Группа 178">
            <a:extLst>
              <a:ext uri="{FF2B5EF4-FFF2-40B4-BE49-F238E27FC236}">
                <a16:creationId xmlns:a16="http://schemas.microsoft.com/office/drawing/2014/main" id="{50960B37-FDFE-4DD4-9303-D954F3CD1C93}"/>
              </a:ext>
            </a:extLst>
          </p:cNvPr>
          <p:cNvGrpSpPr/>
          <p:nvPr/>
        </p:nvGrpSpPr>
        <p:grpSpPr>
          <a:xfrm>
            <a:off x="3328898" y="1505309"/>
            <a:ext cx="912021" cy="894187"/>
            <a:chOff x="3328898" y="1505309"/>
            <a:chExt cx="912021" cy="894187"/>
          </a:xfrm>
        </p:grpSpPr>
        <p:pic>
          <p:nvPicPr>
            <p:cNvPr id="13" name="Vector 88 [Figma 9971:38101]" descr="Vector 88. градиент"/>
            <p:cNvPicPr>
              <a:picLocks noChangeAspect="1"/>
            </p:cNvPicPr>
            <p:nvPr/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3517130" y="1590338"/>
              <a:ext cx="335376" cy="313127"/>
            </a:xfrm>
            <a:prstGeom prst="rect">
              <a:avLst/>
            </a:prstGeom>
          </p:spPr>
        </p:pic>
        <p:pic>
          <p:nvPicPr>
            <p:cNvPr id="14" name="Vector 91 [Figma 9971:38102]" descr="Vector 91. градиент"/>
            <p:cNvPicPr>
              <a:picLocks noChangeAspect="1"/>
            </p:cNvPicPr>
            <p:nvPr/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3517130" y="1841355"/>
              <a:ext cx="109448" cy="45540"/>
            </a:xfrm>
            <a:prstGeom prst="rect">
              <a:avLst/>
            </a:prstGeom>
          </p:spPr>
        </p:pic>
        <p:pic>
          <p:nvPicPr>
            <p:cNvPr id="15" name="Vector 92 [Figma 9971:38103]" descr="Vector 92. градиент"/>
            <p:cNvPicPr>
              <a:picLocks noChangeAspect="1"/>
            </p:cNvPicPr>
            <p:nvPr/>
          </p:nvPicPr>
          <p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3344959" y="1556703"/>
              <a:ext cx="281756" cy="298889"/>
            </a:xfrm>
            <a:prstGeom prst="rect">
              <a:avLst/>
            </a:prstGeom>
          </p:spPr>
        </p:pic>
        <p:pic>
          <p:nvPicPr>
            <p:cNvPr id="16" name="Vector 95 (Stroke) [Figma 9971:38104]" descr="Vector 95 (Stroke). градиент"/>
            <p:cNvPicPr>
              <a:picLocks noChangeAspect="1"/>
            </p:cNvPicPr>
            <p:nvPr/>
          </p:nvPicPr>
          <p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3516460" y="1590338"/>
              <a:ext cx="110639" cy="297550"/>
            </a:xfrm>
            <a:prstGeom prst="rect">
              <a:avLst/>
            </a:prstGeom>
          </p:spPr>
        </p:pic>
        <p:pic>
          <p:nvPicPr>
            <p:cNvPr id="17" name="Vector 90 [Figma 9971:38105]" descr="Vector 90. градиент"/>
            <p:cNvPicPr>
              <a:picLocks noChangeAspect="1"/>
            </p:cNvPicPr>
            <p:nvPr/>
          </p:nvPicPr>
          <p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3344078" y="2282520"/>
              <a:ext cx="877394" cy="112313"/>
            </a:xfrm>
            <a:prstGeom prst="rect">
              <a:avLst/>
            </a:prstGeom>
          </p:spPr>
        </p:pic>
        <p:pic>
          <p:nvPicPr>
            <p:cNvPr id="18" name="Vector 93 [Figma 9971:38106]" descr="Vector 93. градиент"/>
            <p:cNvPicPr>
              <a:picLocks noChangeAspect="1"/>
            </p:cNvPicPr>
            <p:nvPr/>
          </p:nvPicPr>
          <p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/>
            </a:stretch>
          </p:blipFill>
          <p:spPr>
            <a:xfrm>
              <a:off x="3344078" y="2188413"/>
              <a:ext cx="637551" cy="206469"/>
            </a:xfrm>
            <a:prstGeom prst="rect">
              <a:avLst/>
            </a:prstGeom>
          </p:spPr>
        </p:pic>
        <p:pic>
          <p:nvPicPr>
            <p:cNvPr id="19" name="Vector 94 [Figma 9971:38107]" descr="Vector 94. градиент"/>
            <p:cNvPicPr>
              <a:picLocks noChangeAspect="1"/>
            </p:cNvPicPr>
            <p:nvPr/>
          </p:nvPicPr>
          <p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/>
            </a:stretch>
          </p:blipFill>
          <p:spPr>
            <a:xfrm>
              <a:off x="3344078" y="2094307"/>
              <a:ext cx="343065" cy="300576"/>
            </a:xfrm>
            <a:prstGeom prst="rect">
              <a:avLst/>
            </a:prstGeom>
          </p:spPr>
        </p:pic>
        <p:pic>
          <p:nvPicPr>
            <p:cNvPr id="20" name="Vector 87 (Stroke) [Figma 9971:38108]" descr="Vector 87 (Stroke). векторный контур"/>
            <p:cNvPicPr>
              <a:picLocks noChangeAspect="1"/>
            </p:cNvPicPr>
            <p:nvPr/>
          </p:nvPicPr>
          <p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/>
            </a:stretch>
          </p:blipFill>
          <p:spPr>
            <a:xfrm>
              <a:off x="3341542" y="1505309"/>
              <a:ext cx="6834" cy="889523"/>
            </a:xfrm>
            <a:prstGeom prst="rect">
              <a:avLst/>
            </a:prstGeom>
          </p:spPr>
        </p:pic>
        <p:pic>
          <p:nvPicPr>
            <p:cNvPr id="21" name="Vector 89 (Stroke) [Figma 9971:38109]" descr="Vector 89 (Stroke). векторный контур"/>
            <p:cNvPicPr>
              <a:picLocks noChangeAspect="1"/>
            </p:cNvPicPr>
            <p:nvPr/>
          </p:nvPicPr>
          <p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/>
            </a:stretch>
          </p:blipFill>
          <p:spPr>
            <a:xfrm>
              <a:off x="3328898" y="2390170"/>
              <a:ext cx="912021" cy="9326"/>
            </a:xfrm>
            <a:prstGeom prst="rect">
              <a:avLst/>
            </a:prstGeom>
          </p:spPr>
        </p:pic>
      </p:grpSp>
      <p:grpSp>
        <p:nvGrpSpPr>
          <p:cNvPr id="180" name="Группа 179">
            <a:extLst>
              <a:ext uri="{FF2B5EF4-FFF2-40B4-BE49-F238E27FC236}">
                <a16:creationId xmlns:a16="http://schemas.microsoft.com/office/drawing/2014/main" id="{0B910593-7847-4758-B23B-D5C0F980E009}"/>
              </a:ext>
            </a:extLst>
          </p:cNvPr>
          <p:cNvGrpSpPr/>
          <p:nvPr/>
        </p:nvGrpSpPr>
        <p:grpSpPr>
          <a:xfrm>
            <a:off x="5615957" y="1608494"/>
            <a:ext cx="961623" cy="693174"/>
            <a:chOff x="5615957" y="1608494"/>
            <a:chExt cx="961623" cy="693174"/>
          </a:xfrm>
        </p:grpSpPr>
        <p:pic>
          <p:nvPicPr>
            <p:cNvPr id="22" name="Rectangle 28 [Figma 9971:38110]" descr="Rectangle 28. градиент"/>
            <p:cNvPicPr>
              <a:picLocks noChangeAspect="1"/>
            </p:cNvPicPr>
            <p:nvPr/>
          </p:nvPicPr>
          <p:blipFill>
            <a:blip r:embed="rId49"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/>
            </a:stretch>
          </p:blipFill>
          <p:spPr>
            <a:xfrm>
              <a:off x="5835355" y="1608494"/>
              <a:ext cx="742225" cy="462149"/>
            </a:xfrm>
            <a:prstGeom prst="rect">
              <a:avLst/>
            </a:prstGeom>
          </p:spPr>
        </p:pic>
        <p:pic>
          <p:nvPicPr>
            <p:cNvPr id="23" name="Rectangle 29 [Figma 9971:38111]" descr="Rectangle 29. градиент"/>
            <p:cNvPicPr>
              <a:picLocks noChangeAspect="1"/>
            </p:cNvPicPr>
            <p:nvPr/>
          </p:nvPicPr>
          <p:blipFill>
            <a:blip r:embed="rId51"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/>
            </a:stretch>
          </p:blipFill>
          <p:spPr>
            <a:xfrm>
              <a:off x="5835355" y="2070644"/>
              <a:ext cx="742225" cy="74710"/>
            </a:xfrm>
            <a:prstGeom prst="rect">
              <a:avLst/>
            </a:prstGeom>
          </p:spPr>
        </p:pic>
        <p:pic>
          <p:nvPicPr>
            <p:cNvPr id="24" name="Rectangle 30 [Figma 9971:38112]" descr="Rectangle 30. градиент"/>
            <p:cNvPicPr>
              <a:picLocks noChangeAspect="1"/>
            </p:cNvPicPr>
            <p:nvPr/>
          </p:nvPicPr>
          <p:blipFill>
            <a:blip r:embed="rId53">
              <a:extLst>
                <a:ext uri="{96DAC541-7B7A-43D3-8B79-37D633B846F1}">
                  <asvg:svgBlip xmlns:asvg="http://schemas.microsoft.com/office/drawing/2016/SVG/main" r:embed="rId54"/>
                </a:ext>
              </a:extLst>
            </a:blip>
            <a:stretch>
              <a:fillRect/>
            </a:stretch>
          </p:blipFill>
          <p:spPr>
            <a:xfrm>
              <a:off x="6148116" y="2145304"/>
              <a:ext cx="116703" cy="149370"/>
            </a:xfrm>
            <a:prstGeom prst="rect">
              <a:avLst/>
            </a:prstGeom>
          </p:spPr>
        </p:pic>
        <p:pic>
          <p:nvPicPr>
            <p:cNvPr id="25" name="Vector 60 (Stroke) [Figma 9971:38113]" descr="Vector 60 (Stroke). векторный контур"/>
            <p:cNvPicPr>
              <a:picLocks noChangeAspect="1"/>
            </p:cNvPicPr>
            <p:nvPr/>
          </p:nvPicPr>
          <p:blipFill>
            <a:blip r:embed="rId55">
              <a:extLst>
                <a:ext uri="{96DAC541-7B7A-43D3-8B79-37D633B846F1}">
                  <asvg:svgBlip xmlns:asvg="http://schemas.microsoft.com/office/drawing/2016/SVG/main" r:embed="rId56"/>
                </a:ext>
              </a:extLst>
            </a:blip>
            <a:stretch>
              <a:fillRect/>
            </a:stretch>
          </p:blipFill>
          <p:spPr>
            <a:xfrm>
              <a:off x="5618289" y="1716541"/>
              <a:ext cx="281737" cy="542465"/>
            </a:xfrm>
            <a:prstGeom prst="rect">
              <a:avLst/>
            </a:prstGeom>
          </p:spPr>
        </p:pic>
        <p:pic>
          <p:nvPicPr>
            <p:cNvPr id="26" name="Vector 62 [Figma 9971:38114]" descr="Vector 62. градиент"/>
            <p:cNvPicPr>
              <a:picLocks noChangeAspect="1"/>
            </p:cNvPicPr>
            <p:nvPr/>
          </p:nvPicPr>
          <p:blipFill>
            <a:blip r:embed="rId57">
              <a:extLst>
                <a:ext uri="{96DAC541-7B7A-43D3-8B79-37D633B846F1}">
                  <asvg:svgBlip xmlns:asvg="http://schemas.microsoft.com/office/drawing/2016/SVG/main" r:embed="rId58"/>
                </a:ext>
              </a:extLst>
            </a:blip>
            <a:stretch>
              <a:fillRect/>
            </a:stretch>
          </p:blipFill>
          <p:spPr>
            <a:xfrm>
              <a:off x="5692980" y="1746206"/>
              <a:ext cx="700213" cy="550849"/>
            </a:xfrm>
            <a:prstGeom prst="rect">
              <a:avLst/>
            </a:prstGeom>
          </p:spPr>
        </p:pic>
        <p:pic>
          <p:nvPicPr>
            <p:cNvPr id="27" name="Rectangle 31 [Figma 9971:38115]" descr="Rectangle 31. градиент"/>
            <p:cNvPicPr>
              <a:picLocks noChangeAspect="1"/>
            </p:cNvPicPr>
            <p:nvPr/>
          </p:nvPicPr>
          <p:blipFill>
            <a:blip r:embed="rId59">
              <a:extLst>
                <a:ext uri="{96DAC541-7B7A-43D3-8B79-37D633B846F1}">
                  <asvg:svgBlip xmlns:asvg="http://schemas.microsoft.com/office/drawing/2016/SVG/main" r:embed="rId60"/>
                </a:ext>
              </a:extLst>
            </a:blip>
            <a:stretch>
              <a:fillRect/>
            </a:stretch>
          </p:blipFill>
          <p:spPr>
            <a:xfrm>
              <a:off x="5788674" y="2252656"/>
              <a:ext cx="228737" cy="42018"/>
            </a:xfrm>
            <a:prstGeom prst="rect">
              <a:avLst/>
            </a:prstGeom>
          </p:spPr>
        </p:pic>
        <p:pic>
          <p:nvPicPr>
            <p:cNvPr id="28" name="Rectangle 32 [Figma 9971:38116]" descr="Rectangle 32. градиент"/>
            <p:cNvPicPr>
              <a:picLocks noChangeAspect="1"/>
            </p:cNvPicPr>
            <p:nvPr/>
          </p:nvPicPr>
          <p:blipFill>
            <a:blip r:embed="rId61">
              <a:extLst>
                <a:ext uri="{96DAC541-7B7A-43D3-8B79-37D633B846F1}">
                  <asvg:svgBlip xmlns:asvg="http://schemas.microsoft.com/office/drawing/2016/SVG/main" r:embed="rId62"/>
                </a:ext>
              </a:extLst>
            </a:blip>
            <a:stretch>
              <a:fillRect/>
            </a:stretch>
          </p:blipFill>
          <p:spPr>
            <a:xfrm>
              <a:off x="5886700" y="1711183"/>
              <a:ext cx="317430" cy="37355"/>
            </a:xfrm>
            <a:prstGeom prst="rect">
              <a:avLst/>
            </a:prstGeom>
          </p:spPr>
        </p:pic>
        <p:pic>
          <p:nvPicPr>
            <p:cNvPr id="29" name="Vector 61 (Stroke) [Figma 9971:38117]" descr="Vector 61 (Stroke). векторный контур"/>
            <p:cNvPicPr>
              <a:picLocks noChangeAspect="1"/>
            </p:cNvPicPr>
            <p:nvPr/>
          </p:nvPicPr>
          <p:blipFill>
            <a:blip r:embed="rId63">
              <a:extLst>
                <a:ext uri="{96DAC541-7B7A-43D3-8B79-37D633B846F1}">
                  <asvg:svgBlip xmlns:asvg="http://schemas.microsoft.com/office/drawing/2016/SVG/main" r:embed="rId64"/>
                </a:ext>
              </a:extLst>
            </a:blip>
            <a:stretch>
              <a:fillRect/>
            </a:stretch>
          </p:blipFill>
          <p:spPr>
            <a:xfrm>
              <a:off x="5615957" y="2292342"/>
              <a:ext cx="952284" cy="9326"/>
            </a:xfrm>
            <a:prstGeom prst="rect">
              <a:avLst/>
            </a:prstGeom>
          </p:spPr>
        </p:pic>
      </p:grpSp>
      <p:grpSp>
        <p:nvGrpSpPr>
          <p:cNvPr id="181" name="Группа 180">
            <a:extLst>
              <a:ext uri="{FF2B5EF4-FFF2-40B4-BE49-F238E27FC236}">
                <a16:creationId xmlns:a16="http://schemas.microsoft.com/office/drawing/2014/main" id="{4AE84A04-307E-4B10-AF2C-6A0BDCB5FFAF}"/>
              </a:ext>
            </a:extLst>
          </p:cNvPr>
          <p:cNvGrpSpPr/>
          <p:nvPr/>
        </p:nvGrpSpPr>
        <p:grpSpPr>
          <a:xfrm>
            <a:off x="8120604" y="1505309"/>
            <a:ext cx="572701" cy="892599"/>
            <a:chOff x="8120604" y="1505309"/>
            <a:chExt cx="572701" cy="892599"/>
          </a:xfrm>
        </p:grpSpPr>
        <p:pic>
          <p:nvPicPr>
            <p:cNvPr id="30" name="Ellipse 72 [Figma 9971:38118]" descr="Ellipse 72. градиент"/>
            <p:cNvPicPr>
              <a:picLocks noChangeAspect="1"/>
            </p:cNvPicPr>
            <p:nvPr/>
          </p:nvPicPr>
          <p:blipFill>
            <a:blip r:embed="rId65">
              <a:extLst>
                <a:ext uri="{96DAC541-7B7A-43D3-8B79-37D633B846F1}">
                  <asvg:svgBlip xmlns:asvg="http://schemas.microsoft.com/office/drawing/2016/SVG/main" r:embed="rId66"/>
                </a:ext>
              </a:extLst>
            </a:blip>
            <a:stretch>
              <a:fillRect/>
            </a:stretch>
          </p:blipFill>
          <p:spPr>
            <a:xfrm>
              <a:off x="8120604" y="1505309"/>
              <a:ext cx="572701" cy="683104"/>
            </a:xfrm>
            <a:prstGeom prst="rect">
              <a:avLst/>
            </a:prstGeom>
          </p:spPr>
        </p:pic>
        <p:pic>
          <p:nvPicPr>
            <p:cNvPr id="31" name="Rectangle 45 [Figma 9971:38119]" descr="Rectangle 45. градиент"/>
            <p:cNvPicPr>
              <a:picLocks noChangeAspect="1"/>
            </p:cNvPicPr>
            <p:nvPr/>
          </p:nvPicPr>
          <p:blipFill>
            <a:blip r:embed="rId67">
              <a:extLst>
                <a:ext uri="{96DAC541-7B7A-43D3-8B79-37D633B846F1}">
                  <asvg:svgBlip xmlns:asvg="http://schemas.microsoft.com/office/drawing/2016/SVG/main" r:embed="rId68"/>
                </a:ext>
              </a:extLst>
            </a:blip>
            <a:stretch>
              <a:fillRect/>
            </a:stretch>
          </p:blipFill>
          <p:spPr>
            <a:xfrm>
              <a:off x="8291609" y="2188413"/>
              <a:ext cx="230734" cy="57694"/>
            </a:xfrm>
            <a:prstGeom prst="rect">
              <a:avLst/>
            </a:prstGeom>
          </p:spPr>
        </p:pic>
        <p:pic>
          <p:nvPicPr>
            <p:cNvPr id="32" name="Rectangle 46 [Figma 9971:38120]" descr="Rectangle 46. градиент"/>
            <p:cNvPicPr>
              <a:picLocks noChangeAspect="1"/>
            </p:cNvPicPr>
            <p:nvPr/>
          </p:nvPicPr>
          <p:blipFill>
            <a:blip r:embed="rId69">
              <a:extLst>
                <a:ext uri="{96DAC541-7B7A-43D3-8B79-37D633B846F1}">
                  <asvg:svgBlip xmlns:asvg="http://schemas.microsoft.com/office/drawing/2016/SVG/main" r:embed="rId70"/>
                </a:ext>
              </a:extLst>
            </a:blip>
            <a:stretch>
              <a:fillRect/>
            </a:stretch>
          </p:blipFill>
          <p:spPr>
            <a:xfrm>
              <a:off x="8291609" y="2246108"/>
              <a:ext cx="230734" cy="57694"/>
            </a:xfrm>
            <a:prstGeom prst="rect">
              <a:avLst/>
            </a:prstGeom>
          </p:spPr>
        </p:pic>
        <p:pic>
          <p:nvPicPr>
            <p:cNvPr id="33" name="Rectangle 47 [Figma 9971:38121]" descr="Rectangle 47. градиент"/>
            <p:cNvPicPr>
              <a:picLocks noChangeAspect="1"/>
            </p:cNvPicPr>
            <p:nvPr/>
          </p:nvPicPr>
          <p:blipFill>
            <a:blip r:embed="rId71">
              <a:extLst>
                <a:ext uri="{96DAC541-7B7A-43D3-8B79-37D633B846F1}">
                  <asvg:svgBlip xmlns:asvg="http://schemas.microsoft.com/office/drawing/2016/SVG/main" r:embed="rId72"/>
                </a:ext>
              </a:extLst>
            </a:blip>
            <a:stretch>
              <a:fillRect/>
            </a:stretch>
          </p:blipFill>
          <p:spPr>
            <a:xfrm>
              <a:off x="8291609" y="2303752"/>
              <a:ext cx="230734" cy="54668"/>
            </a:xfrm>
            <a:prstGeom prst="rect">
              <a:avLst/>
            </a:prstGeom>
          </p:spPr>
        </p:pic>
        <p:pic>
          <p:nvPicPr>
            <p:cNvPr id="34" name="Rectangle 48 [Figma 9971:38122]" descr="Rectangle 48. градиент"/>
            <p:cNvPicPr>
              <a:picLocks noChangeAspect="1"/>
            </p:cNvPicPr>
            <p:nvPr/>
          </p:nvPicPr>
          <p:blipFill>
            <a:blip r:embed="rId73">
              <a:extLst>
                <a:ext uri="{96DAC541-7B7A-43D3-8B79-37D633B846F1}">
                  <asvg:svgBlip xmlns:asvg="http://schemas.microsoft.com/office/drawing/2016/SVG/main" r:embed="rId74"/>
                </a:ext>
              </a:extLst>
            </a:blip>
            <a:stretch>
              <a:fillRect/>
            </a:stretch>
          </p:blipFill>
          <p:spPr>
            <a:xfrm>
              <a:off x="8343220" y="2358420"/>
              <a:ext cx="127512" cy="39488"/>
            </a:xfrm>
            <a:prstGeom prst="rect">
              <a:avLst/>
            </a:prstGeom>
          </p:spPr>
        </p:pic>
        <p:pic>
          <p:nvPicPr>
            <p:cNvPr id="35" name="Vector 32 (Stroke) [Figma 9971:38123]" descr="Vector 32 (Stroke). градиент"/>
            <p:cNvPicPr>
              <a:picLocks noChangeAspect="1"/>
            </p:cNvPicPr>
            <p:nvPr/>
          </p:nvPicPr>
          <p:blipFill>
            <a:blip r:embed="rId75">
              <a:extLst>
                <a:ext uri="{96DAC541-7B7A-43D3-8B79-37D633B846F1}">
                  <asvg:svgBlip xmlns:asvg="http://schemas.microsoft.com/office/drawing/2016/SVG/main" r:embed="rId76"/>
                </a:ext>
              </a:extLst>
            </a:blip>
            <a:stretch>
              <a:fillRect/>
            </a:stretch>
          </p:blipFill>
          <p:spPr>
            <a:xfrm>
              <a:off x="8318937" y="1754243"/>
              <a:ext cx="197341" cy="145749"/>
            </a:xfrm>
            <a:prstGeom prst="rect">
              <a:avLst/>
            </a:prstGeom>
          </p:spPr>
        </p:pic>
      </p:grpSp>
      <p:grpSp>
        <p:nvGrpSpPr>
          <p:cNvPr id="183" name="Группа 182">
            <a:extLst>
              <a:ext uri="{FF2B5EF4-FFF2-40B4-BE49-F238E27FC236}">
                <a16:creationId xmlns:a16="http://schemas.microsoft.com/office/drawing/2014/main" id="{BD9B33F2-B4AD-4788-B1D0-5F5994F32BDB}"/>
              </a:ext>
            </a:extLst>
          </p:cNvPr>
          <p:cNvGrpSpPr/>
          <p:nvPr/>
        </p:nvGrpSpPr>
        <p:grpSpPr>
          <a:xfrm>
            <a:off x="10435976" y="1508335"/>
            <a:ext cx="562811" cy="883429"/>
            <a:chOff x="10435976" y="1508335"/>
            <a:chExt cx="562811" cy="883429"/>
          </a:xfrm>
        </p:grpSpPr>
        <p:pic>
          <p:nvPicPr>
            <p:cNvPr id="36" name="Rectangle 33 [Figma 9971:38124]" descr="Rectangle 33. градиент"/>
            <p:cNvPicPr>
              <a:picLocks noChangeAspect="1"/>
            </p:cNvPicPr>
            <p:nvPr/>
          </p:nvPicPr>
          <p:blipFill>
            <a:blip r:embed="rId77">
              <a:extLst>
                <a:ext uri="{96DAC541-7B7A-43D3-8B79-37D633B846F1}">
                  <asvg:svgBlip xmlns:asvg="http://schemas.microsoft.com/office/drawing/2016/SVG/main" r:embed="rId78"/>
                </a:ext>
              </a:extLst>
            </a:blip>
            <a:stretch>
              <a:fillRect/>
            </a:stretch>
          </p:blipFill>
          <p:spPr>
            <a:xfrm>
              <a:off x="10435976" y="1568361"/>
              <a:ext cx="67535" cy="727900"/>
            </a:xfrm>
            <a:prstGeom prst="rect">
              <a:avLst/>
            </a:prstGeom>
          </p:spPr>
        </p:pic>
        <p:pic>
          <p:nvPicPr>
            <p:cNvPr id="37" name="Rectangle 34 [Figma 9971:38125]" descr="Rectangle 34. градиент"/>
            <p:cNvPicPr>
              <a:picLocks noChangeAspect="1"/>
            </p:cNvPicPr>
            <p:nvPr/>
          </p:nvPicPr>
          <p:blipFill>
            <a:blip r:embed="rId79">
              <a:extLst>
                <a:ext uri="{96DAC541-7B7A-43D3-8B79-37D633B846F1}">
                  <asvg:svgBlip xmlns:asvg="http://schemas.microsoft.com/office/drawing/2016/SVG/main" r:embed="rId80"/>
                </a:ext>
              </a:extLst>
            </a:blip>
            <a:stretch>
              <a:fillRect/>
            </a:stretch>
          </p:blipFill>
          <p:spPr>
            <a:xfrm>
              <a:off x="10503518" y="1568361"/>
              <a:ext cx="495269" cy="727900"/>
            </a:xfrm>
            <a:prstGeom prst="rect">
              <a:avLst/>
            </a:prstGeom>
          </p:spPr>
        </p:pic>
        <p:pic>
          <p:nvPicPr>
            <p:cNvPr id="38" name="Ellipse 48 [Figma 9971:38126]" descr="Ellipse 48. векторный контур"/>
            <p:cNvPicPr>
              <a:picLocks noChangeAspect="1"/>
            </p:cNvPicPr>
            <p:nvPr/>
          </p:nvPicPr>
          <p:blipFill>
            <a:blip r:embed="rId81">
              <a:extLst>
                <a:ext uri="{96DAC541-7B7A-43D3-8B79-37D633B846F1}">
                  <asvg:svgBlip xmlns:asvg="http://schemas.microsoft.com/office/drawing/2016/SVG/main" r:embed="rId82"/>
                </a:ext>
              </a:extLst>
            </a:blip>
            <a:stretch>
              <a:fillRect/>
            </a:stretch>
          </p:blipFill>
          <p:spPr>
            <a:xfrm>
              <a:off x="10630279" y="1842248"/>
              <a:ext cx="44480" cy="44498"/>
            </a:xfrm>
            <a:prstGeom prst="rect">
              <a:avLst/>
            </a:prstGeom>
          </p:spPr>
        </p:pic>
        <p:pic>
          <p:nvPicPr>
            <p:cNvPr id="39" name="Ellipse 49 [Figma 9971:38127]" descr="Ellipse 49. векторный контур"/>
            <p:cNvPicPr>
              <a:picLocks noChangeAspect="1"/>
            </p:cNvPicPr>
            <p:nvPr/>
          </p:nvPicPr>
          <p:blipFill>
            <a:blip r:embed="rId81">
              <a:extLst>
                <a:ext uri="{96DAC541-7B7A-43D3-8B79-37D633B846F1}">
                  <asvg:svgBlip xmlns:asvg="http://schemas.microsoft.com/office/drawing/2016/SVG/main" r:embed="rId82"/>
                </a:ext>
              </a:extLst>
            </a:blip>
            <a:stretch>
              <a:fillRect/>
            </a:stretch>
          </p:blipFill>
          <p:spPr>
            <a:xfrm>
              <a:off x="10713670" y="1842248"/>
              <a:ext cx="44480" cy="44498"/>
            </a:xfrm>
            <a:prstGeom prst="rect">
              <a:avLst/>
            </a:prstGeom>
          </p:spPr>
        </p:pic>
        <p:pic>
          <p:nvPicPr>
            <p:cNvPr id="40" name="Ellipse 50 [Figma 9971:38128]" descr="Ellipse 50. векторный контур"/>
            <p:cNvPicPr>
              <a:picLocks noChangeAspect="1"/>
            </p:cNvPicPr>
            <p:nvPr/>
          </p:nvPicPr>
          <p:blipFill>
            <a:blip r:embed="rId81">
              <a:extLst>
                <a:ext uri="{96DAC541-7B7A-43D3-8B79-37D633B846F1}">
                  <asvg:svgBlip xmlns:asvg="http://schemas.microsoft.com/office/drawing/2016/SVG/main" r:embed="rId82"/>
                </a:ext>
              </a:extLst>
            </a:blip>
            <a:stretch>
              <a:fillRect/>
            </a:stretch>
          </p:blipFill>
          <p:spPr>
            <a:xfrm>
              <a:off x="10797068" y="1842248"/>
              <a:ext cx="44480" cy="44498"/>
            </a:xfrm>
            <a:prstGeom prst="rect">
              <a:avLst/>
            </a:prstGeom>
          </p:spPr>
        </p:pic>
        <p:pic>
          <p:nvPicPr>
            <p:cNvPr id="41" name="Vector 63 [Figma 9971:38129]" descr="Vector 63. градиент"/>
            <p:cNvPicPr>
              <a:picLocks noChangeAspect="1"/>
            </p:cNvPicPr>
            <p:nvPr/>
          </p:nvPicPr>
          <p:blipFill>
            <a:blip r:embed="rId83">
              <a:extLst>
                <a:ext uri="{96DAC541-7B7A-43D3-8B79-37D633B846F1}">
                  <asvg:svgBlip xmlns:asvg="http://schemas.microsoft.com/office/drawing/2016/SVG/main" r:embed="rId84"/>
                </a:ext>
              </a:extLst>
            </a:blip>
            <a:stretch>
              <a:fillRect/>
            </a:stretch>
          </p:blipFill>
          <p:spPr>
            <a:xfrm>
              <a:off x="10856207" y="1553330"/>
              <a:ext cx="82548" cy="172438"/>
            </a:xfrm>
            <a:prstGeom prst="rect">
              <a:avLst/>
            </a:prstGeom>
          </p:spPr>
        </p:pic>
        <p:pic>
          <p:nvPicPr>
            <p:cNvPr id="42" name="Vector 65 [Figma 9971:38130]" descr="Vector 65. градиент"/>
            <p:cNvPicPr>
              <a:picLocks noChangeAspect="1"/>
            </p:cNvPicPr>
            <p:nvPr/>
          </p:nvPicPr>
          <p:blipFill>
            <a:blip r:embed="rId85">
              <a:extLst>
                <a:ext uri="{96DAC541-7B7A-43D3-8B79-37D633B846F1}">
                  <asvg:svgBlip xmlns:asvg="http://schemas.microsoft.com/office/drawing/2016/SVG/main" r:embed="rId86"/>
                </a:ext>
              </a:extLst>
            </a:blip>
            <a:stretch>
              <a:fillRect/>
            </a:stretch>
          </p:blipFill>
          <p:spPr>
            <a:xfrm>
              <a:off x="10662004" y="1508335"/>
              <a:ext cx="74127" cy="883422"/>
            </a:xfrm>
            <a:prstGeom prst="rect">
              <a:avLst/>
            </a:prstGeom>
          </p:spPr>
        </p:pic>
        <p:pic>
          <p:nvPicPr>
            <p:cNvPr id="43" name="Mask group [Figma 9971:38017]" descr="Mask group. маска"/>
            <p:cNvPicPr>
              <a:picLocks noChangeAspect="1"/>
            </p:cNvPicPr>
            <p:nvPr/>
          </p:nvPicPr>
          <p:blipFill>
            <a:blip r:embed="rId87">
              <a:extLst>
                <a:ext uri="{96DAC541-7B7A-43D3-8B79-37D633B846F1}">
                  <asvg:svgBlip xmlns:asvg="http://schemas.microsoft.com/office/drawing/2016/SVG/main" r:embed="rId88"/>
                </a:ext>
              </a:extLst>
            </a:blip>
            <a:stretch>
              <a:fillRect/>
            </a:stretch>
          </p:blipFill>
          <p:spPr>
            <a:xfrm>
              <a:off x="10662004" y="1508335"/>
              <a:ext cx="74128" cy="883429"/>
            </a:xfrm>
            <a:prstGeom prst="rect">
              <a:avLst/>
            </a:prstGeom>
          </p:spPr>
        </p:pic>
        <p:pic>
          <p:nvPicPr>
            <p:cNvPr id="44" name="Vector 64 [Figma 9971:38133]" descr="Vector 64. градиент"/>
            <p:cNvPicPr>
              <a:picLocks noChangeAspect="1"/>
            </p:cNvPicPr>
            <p:nvPr/>
          </p:nvPicPr>
          <p:blipFill>
            <a:blip r:embed="rId89">
              <a:extLst>
                <a:ext uri="{96DAC541-7B7A-43D3-8B79-37D633B846F1}">
                  <asvg:svgBlip xmlns:asvg="http://schemas.microsoft.com/office/drawing/2016/SVG/main" r:embed="rId90"/>
                </a:ext>
              </a:extLst>
            </a:blip>
            <a:stretch>
              <a:fillRect/>
            </a:stretch>
          </p:blipFill>
          <p:spPr>
            <a:xfrm>
              <a:off x="10533525" y="1508335"/>
              <a:ext cx="74127" cy="883422"/>
            </a:xfrm>
            <a:prstGeom prst="rect">
              <a:avLst/>
            </a:prstGeom>
          </p:spPr>
        </p:pic>
        <p:pic>
          <p:nvPicPr>
            <p:cNvPr id="45" name="Mask group [Figma 9971:38022]" descr="Mask group. маска"/>
            <p:cNvPicPr>
              <a:picLocks noChangeAspect="1"/>
            </p:cNvPicPr>
            <p:nvPr/>
          </p:nvPicPr>
          <p:blipFill>
            <a:blip r:embed="rId91">
              <a:extLst>
                <a:ext uri="{96DAC541-7B7A-43D3-8B79-37D633B846F1}">
                  <asvg:svgBlip xmlns:asvg="http://schemas.microsoft.com/office/drawing/2016/SVG/main" r:embed="rId92"/>
                </a:ext>
              </a:extLst>
            </a:blip>
            <a:stretch>
              <a:fillRect/>
            </a:stretch>
          </p:blipFill>
          <p:spPr>
            <a:xfrm>
              <a:off x="10533525" y="1508335"/>
              <a:ext cx="74128" cy="883429"/>
            </a:xfrm>
            <a:prstGeom prst="rect">
              <a:avLst/>
            </a:prstGeom>
          </p:spPr>
        </p:pic>
      </p:grpSp>
      <p:grpSp>
        <p:nvGrpSpPr>
          <p:cNvPr id="196" name="Группа 195">
            <a:extLst>
              <a:ext uri="{FF2B5EF4-FFF2-40B4-BE49-F238E27FC236}">
                <a16:creationId xmlns:a16="http://schemas.microsoft.com/office/drawing/2014/main" id="{D69A563C-5614-4E07-A582-7D5A11DCF7F9}"/>
              </a:ext>
            </a:extLst>
          </p:cNvPr>
          <p:cNvGrpSpPr/>
          <p:nvPr/>
        </p:nvGrpSpPr>
        <p:grpSpPr>
          <a:xfrm>
            <a:off x="1029704" y="2780040"/>
            <a:ext cx="889542" cy="889523"/>
            <a:chOff x="1029704" y="2780040"/>
            <a:chExt cx="889542" cy="889523"/>
          </a:xfrm>
        </p:grpSpPr>
        <p:pic>
          <p:nvPicPr>
            <p:cNvPr id="46" name="Vector 49 [Figma 9971:38136]" descr="Vector 49. векторный контур"/>
            <p:cNvPicPr>
              <a:picLocks noChangeAspect="1"/>
            </p:cNvPicPr>
            <p:nvPr/>
          </p:nvPicPr>
          <p:blipFill>
            <a:blip r:embed="rId93">
              <a:extLst>
                <a:ext uri="{96DAC541-7B7A-43D3-8B79-37D633B846F1}">
                  <asvg:svgBlip xmlns:asvg="http://schemas.microsoft.com/office/drawing/2016/SVG/main" r:embed="rId94"/>
                </a:ext>
              </a:extLst>
            </a:blip>
            <a:stretch>
              <a:fillRect/>
            </a:stretch>
          </p:blipFill>
          <p:spPr>
            <a:xfrm>
              <a:off x="1296564" y="3035472"/>
              <a:ext cx="301661" cy="412839"/>
            </a:xfrm>
            <a:prstGeom prst="rect">
              <a:avLst/>
            </a:prstGeom>
          </p:spPr>
        </p:pic>
        <p:pic>
          <p:nvPicPr>
            <p:cNvPr id="47" name="Vector 50 [Figma 9971:38137]" descr="Vector 50. векторный контур"/>
            <p:cNvPicPr>
              <a:picLocks noChangeAspect="1"/>
            </p:cNvPicPr>
            <p:nvPr/>
          </p:nvPicPr>
          <p:blipFill>
            <a:blip r:embed="rId95">
              <a:extLst>
                <a:ext uri="{96DAC541-7B7A-43D3-8B79-37D633B846F1}">
                  <asvg:svgBlip xmlns:asvg="http://schemas.microsoft.com/office/drawing/2016/SVG/main" r:embed="rId96"/>
                </a:ext>
              </a:extLst>
            </a:blip>
            <a:stretch>
              <a:fillRect/>
            </a:stretch>
          </p:blipFill>
          <p:spPr>
            <a:xfrm>
              <a:off x="1607335" y="3010271"/>
              <a:ext cx="40276" cy="434716"/>
            </a:xfrm>
            <a:prstGeom prst="rect">
              <a:avLst/>
            </a:prstGeom>
          </p:spPr>
        </p:pic>
        <p:pic>
          <p:nvPicPr>
            <p:cNvPr id="48" name="Vector [Figma 9971:38138]" descr="Vector. векторный контур"/>
            <p:cNvPicPr>
              <a:picLocks noChangeAspect="1"/>
            </p:cNvPicPr>
            <p:nvPr/>
          </p:nvPicPr>
          <p:blipFill>
            <a:blip r:embed="rId97">
              <a:extLst>
                <a:ext uri="{96DAC541-7B7A-43D3-8B79-37D633B846F1}">
                  <asvg:svgBlip xmlns:asvg="http://schemas.microsoft.com/office/drawing/2016/SVG/main" r:embed="rId98"/>
                </a:ext>
              </a:extLst>
            </a:blip>
            <a:stretch>
              <a:fillRect/>
            </a:stretch>
          </p:blipFill>
          <p:spPr>
            <a:xfrm>
              <a:off x="1309004" y="3006947"/>
              <a:ext cx="326161" cy="19397"/>
            </a:xfrm>
            <a:prstGeom prst="rect">
              <a:avLst/>
            </a:prstGeom>
          </p:spPr>
        </p:pic>
        <p:pic>
          <p:nvPicPr>
            <p:cNvPr id="49" name="Union [Figma 9971:38139]" descr="Union. векторный контур"/>
            <p:cNvPicPr>
              <a:picLocks noChangeAspect="1"/>
            </p:cNvPicPr>
            <p:nvPr/>
          </p:nvPicPr>
          <p:blipFill>
            <a:blip r:embed="rId99"/>
            <a:stretch>
              <a:fillRect/>
            </a:stretch>
          </p:blipFill>
          <p:spPr>
            <a:xfrm>
              <a:off x="1081054" y="3229390"/>
              <a:ext cx="388834" cy="388833"/>
            </a:xfrm>
            <a:prstGeom prst="rect">
              <a:avLst/>
            </a:prstGeom>
          </p:spPr>
        </p:pic>
        <p:pic>
          <p:nvPicPr>
            <p:cNvPr id="50" name="Ellipse 39 (Stroke) [Figma 9971:38140]" descr="Ellipse 39 (Stroke). векторный контур"/>
            <p:cNvPicPr>
              <a:picLocks noChangeAspect="1"/>
            </p:cNvPicPr>
            <p:nvPr/>
          </p:nvPicPr>
          <p:blipFill>
            <a:blip r:embed="rId100">
              <a:extLst>
                <a:ext uri="{96DAC541-7B7A-43D3-8B79-37D633B846F1}">
                  <asvg:svgBlip xmlns:asvg="http://schemas.microsoft.com/office/drawing/2016/SVG/main" r:embed="rId101"/>
                </a:ext>
              </a:extLst>
            </a:blip>
            <a:stretch>
              <a:fillRect/>
            </a:stretch>
          </p:blipFill>
          <p:spPr>
            <a:xfrm>
              <a:off x="1762788" y="2971031"/>
              <a:ext cx="156458" cy="558588"/>
            </a:xfrm>
            <a:prstGeom prst="rect">
              <a:avLst/>
            </a:prstGeom>
          </p:spPr>
        </p:pic>
        <p:pic>
          <p:nvPicPr>
            <p:cNvPr id="51" name="Ellipse 39 (Stroke) (Stroke) [Figma 9971:38141]" descr="Ellipse 39 (Stroke) (Stroke). векторный контур"/>
            <p:cNvPicPr>
              <a:picLocks noChangeAspect="1"/>
            </p:cNvPicPr>
            <p:nvPr/>
          </p:nvPicPr>
          <p:blipFill>
            <a:blip r:embed="rId99"/>
            <a:stretch>
              <a:fillRect/>
            </a:stretch>
          </p:blipFill>
          <p:spPr>
            <a:xfrm>
              <a:off x="1081054" y="3229390"/>
              <a:ext cx="388834" cy="388833"/>
            </a:xfrm>
            <a:prstGeom prst="rect">
              <a:avLst/>
            </a:prstGeom>
          </p:spPr>
        </p:pic>
        <p:pic>
          <p:nvPicPr>
            <p:cNvPr id="52" name="Ellipse 39 (Stroke) [Figma 9971:38142]" descr="Ellipse 39 (Stroke). векторный контур"/>
            <p:cNvPicPr>
              <a:picLocks noChangeAspect="1"/>
            </p:cNvPicPr>
            <p:nvPr/>
          </p:nvPicPr>
          <p:blipFill>
            <a:blip r:embed="rId102">
              <a:extLst>
                <a:ext uri="{96DAC541-7B7A-43D3-8B79-37D633B846F1}">
                  <asvg:svgBlip xmlns:asvg="http://schemas.microsoft.com/office/drawing/2016/SVG/main" r:embed="rId103"/>
                </a:ext>
              </a:extLst>
            </a:blip>
            <a:stretch>
              <a:fillRect/>
            </a:stretch>
          </p:blipFill>
          <p:spPr>
            <a:xfrm>
              <a:off x="1211114" y="2780040"/>
              <a:ext cx="609436" cy="199574"/>
            </a:xfrm>
            <a:prstGeom prst="rect">
              <a:avLst/>
            </a:prstGeom>
          </p:spPr>
        </p:pic>
        <p:pic>
          <p:nvPicPr>
            <p:cNvPr id="53" name="Ellipse 39 (Stroke) (Stroke) [Figma 9971:38143]" descr="Ellipse 39 (Stroke) (Stroke). векторный контур"/>
            <p:cNvPicPr>
              <a:picLocks noChangeAspect="1"/>
            </p:cNvPicPr>
            <p:nvPr/>
          </p:nvPicPr>
          <p:blipFill>
            <a:blip r:embed="rId99"/>
            <a:stretch>
              <a:fillRect/>
            </a:stretch>
          </p:blipFill>
          <p:spPr>
            <a:xfrm>
              <a:off x="1081054" y="3229390"/>
              <a:ext cx="388834" cy="388833"/>
            </a:xfrm>
            <a:prstGeom prst="rect">
              <a:avLst/>
            </a:prstGeom>
          </p:spPr>
        </p:pic>
        <p:pic>
          <p:nvPicPr>
            <p:cNvPr id="54" name="Ellipse 39 (Stroke) [Figma 9971:38144]" descr="Ellipse 39 (Stroke). векторный контур"/>
            <p:cNvPicPr>
              <a:picLocks noChangeAspect="1"/>
            </p:cNvPicPr>
            <p:nvPr/>
          </p:nvPicPr>
          <p:blipFill>
            <a:blip r:embed="rId104">
              <a:extLst>
                <a:ext uri="{96DAC541-7B7A-43D3-8B79-37D633B846F1}">
                  <asvg:svgBlip xmlns:asvg="http://schemas.microsoft.com/office/drawing/2016/SVG/main" r:embed="rId105"/>
                </a:ext>
              </a:extLst>
            </a:blip>
            <a:stretch>
              <a:fillRect/>
            </a:stretch>
          </p:blipFill>
          <p:spPr>
            <a:xfrm>
              <a:off x="1029704" y="2885804"/>
              <a:ext cx="746987" cy="783759"/>
            </a:xfrm>
            <a:prstGeom prst="rect">
              <a:avLst/>
            </a:prstGeom>
          </p:spPr>
        </p:pic>
        <p:pic>
          <p:nvPicPr>
            <p:cNvPr id="55" name="Ellipse 39 (Stroke) (Stroke) [Figma 9971:38145]" descr="Ellipse 39 (Stroke) (Stroke). векторный контур"/>
            <p:cNvPicPr>
              <a:picLocks noChangeAspect="1"/>
            </p:cNvPicPr>
            <p:nvPr/>
          </p:nvPicPr>
          <p:blipFill>
            <a:blip r:embed="rId106">
              <a:extLst>
                <a:ext uri="{96DAC541-7B7A-43D3-8B79-37D633B846F1}">
                  <asvg:svgBlip xmlns:asvg="http://schemas.microsoft.com/office/drawing/2016/SVG/main" r:embed="rId107"/>
                </a:ext>
              </a:extLst>
            </a:blip>
            <a:stretch>
              <a:fillRect/>
            </a:stretch>
          </p:blipFill>
          <p:spPr>
            <a:xfrm>
              <a:off x="1081054" y="3229390"/>
              <a:ext cx="393424" cy="440173"/>
            </a:xfrm>
            <a:prstGeom prst="rect">
              <a:avLst/>
            </a:prstGeom>
          </p:spPr>
        </p:pic>
        <p:pic>
          <p:nvPicPr>
            <p:cNvPr id="56" name="Vector 51 (Stroke) [Figma 9971:38146]" descr="Vector 51 (Stroke). векторный контур"/>
            <p:cNvPicPr>
              <a:picLocks noChangeAspect="1"/>
            </p:cNvPicPr>
            <p:nvPr/>
          </p:nvPicPr>
          <p:blipFill>
            <a:blip r:embed="rId99"/>
            <a:stretch>
              <a:fillRect/>
            </a:stretch>
          </p:blipFill>
          <p:spPr>
            <a:xfrm>
              <a:off x="1081054" y="3229390"/>
              <a:ext cx="388834" cy="388833"/>
            </a:xfrm>
            <a:prstGeom prst="rect">
              <a:avLst/>
            </a:prstGeom>
          </p:spPr>
        </p:pic>
        <p:pic>
          <p:nvPicPr>
            <p:cNvPr id="57" name="Vector 52 (Stroke) [Figma 9971:38147]" descr="Vector 52 (Stroke). векторный контур"/>
            <p:cNvPicPr>
              <a:picLocks noChangeAspect="1"/>
            </p:cNvPicPr>
            <p:nvPr/>
          </p:nvPicPr>
          <p:blipFill>
            <a:blip r:embed="rId99"/>
            <a:stretch>
              <a:fillRect/>
            </a:stretch>
          </p:blipFill>
          <p:spPr>
            <a:xfrm>
              <a:off x="1081054" y="3229390"/>
              <a:ext cx="388834" cy="388833"/>
            </a:xfrm>
            <a:prstGeom prst="rect">
              <a:avLst/>
            </a:prstGeom>
          </p:spPr>
        </p:pic>
      </p:grpSp>
      <p:pic>
        <p:nvPicPr>
          <p:cNvPr id="63" name="Subtract [Figma 9971:38306]" descr="Subtract. векторный контур"/>
          <p:cNvPicPr>
            <a:picLocks noChangeAspect="1"/>
          </p:cNvPicPr>
          <p:nvPr/>
        </p:nvPicPr>
        <p:blipFill>
          <a:blip r:embed="rId108">
            <a:extLst>
              <a:ext uri="{96DAC541-7B7A-43D3-8B79-37D633B846F1}">
                <asvg:svgBlip xmlns:asvg="http://schemas.microsoft.com/office/drawing/2016/SVG/main" r:embed="rId109"/>
              </a:ext>
            </a:extLst>
          </a:blip>
          <a:stretch>
            <a:fillRect/>
          </a:stretch>
        </p:blipFill>
        <p:spPr>
          <a:xfrm>
            <a:off x="3348630" y="3373552"/>
            <a:ext cx="333956" cy="291448"/>
          </a:xfrm>
          <a:prstGeom prst="rect">
            <a:avLst/>
          </a:prstGeom>
        </p:spPr>
      </p:pic>
      <p:grpSp>
        <p:nvGrpSpPr>
          <p:cNvPr id="197" name="Группа 196">
            <a:extLst>
              <a:ext uri="{FF2B5EF4-FFF2-40B4-BE49-F238E27FC236}">
                <a16:creationId xmlns:a16="http://schemas.microsoft.com/office/drawing/2014/main" id="{C858D1D8-1918-40E8-9E09-E1D88F41B9DA}"/>
              </a:ext>
            </a:extLst>
          </p:cNvPr>
          <p:cNvGrpSpPr/>
          <p:nvPr/>
        </p:nvGrpSpPr>
        <p:grpSpPr>
          <a:xfrm>
            <a:off x="1005414" y="4054771"/>
            <a:ext cx="934382" cy="895278"/>
            <a:chOff x="1005414" y="4054771"/>
            <a:chExt cx="934382" cy="895278"/>
          </a:xfrm>
        </p:grpSpPr>
        <p:pic>
          <p:nvPicPr>
            <p:cNvPr id="67" name="Vector 71 (Stroke) [Figma 9971:38196]" descr="Vector 71 (Stroke). векторный контур"/>
            <p:cNvPicPr>
              <a:picLocks noChangeAspect="1"/>
            </p:cNvPicPr>
            <p:nvPr/>
          </p:nvPicPr>
          <p:blipFill>
            <a:blip r:embed="rId110">
              <a:extLst>
                <a:ext uri="{96DAC541-7B7A-43D3-8B79-37D633B846F1}">
                  <asvg:svgBlip xmlns:asvg="http://schemas.microsoft.com/office/drawing/2016/SVG/main" r:embed="rId111"/>
                </a:ext>
              </a:extLst>
            </a:blip>
            <a:stretch>
              <a:fillRect/>
            </a:stretch>
          </p:blipFill>
          <p:spPr>
            <a:xfrm>
              <a:off x="1176668" y="4624073"/>
              <a:ext cx="591875" cy="321510"/>
            </a:xfrm>
            <a:prstGeom prst="rect">
              <a:avLst/>
            </a:prstGeom>
          </p:spPr>
        </p:pic>
        <p:pic>
          <p:nvPicPr>
            <p:cNvPr id="68" name="Vector 69 (Stroke) [Figma 9971:38197]" descr="Vector 69 (Stroke). векторный контур"/>
            <p:cNvPicPr>
              <a:picLocks noChangeAspect="1"/>
            </p:cNvPicPr>
            <p:nvPr/>
          </p:nvPicPr>
          <p:blipFill>
            <a:blip r:embed="rId112">
              <a:extLst>
                <a:ext uri="{96DAC541-7B7A-43D3-8B79-37D633B846F1}">
                  <asvg:svgBlip xmlns:asvg="http://schemas.microsoft.com/office/drawing/2016/SVG/main" r:embed="rId113"/>
                </a:ext>
              </a:extLst>
            </a:blip>
            <a:stretch>
              <a:fillRect/>
            </a:stretch>
          </p:blipFill>
          <p:spPr>
            <a:xfrm>
              <a:off x="1005414" y="4937994"/>
              <a:ext cx="934382" cy="12055"/>
            </a:xfrm>
            <a:prstGeom prst="rect">
              <a:avLst/>
            </a:prstGeom>
          </p:spPr>
        </p:pic>
        <p:pic>
          <p:nvPicPr>
            <p:cNvPr id="69" name="Rectangle 31 [Figma 9971:38198]" descr="Rectangle 31. градиент"/>
            <p:cNvPicPr>
              <a:picLocks noChangeAspect="1"/>
            </p:cNvPicPr>
            <p:nvPr/>
          </p:nvPicPr>
          <p:blipFill>
            <a:blip r:embed="rId114">
              <a:extLst>
                <a:ext uri="{96DAC541-7B7A-43D3-8B79-37D633B846F1}">
                  <asvg:svgBlip xmlns:asvg="http://schemas.microsoft.com/office/drawing/2016/SVG/main" r:embed="rId115"/>
                </a:ext>
              </a:extLst>
            </a:blip>
            <a:stretch>
              <a:fillRect/>
            </a:stretch>
          </p:blipFill>
          <p:spPr>
            <a:xfrm>
              <a:off x="1050533" y="4132110"/>
              <a:ext cx="831277" cy="528426"/>
            </a:xfrm>
            <a:prstGeom prst="rect">
              <a:avLst/>
            </a:prstGeom>
          </p:spPr>
        </p:pic>
        <p:pic>
          <p:nvPicPr>
            <p:cNvPr id="70" name="Vector 51 (Stroke) [Figma 9971:38199]" descr="Vector 51 (Stroke). градиент"/>
            <p:cNvPicPr>
              <a:picLocks noChangeAspect="1"/>
            </p:cNvPicPr>
            <p:nvPr/>
          </p:nvPicPr>
          <p:blipFill>
            <a:blip r:embed="rId116">
              <a:extLst>
                <a:ext uri="{96DAC541-7B7A-43D3-8B79-37D633B846F1}">
                  <asvg:svgBlip xmlns:asvg="http://schemas.microsoft.com/office/drawing/2016/SVG/main" r:embed="rId117"/>
                </a:ext>
              </a:extLst>
            </a:blip>
            <a:stretch>
              <a:fillRect/>
            </a:stretch>
          </p:blipFill>
          <p:spPr>
            <a:xfrm>
              <a:off x="1168606" y="4263075"/>
              <a:ext cx="303670" cy="267239"/>
            </a:xfrm>
            <a:prstGeom prst="rect">
              <a:avLst/>
            </a:prstGeom>
          </p:spPr>
        </p:pic>
        <p:pic>
          <p:nvPicPr>
            <p:cNvPr id="71" name="Rectangle 32 [Figma 9971:38200]" descr="Rectangle 32. градиент"/>
            <p:cNvPicPr>
              <a:picLocks noChangeAspect="1"/>
            </p:cNvPicPr>
            <p:nvPr/>
          </p:nvPicPr>
          <p:blipFill>
            <a:blip r:embed="rId118">
              <a:extLst>
                <a:ext uri="{96DAC541-7B7A-43D3-8B79-37D633B846F1}">
                  <asvg:svgBlip xmlns:asvg="http://schemas.microsoft.com/office/drawing/2016/SVG/main" r:embed="rId119"/>
                </a:ext>
              </a:extLst>
            </a:blip>
            <a:stretch>
              <a:fillRect/>
            </a:stretch>
          </p:blipFill>
          <p:spPr>
            <a:xfrm>
              <a:off x="1050539" y="4054771"/>
              <a:ext cx="831277" cy="77339"/>
            </a:xfrm>
            <a:prstGeom prst="rect">
              <a:avLst/>
            </a:prstGeom>
          </p:spPr>
        </p:pic>
        <p:pic>
          <p:nvPicPr>
            <p:cNvPr id="72" name="Vector 70 (Stroke) [Figma 9971:38201]" descr="Vector 70 (Stroke). векторный контур"/>
            <p:cNvPicPr>
              <a:picLocks noChangeAspect="1"/>
            </p:cNvPicPr>
            <p:nvPr/>
          </p:nvPicPr>
          <p:blipFill>
            <a:blip r:embed="rId120">
              <a:extLst>
                <a:ext uri="{96DAC541-7B7A-43D3-8B79-37D633B846F1}">
                  <asvg:svgBlip xmlns:asvg="http://schemas.microsoft.com/office/drawing/2016/SVG/main" r:embed="rId121"/>
                </a:ext>
              </a:extLst>
            </a:blip>
            <a:stretch>
              <a:fillRect/>
            </a:stretch>
          </p:blipFill>
          <p:spPr>
            <a:xfrm>
              <a:off x="1527385" y="4326673"/>
              <a:ext cx="251315" cy="139200"/>
            </a:xfrm>
            <a:prstGeom prst="rect">
              <a:avLst/>
            </a:prstGeom>
          </p:spPr>
        </p:pic>
      </p:grpSp>
      <p:grpSp>
        <p:nvGrpSpPr>
          <p:cNvPr id="194" name="Группа 193">
            <a:extLst>
              <a:ext uri="{FF2B5EF4-FFF2-40B4-BE49-F238E27FC236}">
                <a16:creationId xmlns:a16="http://schemas.microsoft.com/office/drawing/2014/main" id="{0633CEF5-E332-44D9-8BB1-18239D357AB2}"/>
              </a:ext>
            </a:extLst>
          </p:cNvPr>
          <p:cNvGrpSpPr/>
          <p:nvPr/>
        </p:nvGrpSpPr>
        <p:grpSpPr>
          <a:xfrm>
            <a:off x="3287364" y="4180229"/>
            <a:ext cx="994283" cy="641632"/>
            <a:chOff x="3287364" y="4180229"/>
            <a:chExt cx="994283" cy="641632"/>
          </a:xfrm>
        </p:grpSpPr>
        <p:pic>
          <p:nvPicPr>
            <p:cNvPr id="73" name="Union [Figma 9971:38202]" descr="Union. градиент"/>
            <p:cNvPicPr>
              <a:picLocks noChangeAspect="1"/>
            </p:cNvPicPr>
            <p:nvPr/>
          </p:nvPicPr>
          <p:blipFill>
            <a:blip r:embed="rId122">
              <a:extLst>
                <a:ext uri="{96DAC541-7B7A-43D3-8B79-37D633B846F1}">
                  <asvg:svgBlip xmlns:asvg="http://schemas.microsoft.com/office/drawing/2016/SVG/main" r:embed="rId123"/>
                </a:ext>
              </a:extLst>
            </a:blip>
            <a:stretch>
              <a:fillRect/>
            </a:stretch>
          </p:blipFill>
          <p:spPr>
            <a:xfrm>
              <a:off x="3287364" y="4524857"/>
              <a:ext cx="994283" cy="297004"/>
            </a:xfrm>
            <a:prstGeom prst="rect">
              <a:avLst/>
            </a:prstGeom>
          </p:spPr>
        </p:pic>
        <p:pic>
          <p:nvPicPr>
            <p:cNvPr id="74" name="Union [Figma 9971:38203]" descr="Union. градиент"/>
            <p:cNvPicPr>
              <a:picLocks noChangeAspect="1"/>
            </p:cNvPicPr>
            <p:nvPr/>
          </p:nvPicPr>
          <p:blipFill>
            <a:blip r:embed="rId124">
              <a:extLst>
                <a:ext uri="{96DAC541-7B7A-43D3-8B79-37D633B846F1}">
                  <asvg:svgBlip xmlns:asvg="http://schemas.microsoft.com/office/drawing/2016/SVG/main" r:embed="rId125"/>
                </a:ext>
              </a:extLst>
            </a:blip>
            <a:stretch>
              <a:fillRect/>
            </a:stretch>
          </p:blipFill>
          <p:spPr>
            <a:xfrm>
              <a:off x="3925864" y="4701115"/>
              <a:ext cx="339896" cy="69898"/>
            </a:xfrm>
            <a:prstGeom prst="rect">
              <a:avLst/>
            </a:prstGeom>
          </p:spPr>
        </p:pic>
        <p:pic>
          <p:nvPicPr>
            <p:cNvPr id="75" name="Union [Figma 9971:38204]" descr="Union. градиент"/>
            <p:cNvPicPr>
              <a:picLocks noChangeAspect="1"/>
            </p:cNvPicPr>
            <p:nvPr/>
          </p:nvPicPr>
          <p:blipFill>
            <a:blip r:embed="rId126">
              <a:extLst>
                <a:ext uri="{96DAC541-7B7A-43D3-8B79-37D633B846F1}">
                  <asvg:svgBlip xmlns:asvg="http://schemas.microsoft.com/office/drawing/2016/SVG/main" r:embed="rId127"/>
                </a:ext>
              </a:extLst>
            </a:blip>
            <a:stretch>
              <a:fillRect/>
            </a:stretch>
          </p:blipFill>
          <p:spPr>
            <a:xfrm>
              <a:off x="3325481" y="4180229"/>
              <a:ext cx="948005" cy="458627"/>
            </a:xfrm>
            <a:prstGeom prst="rect">
              <a:avLst/>
            </a:prstGeom>
          </p:spPr>
        </p:pic>
        <p:pic>
          <p:nvPicPr>
            <p:cNvPr id="76" name="Mask group [Figma 9971:36239]" descr="Mask group. маска"/>
            <p:cNvPicPr>
              <a:picLocks noChangeAspect="1"/>
            </p:cNvPicPr>
            <p:nvPr/>
          </p:nvPicPr>
          <p:blipFill>
            <a:blip r:embed="rId128">
              <a:extLst>
                <a:ext uri="{96DAC541-7B7A-43D3-8B79-37D633B846F1}">
                  <asvg:svgBlip xmlns:asvg="http://schemas.microsoft.com/office/drawing/2016/SVG/main" r:embed="rId129"/>
                </a:ext>
              </a:extLst>
            </a:blip>
            <a:stretch>
              <a:fillRect/>
            </a:stretch>
          </p:blipFill>
          <p:spPr>
            <a:xfrm>
              <a:off x="3545115" y="4423607"/>
              <a:ext cx="509519" cy="215216"/>
            </a:xfrm>
            <a:prstGeom prst="rect">
              <a:avLst/>
            </a:prstGeom>
          </p:spPr>
        </p:pic>
        <p:pic>
          <p:nvPicPr>
            <p:cNvPr id="77" name="Union [Figma 9971:38207]" descr="Union. градиент"/>
            <p:cNvPicPr>
              <a:picLocks noChangeAspect="1"/>
            </p:cNvPicPr>
            <p:nvPr/>
          </p:nvPicPr>
          <p:blipFill>
            <a:blip r:embed="rId130">
              <a:extLst>
                <a:ext uri="{96DAC541-7B7A-43D3-8B79-37D633B846F1}">
                  <asvg:svgBlip xmlns:asvg="http://schemas.microsoft.com/office/drawing/2016/SVG/main" r:embed="rId131"/>
                </a:ext>
              </a:extLst>
            </a:blip>
            <a:stretch>
              <a:fillRect/>
            </a:stretch>
          </p:blipFill>
          <p:spPr>
            <a:xfrm>
              <a:off x="3772085" y="4282224"/>
              <a:ext cx="417434" cy="406241"/>
            </a:xfrm>
            <a:prstGeom prst="rect">
              <a:avLst/>
            </a:prstGeom>
          </p:spPr>
        </p:pic>
      </p:grpSp>
      <p:grpSp>
        <p:nvGrpSpPr>
          <p:cNvPr id="191" name="Группа 190">
            <a:extLst>
              <a:ext uri="{FF2B5EF4-FFF2-40B4-BE49-F238E27FC236}">
                <a16:creationId xmlns:a16="http://schemas.microsoft.com/office/drawing/2014/main" id="{7C188E57-2DBC-420B-BB10-8BA5B763EF5D}"/>
              </a:ext>
            </a:extLst>
          </p:cNvPr>
          <p:cNvGrpSpPr/>
          <p:nvPr/>
        </p:nvGrpSpPr>
        <p:grpSpPr>
          <a:xfrm>
            <a:off x="5638479" y="4090687"/>
            <a:ext cx="1011957" cy="820284"/>
            <a:chOff x="5638479" y="4090687"/>
            <a:chExt cx="1011957" cy="820284"/>
          </a:xfrm>
        </p:grpSpPr>
        <p:pic>
          <p:nvPicPr>
            <p:cNvPr id="78" name="Union [Figma 9971:38208]" descr="Union. градиент"/>
            <p:cNvPicPr>
              <a:picLocks noChangeAspect="1"/>
            </p:cNvPicPr>
            <p:nvPr/>
          </p:nvPicPr>
          <p:blipFill>
            <a:blip r:embed="rId132">
              <a:extLst>
                <a:ext uri="{96DAC541-7B7A-43D3-8B79-37D633B846F1}">
                  <asvg:svgBlip xmlns:asvg="http://schemas.microsoft.com/office/drawing/2016/SVG/main" r:embed="rId133"/>
                </a:ext>
              </a:extLst>
            </a:blip>
            <a:stretch>
              <a:fillRect/>
            </a:stretch>
          </p:blipFill>
          <p:spPr>
            <a:xfrm>
              <a:off x="5638479" y="4090687"/>
              <a:ext cx="766526" cy="820271"/>
            </a:xfrm>
            <a:prstGeom prst="rect">
              <a:avLst/>
            </a:prstGeom>
          </p:spPr>
        </p:pic>
        <p:pic>
          <p:nvPicPr>
            <p:cNvPr id="79" name="Mask group [Figma 9971:36109]" descr="Mask group. маска"/>
            <p:cNvPicPr>
              <a:picLocks noChangeAspect="1"/>
            </p:cNvPicPr>
            <p:nvPr/>
          </p:nvPicPr>
          <p:blipFill>
            <a:blip r:embed="rId134">
              <a:extLst>
                <a:ext uri="{96DAC541-7B7A-43D3-8B79-37D633B846F1}">
                  <asvg:svgBlip xmlns:asvg="http://schemas.microsoft.com/office/drawing/2016/SVG/main" r:embed="rId135"/>
                </a:ext>
              </a:extLst>
            </a:blip>
            <a:stretch>
              <a:fillRect/>
            </a:stretch>
          </p:blipFill>
          <p:spPr>
            <a:xfrm>
              <a:off x="5638485" y="4090687"/>
              <a:ext cx="766522" cy="820284"/>
            </a:xfrm>
            <a:prstGeom prst="rect">
              <a:avLst/>
            </a:prstGeom>
          </p:spPr>
        </p:pic>
        <p:pic>
          <p:nvPicPr>
            <p:cNvPr id="80" name="Union [Figma 9971:38212]" descr="Union. градиент"/>
            <p:cNvPicPr>
              <a:picLocks noChangeAspect="1"/>
            </p:cNvPicPr>
            <p:nvPr/>
          </p:nvPicPr>
          <p:blipFill>
            <a:blip r:embed="rId136">
              <a:extLst>
                <a:ext uri="{96DAC541-7B7A-43D3-8B79-37D633B846F1}">
                  <asvg:svgBlip xmlns:asvg="http://schemas.microsoft.com/office/drawing/2016/SVG/main" r:embed="rId137"/>
                </a:ext>
              </a:extLst>
            </a:blip>
            <a:stretch>
              <a:fillRect/>
            </a:stretch>
          </p:blipFill>
          <p:spPr>
            <a:xfrm>
              <a:off x="6106526" y="4257271"/>
              <a:ext cx="543910" cy="248735"/>
            </a:xfrm>
            <a:prstGeom prst="rect">
              <a:avLst/>
            </a:prstGeom>
          </p:spPr>
        </p:pic>
        <p:pic>
          <p:nvPicPr>
            <p:cNvPr id="81" name="Ellipse 72 [Figma 9971:38213]" descr="Ellipse 72. градиент"/>
            <p:cNvPicPr>
              <a:picLocks noChangeAspect="1"/>
            </p:cNvPicPr>
            <p:nvPr/>
          </p:nvPicPr>
          <p:blipFill>
            <a:blip r:embed="rId138">
              <a:extLst>
                <a:ext uri="{96DAC541-7B7A-43D3-8B79-37D633B846F1}">
                  <asvg:svgBlip xmlns:asvg="http://schemas.microsoft.com/office/drawing/2016/SVG/main" r:embed="rId139"/>
                </a:ext>
              </a:extLst>
            </a:blip>
            <a:stretch>
              <a:fillRect/>
            </a:stretch>
          </p:blipFill>
          <p:spPr>
            <a:xfrm>
              <a:off x="6200049" y="4350832"/>
              <a:ext cx="357774" cy="426729"/>
            </a:xfrm>
            <a:prstGeom prst="rect">
              <a:avLst/>
            </a:prstGeom>
          </p:spPr>
        </p:pic>
        <p:pic>
          <p:nvPicPr>
            <p:cNvPr id="82" name="Rectangle 45 [Figma 9971:38214]" descr="Rectangle 45. градиент"/>
            <p:cNvPicPr>
              <a:picLocks noChangeAspect="1"/>
            </p:cNvPicPr>
            <p:nvPr/>
          </p:nvPicPr>
          <p:blipFill>
            <a:blip r:embed="rId140">
              <a:extLst>
                <a:ext uri="{96DAC541-7B7A-43D3-8B79-37D633B846F1}">
                  <asvg:svgBlip xmlns:asvg="http://schemas.microsoft.com/office/drawing/2016/SVG/main" r:embed="rId141"/>
                </a:ext>
              </a:extLst>
            </a:blip>
            <a:stretch>
              <a:fillRect/>
            </a:stretch>
          </p:blipFill>
          <p:spPr>
            <a:xfrm>
              <a:off x="6306881" y="4777611"/>
              <a:ext cx="144143" cy="36016"/>
            </a:xfrm>
            <a:prstGeom prst="rect">
              <a:avLst/>
            </a:prstGeom>
          </p:spPr>
        </p:pic>
        <p:pic>
          <p:nvPicPr>
            <p:cNvPr id="83" name="Rectangle 46 [Figma 9971:38215]" descr="Rectangle 46. градиент"/>
            <p:cNvPicPr>
              <a:picLocks noChangeAspect="1"/>
            </p:cNvPicPr>
            <p:nvPr/>
          </p:nvPicPr>
          <p:blipFill>
            <a:blip r:embed="rId142">
              <a:extLst>
                <a:ext uri="{96DAC541-7B7A-43D3-8B79-37D633B846F1}">
                  <asvg:svgBlip xmlns:asvg="http://schemas.microsoft.com/office/drawing/2016/SVG/main" r:embed="rId143"/>
                </a:ext>
              </a:extLst>
            </a:blip>
            <a:stretch>
              <a:fillRect/>
            </a:stretch>
          </p:blipFill>
          <p:spPr>
            <a:xfrm>
              <a:off x="6306881" y="4813626"/>
              <a:ext cx="144143" cy="36016"/>
            </a:xfrm>
            <a:prstGeom prst="rect">
              <a:avLst/>
            </a:prstGeom>
          </p:spPr>
        </p:pic>
        <p:pic>
          <p:nvPicPr>
            <p:cNvPr id="84" name="Rectangle 47 [Figma 9971:38216]" descr="Rectangle 47. градиент"/>
            <p:cNvPicPr>
              <a:picLocks noChangeAspect="1"/>
            </p:cNvPicPr>
            <p:nvPr/>
          </p:nvPicPr>
          <p:blipFill>
            <a:blip r:embed="rId144">
              <a:extLst>
                <a:ext uri="{96DAC541-7B7A-43D3-8B79-37D633B846F1}">
                  <asvg:svgBlip xmlns:asvg="http://schemas.microsoft.com/office/drawing/2016/SVG/main" r:embed="rId145"/>
                </a:ext>
              </a:extLst>
            </a:blip>
            <a:stretch>
              <a:fillRect/>
            </a:stretch>
          </p:blipFill>
          <p:spPr>
            <a:xfrm>
              <a:off x="6306881" y="4849642"/>
              <a:ext cx="144143" cy="34130"/>
            </a:xfrm>
            <a:prstGeom prst="rect">
              <a:avLst/>
            </a:prstGeom>
          </p:spPr>
        </p:pic>
        <p:pic>
          <p:nvPicPr>
            <p:cNvPr id="85" name="Rectangle 48 [Figma 9971:38217]" descr="Rectangle 48. градиент"/>
            <p:cNvPicPr>
              <a:picLocks noChangeAspect="1"/>
            </p:cNvPicPr>
            <p:nvPr/>
          </p:nvPicPr>
          <p:blipFill>
            <a:blip r:embed="rId146">
              <a:extLst>
                <a:ext uri="{96DAC541-7B7A-43D3-8B79-37D633B846F1}">
                  <asvg:svgBlip xmlns:asvg="http://schemas.microsoft.com/office/drawing/2016/SVG/main" r:embed="rId147"/>
                </a:ext>
              </a:extLst>
            </a:blip>
            <a:stretch>
              <a:fillRect/>
            </a:stretch>
          </p:blipFill>
          <p:spPr>
            <a:xfrm>
              <a:off x="6339120" y="4883772"/>
              <a:ext cx="79658" cy="24655"/>
            </a:xfrm>
            <a:prstGeom prst="rect">
              <a:avLst/>
            </a:prstGeom>
          </p:spPr>
        </p:pic>
        <p:pic>
          <p:nvPicPr>
            <p:cNvPr id="86" name="Vector 32 (Stroke) [Figma 9971:38218]" descr="Vector 32 (Stroke). векторный контур"/>
            <p:cNvPicPr>
              <a:picLocks noChangeAspect="1"/>
            </p:cNvPicPr>
            <p:nvPr/>
          </p:nvPicPr>
          <p:blipFill>
            <a:blip r:embed="rId148">
              <a:extLst>
                <a:ext uri="{96DAC541-7B7A-43D3-8B79-37D633B846F1}">
                  <asvg:svgBlip xmlns:asvg="http://schemas.microsoft.com/office/drawing/2016/SVG/main" r:embed="rId149"/>
                </a:ext>
              </a:extLst>
            </a:blip>
            <a:stretch>
              <a:fillRect/>
            </a:stretch>
          </p:blipFill>
          <p:spPr>
            <a:xfrm>
              <a:off x="6323946" y="4506353"/>
              <a:ext cx="123282" cy="91031"/>
            </a:xfrm>
            <a:prstGeom prst="rect">
              <a:avLst/>
            </a:prstGeom>
          </p:spPr>
        </p:pic>
      </p:grpSp>
      <p:grpSp>
        <p:nvGrpSpPr>
          <p:cNvPr id="188" name="Группа 187">
            <a:extLst>
              <a:ext uri="{FF2B5EF4-FFF2-40B4-BE49-F238E27FC236}">
                <a16:creationId xmlns:a16="http://schemas.microsoft.com/office/drawing/2014/main" id="{A2D358E2-8AF2-4E6B-AFE6-F3FD002500FD}"/>
              </a:ext>
            </a:extLst>
          </p:cNvPr>
          <p:cNvGrpSpPr/>
          <p:nvPr/>
        </p:nvGrpSpPr>
        <p:grpSpPr>
          <a:xfrm>
            <a:off x="7994562" y="4090687"/>
            <a:ext cx="824834" cy="820270"/>
            <a:chOff x="7994562" y="4090687"/>
            <a:chExt cx="824834" cy="820270"/>
          </a:xfrm>
        </p:grpSpPr>
        <p:pic>
          <p:nvPicPr>
            <p:cNvPr id="87" name="Rectangle 240663273 [Figma 9971:38220]" descr="Rectangle 240663273. градиент"/>
            <p:cNvPicPr>
              <a:picLocks noChangeAspect="1"/>
            </p:cNvPicPr>
            <p:nvPr/>
          </p:nvPicPr>
          <p:blipFill>
            <a:blip r:embed="rId150">
              <a:extLst>
                <a:ext uri="{96DAC541-7B7A-43D3-8B79-37D633B846F1}">
                  <asvg:svgBlip xmlns:asvg="http://schemas.microsoft.com/office/drawing/2016/SVG/main" r:embed="rId151"/>
                </a:ext>
              </a:extLst>
            </a:blip>
            <a:stretch>
              <a:fillRect/>
            </a:stretch>
          </p:blipFill>
          <p:spPr>
            <a:xfrm>
              <a:off x="7994562" y="4090687"/>
              <a:ext cx="624325" cy="678987"/>
            </a:xfrm>
            <a:prstGeom prst="rect">
              <a:avLst/>
            </a:prstGeom>
          </p:spPr>
        </p:pic>
        <p:pic>
          <p:nvPicPr>
            <p:cNvPr id="88" name="Vector 210 (Stroke) [Figma 9971:38221]" descr="Vector 210 (Stroke). векторный контур"/>
            <p:cNvPicPr>
              <a:picLocks noChangeAspect="1"/>
            </p:cNvPicPr>
            <p:nvPr/>
          </p:nvPicPr>
          <p:blipFill>
            <a:blip r:embed="rId152">
              <a:extLst>
                <a:ext uri="{96DAC541-7B7A-43D3-8B79-37D633B846F1}">
                  <asvg:svgBlip xmlns:asvg="http://schemas.microsoft.com/office/drawing/2016/SVG/main" r:embed="rId153"/>
                </a:ext>
              </a:extLst>
            </a:blip>
            <a:stretch>
              <a:fillRect/>
            </a:stretch>
          </p:blipFill>
          <p:spPr>
            <a:xfrm>
              <a:off x="8082021" y="4215203"/>
              <a:ext cx="115413" cy="85872"/>
            </a:xfrm>
            <a:prstGeom prst="rect">
              <a:avLst/>
            </a:prstGeom>
          </p:spPr>
        </p:pic>
        <p:pic>
          <p:nvPicPr>
            <p:cNvPr id="89" name="Rectangle 240663274 [Figma 9971:38222]" descr="Rectangle 240663274. векторный контур"/>
            <p:cNvPicPr>
              <a:picLocks noChangeAspect="1"/>
            </p:cNvPicPr>
            <p:nvPr/>
          </p:nvPicPr>
          <p:blipFill>
            <a:blip r:embed="rId154">
              <a:extLst>
                <a:ext uri="{96DAC541-7B7A-43D3-8B79-37D633B846F1}">
                  <asvg:svgBlip xmlns:asvg="http://schemas.microsoft.com/office/drawing/2016/SVG/main" r:embed="rId155"/>
                </a:ext>
              </a:extLst>
            </a:blip>
            <a:stretch>
              <a:fillRect/>
            </a:stretch>
          </p:blipFill>
          <p:spPr>
            <a:xfrm>
              <a:off x="8251023" y="4227605"/>
              <a:ext cx="280298" cy="16470"/>
            </a:xfrm>
            <a:prstGeom prst="rect">
              <a:avLst/>
            </a:prstGeom>
          </p:spPr>
        </p:pic>
        <p:pic>
          <p:nvPicPr>
            <p:cNvPr id="90" name="Rectangle 240663275 [Figma 9971:38223]" descr="Rectangle 240663275. векторный контур"/>
            <p:cNvPicPr>
              <a:picLocks noChangeAspect="1"/>
            </p:cNvPicPr>
            <p:nvPr/>
          </p:nvPicPr>
          <p:blipFill>
            <a:blip r:embed="rId156">
              <a:extLst>
                <a:ext uri="{96DAC541-7B7A-43D3-8B79-37D633B846F1}">
                  <asvg:svgBlip xmlns:asvg="http://schemas.microsoft.com/office/drawing/2016/SVG/main" r:embed="rId157"/>
                </a:ext>
              </a:extLst>
            </a:blip>
            <a:stretch>
              <a:fillRect/>
            </a:stretch>
          </p:blipFill>
          <p:spPr>
            <a:xfrm>
              <a:off x="8251023" y="4272947"/>
              <a:ext cx="152514" cy="16470"/>
            </a:xfrm>
            <a:prstGeom prst="rect">
              <a:avLst/>
            </a:prstGeom>
          </p:spPr>
        </p:pic>
        <p:pic>
          <p:nvPicPr>
            <p:cNvPr id="91" name="Vector 211 (Stroke) [Figma 9971:38224]" descr="Vector 211 (Stroke). векторный контур"/>
            <p:cNvPicPr>
              <a:picLocks noChangeAspect="1"/>
            </p:cNvPicPr>
            <p:nvPr/>
          </p:nvPicPr>
          <p:blipFill>
            <a:blip r:embed="rId152">
              <a:extLst>
                <a:ext uri="{96DAC541-7B7A-43D3-8B79-37D633B846F1}">
                  <asvg:svgBlip xmlns:asvg="http://schemas.microsoft.com/office/drawing/2016/SVG/main" r:embed="rId153"/>
                </a:ext>
              </a:extLst>
            </a:blip>
            <a:stretch>
              <a:fillRect/>
            </a:stretch>
          </p:blipFill>
          <p:spPr>
            <a:xfrm>
              <a:off x="8082021" y="4556408"/>
              <a:ext cx="115413" cy="85872"/>
            </a:xfrm>
            <a:prstGeom prst="rect">
              <a:avLst/>
            </a:prstGeom>
          </p:spPr>
        </p:pic>
        <p:pic>
          <p:nvPicPr>
            <p:cNvPr id="92" name="Rectangle 240663274 [Figma 9971:38225]" descr="Rectangle 240663274. векторный контур"/>
            <p:cNvPicPr>
              <a:picLocks noChangeAspect="1"/>
            </p:cNvPicPr>
            <p:nvPr/>
          </p:nvPicPr>
          <p:blipFill>
            <a:blip r:embed="rId154">
              <a:extLst>
                <a:ext uri="{96DAC541-7B7A-43D3-8B79-37D633B846F1}">
                  <asvg:svgBlip xmlns:asvg="http://schemas.microsoft.com/office/drawing/2016/SVG/main" r:embed="rId155"/>
                </a:ext>
              </a:extLst>
            </a:blip>
            <a:stretch>
              <a:fillRect/>
            </a:stretch>
          </p:blipFill>
          <p:spPr>
            <a:xfrm>
              <a:off x="8251023" y="4568760"/>
              <a:ext cx="280298" cy="16470"/>
            </a:xfrm>
            <a:prstGeom prst="rect">
              <a:avLst/>
            </a:prstGeom>
          </p:spPr>
        </p:pic>
        <p:pic>
          <p:nvPicPr>
            <p:cNvPr id="93" name="Rectangle 240663275 [Figma 9971:38226]" descr="Rectangle 240663275. векторный контур"/>
            <p:cNvPicPr>
              <a:picLocks noChangeAspect="1"/>
            </p:cNvPicPr>
            <p:nvPr/>
          </p:nvPicPr>
          <p:blipFill>
            <a:blip r:embed="rId156">
              <a:extLst>
                <a:ext uri="{96DAC541-7B7A-43D3-8B79-37D633B846F1}">
                  <asvg:svgBlip xmlns:asvg="http://schemas.microsoft.com/office/drawing/2016/SVG/main" r:embed="rId157"/>
                </a:ext>
              </a:extLst>
            </a:blip>
            <a:stretch>
              <a:fillRect/>
            </a:stretch>
          </p:blipFill>
          <p:spPr>
            <a:xfrm>
              <a:off x="8251023" y="4614102"/>
              <a:ext cx="152514" cy="16470"/>
            </a:xfrm>
            <a:prstGeom prst="rect">
              <a:avLst/>
            </a:prstGeom>
          </p:spPr>
        </p:pic>
        <p:pic>
          <p:nvPicPr>
            <p:cNvPr id="94" name="Vector 209 [Figma 9971:38227]" descr="Vector 209. градиент"/>
            <p:cNvPicPr>
              <a:picLocks noChangeAspect="1"/>
            </p:cNvPicPr>
            <p:nvPr/>
          </p:nvPicPr>
          <p:blipFill>
            <a:blip r:embed="rId158">
              <a:extLst>
                <a:ext uri="{96DAC541-7B7A-43D3-8B79-37D633B846F1}">
                  <asvg:svgBlip xmlns:asvg="http://schemas.microsoft.com/office/drawing/2016/SVG/main" r:embed="rId159"/>
                </a:ext>
              </a:extLst>
            </a:blip>
            <a:stretch>
              <a:fillRect/>
            </a:stretch>
          </p:blipFill>
          <p:spPr>
            <a:xfrm>
              <a:off x="8395588" y="4546387"/>
              <a:ext cx="223299" cy="223286"/>
            </a:xfrm>
            <a:prstGeom prst="rect">
              <a:avLst/>
            </a:prstGeom>
          </p:spPr>
        </p:pic>
        <p:pic>
          <p:nvPicPr>
            <p:cNvPr id="95" name="Subtract [Figma 9971:38292]" descr="Subtract. градиент"/>
            <p:cNvPicPr>
              <a:picLocks noChangeAspect="1"/>
            </p:cNvPicPr>
            <p:nvPr/>
          </p:nvPicPr>
          <p:blipFill>
            <a:blip r:embed="rId160">
              <a:extLst>
                <a:ext uri="{96DAC541-7B7A-43D3-8B79-37D633B846F1}">
                  <asvg:svgBlip xmlns:asvg="http://schemas.microsoft.com/office/drawing/2016/SVG/main" r:embed="rId161"/>
                </a:ext>
              </a:extLst>
            </a:blip>
            <a:stretch>
              <a:fillRect/>
            </a:stretch>
          </p:blipFill>
          <p:spPr>
            <a:xfrm>
              <a:off x="8249758" y="4414231"/>
              <a:ext cx="569638" cy="496726"/>
            </a:xfrm>
            <a:prstGeom prst="rect">
              <a:avLst/>
            </a:prstGeom>
          </p:spPr>
        </p:pic>
        <p:pic>
          <p:nvPicPr>
            <p:cNvPr id="96" name="Rectangle 240663274 [Figma 9971:38229]" descr="Rectangle 240663274. векторный контур"/>
            <p:cNvPicPr>
              <a:picLocks noChangeAspect="1"/>
            </p:cNvPicPr>
            <p:nvPr/>
          </p:nvPicPr>
          <p:blipFill>
            <a:blip r:embed="rId154">
              <a:extLst>
                <a:ext uri="{96DAC541-7B7A-43D3-8B79-37D633B846F1}">
                  <asvg:svgBlip xmlns:asvg="http://schemas.microsoft.com/office/drawing/2016/SVG/main" r:embed="rId155"/>
                </a:ext>
              </a:extLst>
            </a:blip>
            <a:stretch>
              <a:fillRect/>
            </a:stretch>
          </p:blipFill>
          <p:spPr>
            <a:xfrm>
              <a:off x="8250130" y="4396025"/>
              <a:ext cx="280298" cy="16470"/>
            </a:xfrm>
            <a:prstGeom prst="rect">
              <a:avLst/>
            </a:prstGeom>
          </p:spPr>
        </p:pic>
        <p:pic>
          <p:nvPicPr>
            <p:cNvPr id="97" name="Rectangle 240663275 [Figma 9971:38230]" descr="Rectangle 240663275. векторный контур"/>
            <p:cNvPicPr>
              <a:picLocks noChangeAspect="1"/>
            </p:cNvPicPr>
            <p:nvPr/>
          </p:nvPicPr>
          <p:blipFill>
            <a:blip r:embed="rId156">
              <a:extLst>
                <a:ext uri="{96DAC541-7B7A-43D3-8B79-37D633B846F1}">
                  <asvg:svgBlip xmlns:asvg="http://schemas.microsoft.com/office/drawing/2016/SVG/main" r:embed="rId157"/>
                </a:ext>
              </a:extLst>
            </a:blip>
            <a:stretch>
              <a:fillRect/>
            </a:stretch>
          </p:blipFill>
          <p:spPr>
            <a:xfrm>
              <a:off x="8250130" y="4441416"/>
              <a:ext cx="152514" cy="16470"/>
            </a:xfrm>
            <a:prstGeom prst="rect">
              <a:avLst/>
            </a:prstGeom>
          </p:spPr>
        </p:pic>
        <p:pic>
          <p:nvPicPr>
            <p:cNvPr id="98" name="Rectangle 240663276 [Figma 9971:38231]" descr="Rectangle 240663276. векторный контур"/>
            <p:cNvPicPr>
              <a:picLocks noChangeAspect="1"/>
            </p:cNvPicPr>
            <p:nvPr/>
          </p:nvPicPr>
          <p:blipFill>
            <a:blip r:embed="rId162">
              <a:extLst>
                <a:ext uri="{96DAC541-7B7A-43D3-8B79-37D633B846F1}">
                  <asvg:svgBlip xmlns:asvg="http://schemas.microsoft.com/office/drawing/2016/SVG/main" r:embed="rId163"/>
                </a:ext>
              </a:extLst>
            </a:blip>
            <a:stretch>
              <a:fillRect/>
            </a:stretch>
          </p:blipFill>
          <p:spPr>
            <a:xfrm>
              <a:off x="8090262" y="4382333"/>
              <a:ext cx="100258" cy="91130"/>
            </a:xfrm>
            <a:prstGeom prst="rect">
              <a:avLst/>
            </a:prstGeom>
          </p:spPr>
        </p:pic>
        <p:pic>
          <p:nvPicPr>
            <p:cNvPr id="99" name="Union [Figma 9971:38232]" descr="Union. градиент"/>
            <p:cNvPicPr>
              <a:picLocks noChangeAspect="1"/>
            </p:cNvPicPr>
            <p:nvPr/>
          </p:nvPicPr>
          <p:blipFill>
            <a:blip r:embed="rId164">
              <a:extLst>
                <a:ext uri="{96DAC541-7B7A-43D3-8B79-37D633B846F1}">
                  <asvg:svgBlip xmlns:asvg="http://schemas.microsoft.com/office/drawing/2016/SVG/main" r:embed="rId165"/>
                </a:ext>
              </a:extLst>
            </a:blip>
            <a:stretch>
              <a:fillRect/>
            </a:stretch>
          </p:blipFill>
          <p:spPr>
            <a:xfrm>
              <a:off x="8678813" y="4234947"/>
              <a:ext cx="61830" cy="482290"/>
            </a:xfrm>
            <a:prstGeom prst="rect">
              <a:avLst/>
            </a:prstGeom>
          </p:spPr>
        </p:pic>
        <p:pic>
          <p:nvPicPr>
            <p:cNvPr id="100" name="Union [Figma 9971:38233]" descr="Union. градиент"/>
            <p:cNvPicPr>
              <a:picLocks noChangeAspect="1"/>
            </p:cNvPicPr>
            <p:nvPr/>
          </p:nvPicPr>
          <p:blipFill>
            <a:blip r:embed="rId166">
              <a:extLst>
                <a:ext uri="{96DAC541-7B7A-43D3-8B79-37D633B846F1}">
                  <asvg:svgBlip xmlns:asvg="http://schemas.microsoft.com/office/drawing/2016/SVG/main" r:embed="rId167"/>
                </a:ext>
              </a:extLst>
            </a:blip>
            <a:stretch>
              <a:fillRect/>
            </a:stretch>
          </p:blipFill>
          <p:spPr>
            <a:xfrm>
              <a:off x="8678813" y="4168919"/>
              <a:ext cx="61830" cy="601350"/>
            </a:xfrm>
            <a:prstGeom prst="rect">
              <a:avLst/>
            </a:prstGeom>
          </p:spPr>
        </p:pic>
      </p:grpSp>
      <p:grpSp>
        <p:nvGrpSpPr>
          <p:cNvPr id="186" name="Группа 185">
            <a:extLst>
              <a:ext uri="{FF2B5EF4-FFF2-40B4-BE49-F238E27FC236}">
                <a16:creationId xmlns:a16="http://schemas.microsoft.com/office/drawing/2014/main" id="{A3F6BC3F-495F-453B-AD48-5E05BC6CF5EA}"/>
              </a:ext>
            </a:extLst>
          </p:cNvPr>
          <p:cNvGrpSpPr/>
          <p:nvPr/>
        </p:nvGrpSpPr>
        <p:grpSpPr>
          <a:xfrm>
            <a:off x="10411687" y="4054771"/>
            <a:ext cx="612555" cy="889523"/>
            <a:chOff x="10411687" y="4054771"/>
            <a:chExt cx="612555" cy="889523"/>
          </a:xfrm>
        </p:grpSpPr>
        <p:pic>
          <p:nvPicPr>
            <p:cNvPr id="101" name="Rectangle 58 [Figma 9971:38234]" descr="Rectangle 58. градиент"/>
            <p:cNvPicPr>
              <a:picLocks noChangeAspect="1"/>
            </p:cNvPicPr>
            <p:nvPr/>
          </p:nvPicPr>
          <p:blipFill>
            <a:blip r:embed="rId168">
              <a:extLst>
                <a:ext uri="{96DAC541-7B7A-43D3-8B79-37D633B846F1}">
                  <asvg:svgBlip xmlns:asvg="http://schemas.microsoft.com/office/drawing/2016/SVG/main" r:embed="rId169"/>
                </a:ext>
              </a:extLst>
            </a:blip>
            <a:stretch>
              <a:fillRect/>
            </a:stretch>
          </p:blipFill>
          <p:spPr>
            <a:xfrm>
              <a:off x="10411687" y="4811146"/>
              <a:ext cx="612555" cy="133148"/>
            </a:xfrm>
            <a:prstGeom prst="rect">
              <a:avLst/>
            </a:prstGeom>
          </p:spPr>
        </p:pic>
        <p:pic>
          <p:nvPicPr>
            <p:cNvPr id="102" name="Subtract [Figma 9971:38235]" descr="Subtract. градиент"/>
            <p:cNvPicPr>
              <a:picLocks noChangeAspect="1"/>
            </p:cNvPicPr>
            <p:nvPr/>
          </p:nvPicPr>
          <p:blipFill>
            <a:blip r:embed="rId170">
              <a:extLst>
                <a:ext uri="{96DAC541-7B7A-43D3-8B79-37D633B846F1}">
                  <asvg:svgBlip xmlns:asvg="http://schemas.microsoft.com/office/drawing/2016/SVG/main" r:embed="rId171"/>
                </a:ext>
              </a:extLst>
            </a:blip>
            <a:stretch>
              <a:fillRect/>
            </a:stretch>
          </p:blipFill>
          <p:spPr>
            <a:xfrm>
              <a:off x="10582141" y="4054771"/>
              <a:ext cx="271654" cy="164947"/>
            </a:xfrm>
            <a:prstGeom prst="rect">
              <a:avLst/>
            </a:prstGeom>
          </p:spPr>
        </p:pic>
        <p:pic>
          <p:nvPicPr>
            <p:cNvPr id="103" name="Rectangle 69 [Figma 9971:38236]" descr="Rectangle 69. градиент"/>
            <p:cNvPicPr>
              <a:picLocks noChangeAspect="1"/>
            </p:cNvPicPr>
            <p:nvPr/>
          </p:nvPicPr>
          <p:blipFill>
            <a:blip r:embed="rId172">
              <a:extLst>
                <a:ext uri="{96DAC541-7B7A-43D3-8B79-37D633B846F1}">
                  <asvg:svgBlip xmlns:asvg="http://schemas.microsoft.com/office/drawing/2016/SVG/main" r:embed="rId173"/>
                </a:ext>
              </a:extLst>
            </a:blip>
            <a:stretch>
              <a:fillRect/>
            </a:stretch>
          </p:blipFill>
          <p:spPr>
            <a:xfrm>
              <a:off x="10411687" y="4187968"/>
              <a:ext cx="612555" cy="623227"/>
            </a:xfrm>
            <a:prstGeom prst="rect">
              <a:avLst/>
            </a:prstGeom>
          </p:spPr>
        </p:pic>
        <p:pic>
          <p:nvPicPr>
            <p:cNvPr id="104" name="Rectangle 59 [Figma 9971:38237]" descr="Rectangle 59. векторный контур"/>
            <p:cNvPicPr>
              <a:picLocks noChangeAspect="1"/>
            </p:cNvPicPr>
            <p:nvPr/>
          </p:nvPicPr>
          <p:blipFill>
            <a:blip r:embed="rId174">
              <a:extLst>
                <a:ext uri="{96DAC541-7B7A-43D3-8B79-37D633B846F1}">
                  <asvg:svgBlip xmlns:asvg="http://schemas.microsoft.com/office/drawing/2016/SVG/main" r:embed="rId175"/>
                </a:ext>
              </a:extLst>
            </a:blip>
            <a:stretch>
              <a:fillRect/>
            </a:stretch>
          </p:blipFill>
          <p:spPr>
            <a:xfrm>
              <a:off x="10542194" y="4550108"/>
              <a:ext cx="351554" cy="298294"/>
            </a:xfrm>
            <a:prstGeom prst="rect">
              <a:avLst/>
            </a:prstGeom>
          </p:spPr>
        </p:pic>
        <p:pic>
          <p:nvPicPr>
            <p:cNvPr id="105" name="Rectangle 60 [Figma 9971:38238]" descr="Rectangle 60. векторный контур"/>
            <p:cNvPicPr>
              <a:picLocks noChangeAspect="1"/>
            </p:cNvPicPr>
            <p:nvPr/>
          </p:nvPicPr>
          <p:blipFill>
            <a:blip r:embed="rId176">
              <a:extLst>
                <a:ext uri="{96DAC541-7B7A-43D3-8B79-37D633B846F1}">
                  <asvg:svgBlip xmlns:asvg="http://schemas.microsoft.com/office/drawing/2016/SVG/main" r:embed="rId177"/>
                </a:ext>
              </a:extLst>
            </a:blip>
            <a:stretch>
              <a:fillRect/>
            </a:stretch>
          </p:blipFill>
          <p:spPr>
            <a:xfrm>
              <a:off x="10654048" y="4281182"/>
              <a:ext cx="125174" cy="74561"/>
            </a:xfrm>
            <a:prstGeom prst="rect">
              <a:avLst/>
            </a:prstGeom>
          </p:spPr>
        </p:pic>
        <p:pic>
          <p:nvPicPr>
            <p:cNvPr id="106" name="Rectangle 66 [Figma 9971:38239]" descr="Rectangle 66. градиент"/>
            <p:cNvPicPr>
              <a:picLocks noChangeAspect="1"/>
            </p:cNvPicPr>
            <p:nvPr/>
          </p:nvPicPr>
          <p:blipFill>
            <a:blip r:embed="rId178">
              <a:extLst>
                <a:ext uri="{96DAC541-7B7A-43D3-8B79-37D633B846F1}">
                  <asvg:svgBlip xmlns:asvg="http://schemas.microsoft.com/office/drawing/2016/SVG/main" r:embed="rId179"/>
                </a:ext>
              </a:extLst>
            </a:blip>
            <a:stretch>
              <a:fillRect/>
            </a:stretch>
          </p:blipFill>
          <p:spPr>
            <a:xfrm>
              <a:off x="10590128" y="4600708"/>
              <a:ext cx="253014" cy="10666"/>
            </a:xfrm>
            <a:prstGeom prst="rect">
              <a:avLst/>
            </a:prstGeom>
          </p:spPr>
        </p:pic>
        <p:pic>
          <p:nvPicPr>
            <p:cNvPr id="107" name="Rectangle 67 [Figma 9971:38240]" descr="Rectangle 67. градиент"/>
            <p:cNvPicPr>
              <a:picLocks noChangeAspect="1"/>
            </p:cNvPicPr>
            <p:nvPr/>
          </p:nvPicPr>
          <p:blipFill>
            <a:blip r:embed="rId180">
              <a:extLst>
                <a:ext uri="{96DAC541-7B7A-43D3-8B79-37D633B846F1}">
                  <asvg:svgBlip xmlns:asvg="http://schemas.microsoft.com/office/drawing/2016/SVG/main" r:embed="rId181"/>
                </a:ext>
              </a:extLst>
            </a:blip>
            <a:stretch>
              <a:fillRect/>
            </a:stretch>
          </p:blipFill>
          <p:spPr>
            <a:xfrm>
              <a:off x="10606114" y="4606115"/>
              <a:ext cx="21307" cy="53279"/>
            </a:xfrm>
            <a:prstGeom prst="rect">
              <a:avLst/>
            </a:prstGeom>
          </p:spPr>
        </p:pic>
      </p:grpSp>
      <p:grpSp>
        <p:nvGrpSpPr>
          <p:cNvPr id="189" name="Группа 188">
            <a:extLst>
              <a:ext uri="{FF2B5EF4-FFF2-40B4-BE49-F238E27FC236}">
                <a16:creationId xmlns:a16="http://schemas.microsoft.com/office/drawing/2014/main" id="{377930D5-7F6C-44D1-8391-6ED70D1C56BE}"/>
              </a:ext>
            </a:extLst>
          </p:cNvPr>
          <p:cNvGrpSpPr/>
          <p:nvPr/>
        </p:nvGrpSpPr>
        <p:grpSpPr>
          <a:xfrm>
            <a:off x="8120604" y="2780040"/>
            <a:ext cx="572701" cy="888014"/>
            <a:chOff x="8120604" y="2780040"/>
            <a:chExt cx="572701" cy="888014"/>
          </a:xfrm>
        </p:grpSpPr>
        <p:pic>
          <p:nvPicPr>
            <p:cNvPr id="65" name="Union [Figma 9971:38178]" descr="Union. векторный контур"/>
            <p:cNvPicPr>
              <a:picLocks noChangeAspect="1"/>
            </p:cNvPicPr>
            <p:nvPr/>
          </p:nvPicPr>
          <p:blipFill>
            <a:blip r:embed="rId99"/>
            <a:stretch>
              <a:fillRect/>
            </a:stretch>
          </p:blipFill>
          <p:spPr>
            <a:xfrm>
              <a:off x="8300625" y="3583047"/>
              <a:ext cx="212634" cy="85007"/>
            </a:xfrm>
            <a:prstGeom prst="rect">
              <a:avLst/>
            </a:prstGeom>
          </p:spPr>
        </p:pic>
        <p:pic>
          <p:nvPicPr>
            <p:cNvPr id="66" name="Rectangle 48 (Stroke) [Figma 9971:38180]" descr="Rectangle 48 (Stroke). векторный контур"/>
            <p:cNvPicPr>
              <a:picLocks noChangeAspect="1"/>
            </p:cNvPicPr>
            <p:nvPr/>
          </p:nvPicPr>
          <p:blipFill>
            <a:blip r:embed="rId99"/>
            <a:stretch>
              <a:fillRect/>
            </a:stretch>
          </p:blipFill>
          <p:spPr>
            <a:xfrm>
              <a:off x="8347778" y="3637665"/>
              <a:ext cx="118401" cy="30357"/>
            </a:xfrm>
            <a:prstGeom prst="rect">
              <a:avLst/>
            </a:prstGeom>
          </p:spPr>
        </p:pic>
        <p:pic>
          <p:nvPicPr>
            <p:cNvPr id="114" name="Rectangle 47 [Figma 9971:38177]" descr="Rectangle 47. векторный контур"/>
            <p:cNvPicPr>
              <a:picLocks noChangeAspect="1"/>
            </p:cNvPicPr>
            <p:nvPr/>
          </p:nvPicPr>
          <p:blipFill>
            <a:blip r:embed="rId182">
              <a:extLst>
                <a:ext uri="{96DAC541-7B7A-43D3-8B79-37D633B846F1}">
                  <asvg:svgBlip xmlns:asvg="http://schemas.microsoft.com/office/drawing/2016/SVG/main" r:embed="rId183"/>
                </a:ext>
              </a:extLst>
            </a:blip>
            <a:stretch>
              <a:fillRect/>
            </a:stretch>
          </p:blipFill>
          <p:spPr>
            <a:xfrm>
              <a:off x="8300625" y="3583047"/>
              <a:ext cx="212633" cy="45540"/>
            </a:xfrm>
            <a:prstGeom prst="rect">
              <a:avLst/>
            </a:prstGeom>
          </p:spPr>
        </p:pic>
        <p:pic>
          <p:nvPicPr>
            <p:cNvPr id="115" name="Rectangle 48 [Figma 9971:38179]" descr="Rectangle 48. векторный контур"/>
            <p:cNvPicPr>
              <a:picLocks noChangeAspect="1"/>
            </p:cNvPicPr>
            <p:nvPr/>
          </p:nvPicPr>
          <p:blipFill>
            <a:blip r:embed="rId184">
              <a:extLst>
                <a:ext uri="{96DAC541-7B7A-43D3-8B79-37D633B846F1}">
                  <asvg:svgBlip xmlns:asvg="http://schemas.microsoft.com/office/drawing/2016/SVG/main" r:embed="rId185"/>
                </a:ext>
              </a:extLst>
            </a:blip>
            <a:stretch>
              <a:fillRect/>
            </a:stretch>
          </p:blipFill>
          <p:spPr>
            <a:xfrm>
              <a:off x="8347778" y="3637665"/>
              <a:ext cx="118402" cy="30360"/>
            </a:xfrm>
            <a:prstGeom prst="rect">
              <a:avLst/>
            </a:prstGeom>
          </p:spPr>
        </p:pic>
        <p:pic>
          <p:nvPicPr>
            <p:cNvPr id="116" name="Rectangle 47 [Figma 9987:18403]" descr="Rectangle 47. векторный контур"/>
            <p:cNvPicPr>
              <a:picLocks noChangeAspect="1"/>
            </p:cNvPicPr>
            <p:nvPr/>
          </p:nvPicPr>
          <p:blipFill>
            <a:blip r:embed="rId182">
              <a:extLst>
                <a:ext uri="{96DAC541-7B7A-43D3-8B79-37D633B846F1}">
                  <asvg:svgBlip xmlns:asvg="http://schemas.microsoft.com/office/drawing/2016/SVG/main" r:embed="rId186"/>
                </a:ext>
              </a:extLst>
            </a:blip>
            <a:stretch>
              <a:fillRect/>
            </a:stretch>
          </p:blipFill>
          <p:spPr>
            <a:xfrm>
              <a:off x="8300625" y="3583047"/>
              <a:ext cx="212633" cy="45540"/>
            </a:xfrm>
            <a:prstGeom prst="rect">
              <a:avLst/>
            </a:prstGeom>
          </p:spPr>
        </p:pic>
        <p:pic>
          <p:nvPicPr>
            <p:cNvPr id="117" name="Rectangle 48 [Figma 9987:18415]" descr="Rectangle 48. векторный контур"/>
            <p:cNvPicPr>
              <a:picLocks noChangeAspect="1"/>
            </p:cNvPicPr>
            <p:nvPr/>
          </p:nvPicPr>
          <p:blipFill>
            <a:blip r:embed="rId184">
              <a:extLst>
                <a:ext uri="{96DAC541-7B7A-43D3-8B79-37D633B846F1}">
                  <asvg:svgBlip xmlns:asvg="http://schemas.microsoft.com/office/drawing/2016/SVG/main" r:embed="rId187"/>
                </a:ext>
              </a:extLst>
            </a:blip>
            <a:stretch>
              <a:fillRect/>
            </a:stretch>
          </p:blipFill>
          <p:spPr>
            <a:xfrm>
              <a:off x="8347778" y="3637665"/>
              <a:ext cx="118402" cy="30360"/>
            </a:xfrm>
            <a:prstGeom prst="rect">
              <a:avLst/>
            </a:prstGeom>
          </p:spPr>
        </p:pic>
        <p:pic>
          <p:nvPicPr>
            <p:cNvPr id="118" name="Ellipse 72 [Figma 9987:18630]" descr="Ellipse 72. векторный контур"/>
            <p:cNvPicPr>
              <a:picLocks noChangeAspect="1"/>
            </p:cNvPicPr>
            <p:nvPr/>
          </p:nvPicPr>
          <p:blipFill>
            <a:blip r:embed="rId188">
              <a:extLst>
                <a:ext uri="{96DAC541-7B7A-43D3-8B79-37D633B846F1}">
                  <asvg:svgBlip xmlns:asvg="http://schemas.microsoft.com/office/drawing/2016/SVG/main" r:embed="rId189"/>
                </a:ext>
              </a:extLst>
            </a:blip>
            <a:stretch>
              <a:fillRect/>
            </a:stretch>
          </p:blipFill>
          <p:spPr>
            <a:xfrm>
              <a:off x="8120604" y="2780040"/>
              <a:ext cx="572701" cy="678540"/>
            </a:xfrm>
            <a:prstGeom prst="rect">
              <a:avLst/>
            </a:prstGeom>
          </p:spPr>
        </p:pic>
        <p:pic>
          <p:nvPicPr>
            <p:cNvPr id="119" name="Rectangle 45 [Figma 9987:18644]" descr="Rectangle 45. векторный контур"/>
            <p:cNvPicPr>
              <a:picLocks noChangeAspect="1"/>
            </p:cNvPicPr>
            <p:nvPr/>
          </p:nvPicPr>
          <p:blipFill>
            <a:blip r:embed="rId190">
              <a:extLst>
                <a:ext uri="{96DAC541-7B7A-43D3-8B79-37D633B846F1}">
                  <asvg:svgBlip xmlns:asvg="http://schemas.microsoft.com/office/drawing/2016/SVG/main" r:embed="rId191"/>
                </a:ext>
              </a:extLst>
            </a:blip>
            <a:stretch>
              <a:fillRect/>
            </a:stretch>
          </p:blipFill>
          <p:spPr>
            <a:xfrm>
              <a:off x="8300625" y="3467658"/>
              <a:ext cx="212633" cy="48566"/>
            </a:xfrm>
            <a:prstGeom prst="rect">
              <a:avLst/>
            </a:prstGeom>
          </p:spPr>
        </p:pic>
        <p:pic>
          <p:nvPicPr>
            <p:cNvPr id="120" name="Rectangle 46 [Figma 9987:18659]" descr="Rectangle 46. векторный контур"/>
            <p:cNvPicPr>
              <a:picLocks noChangeAspect="1"/>
            </p:cNvPicPr>
            <p:nvPr/>
          </p:nvPicPr>
          <p:blipFill>
            <a:blip r:embed="rId192">
              <a:extLst>
                <a:ext uri="{96DAC541-7B7A-43D3-8B79-37D633B846F1}">
                  <asvg:svgBlip xmlns:asvg="http://schemas.microsoft.com/office/drawing/2016/SVG/main" r:embed="rId193"/>
                </a:ext>
              </a:extLst>
            </a:blip>
            <a:stretch>
              <a:fillRect/>
            </a:stretch>
          </p:blipFill>
          <p:spPr>
            <a:xfrm>
              <a:off x="8300625" y="3525352"/>
              <a:ext cx="212633" cy="48566"/>
            </a:xfrm>
            <a:prstGeom prst="rect">
              <a:avLst/>
            </a:prstGeom>
          </p:spPr>
        </p:pic>
      </p:grpSp>
      <p:grpSp>
        <p:nvGrpSpPr>
          <p:cNvPr id="184" name="Группа 183">
            <a:extLst>
              <a:ext uri="{FF2B5EF4-FFF2-40B4-BE49-F238E27FC236}">
                <a16:creationId xmlns:a16="http://schemas.microsoft.com/office/drawing/2014/main" id="{8924989F-7682-4FA4-A777-602F98522822}"/>
              </a:ext>
            </a:extLst>
          </p:cNvPr>
          <p:cNvGrpSpPr/>
          <p:nvPr/>
        </p:nvGrpSpPr>
        <p:grpSpPr>
          <a:xfrm>
            <a:off x="10445080" y="2783066"/>
            <a:ext cx="553707" cy="880743"/>
            <a:chOff x="10445080" y="2783066"/>
            <a:chExt cx="553707" cy="880743"/>
          </a:xfrm>
        </p:grpSpPr>
        <p:pic>
          <p:nvPicPr>
            <p:cNvPr id="121" name="Vector 67 [Figma 9987:18992]" descr="Vector 67. векторный контур"/>
            <p:cNvPicPr>
              <a:picLocks noChangeAspect="1"/>
            </p:cNvPicPr>
            <p:nvPr/>
          </p:nvPicPr>
          <p:blipFill>
            <a:blip r:embed="rId194">
              <a:extLst>
                <a:ext uri="{96DAC541-7B7A-43D3-8B79-37D633B846F1}">
                  <asvg:svgBlip xmlns:asvg="http://schemas.microsoft.com/office/drawing/2016/SVG/main" r:embed="rId195"/>
                </a:ext>
              </a:extLst>
            </a:blip>
            <a:stretch>
              <a:fillRect/>
            </a:stretch>
          </p:blipFill>
          <p:spPr>
            <a:xfrm>
              <a:off x="10662004" y="2878661"/>
              <a:ext cx="32506" cy="784801"/>
            </a:xfrm>
            <a:prstGeom prst="rect">
              <a:avLst/>
            </a:prstGeom>
          </p:spPr>
        </p:pic>
        <p:pic>
          <p:nvPicPr>
            <p:cNvPr id="122" name="Vector 67 [Figma 9987:19008]" descr="Vector 67. векторный контур"/>
            <p:cNvPicPr>
              <a:picLocks noChangeAspect="1"/>
            </p:cNvPicPr>
            <p:nvPr/>
          </p:nvPicPr>
          <p:blipFill>
            <a:blip r:embed="rId196">
              <a:extLst>
                <a:ext uri="{96DAC541-7B7A-43D3-8B79-37D633B846F1}">
                  <asvg:svgBlip xmlns:asvg="http://schemas.microsoft.com/office/drawing/2016/SVG/main" r:embed="rId197"/>
                </a:ext>
              </a:extLst>
            </a:blip>
            <a:stretch>
              <a:fillRect/>
            </a:stretch>
          </p:blipFill>
          <p:spPr>
            <a:xfrm>
              <a:off x="10703619" y="2878661"/>
              <a:ext cx="32512" cy="784801"/>
            </a:xfrm>
            <a:prstGeom prst="rect">
              <a:avLst/>
            </a:prstGeom>
          </p:spPr>
        </p:pic>
        <p:pic>
          <p:nvPicPr>
            <p:cNvPr id="123" name="Subtract [Figma 9987:19024]" descr="Subtract. векторный контур"/>
            <p:cNvPicPr>
              <a:picLocks noChangeAspect="1"/>
            </p:cNvPicPr>
            <p:nvPr/>
          </p:nvPicPr>
          <p:blipFill>
            <a:blip r:embed="rId198">
              <a:extLst>
                <a:ext uri="{96DAC541-7B7A-43D3-8B79-37D633B846F1}">
                  <asvg:svgBlip xmlns:asvg="http://schemas.microsoft.com/office/drawing/2016/SVG/main" r:embed="rId199"/>
                </a:ext>
              </a:extLst>
            </a:blip>
            <a:stretch>
              <a:fillRect/>
            </a:stretch>
          </p:blipFill>
          <p:spPr>
            <a:xfrm>
              <a:off x="10445080" y="2852220"/>
              <a:ext cx="49317" cy="709694"/>
            </a:xfrm>
            <a:prstGeom prst="rect">
              <a:avLst/>
            </a:prstGeom>
          </p:spPr>
        </p:pic>
        <p:pic>
          <p:nvPicPr>
            <p:cNvPr id="124" name="Rectangle 34 [Figma 9987:19038]" descr="Rectangle 34. векторный контур"/>
            <p:cNvPicPr>
              <a:picLocks noChangeAspect="1"/>
            </p:cNvPicPr>
            <p:nvPr/>
          </p:nvPicPr>
          <p:blipFill>
            <a:blip r:embed="rId200">
              <a:extLst>
                <a:ext uri="{96DAC541-7B7A-43D3-8B79-37D633B846F1}">
                  <asvg:svgBlip xmlns:asvg="http://schemas.microsoft.com/office/drawing/2016/SVG/main" r:embed="rId201"/>
                </a:ext>
              </a:extLst>
            </a:blip>
            <a:stretch>
              <a:fillRect/>
            </a:stretch>
          </p:blipFill>
          <p:spPr>
            <a:xfrm>
              <a:off x="10503512" y="2843092"/>
              <a:ext cx="30013" cy="727900"/>
            </a:xfrm>
            <a:prstGeom prst="rect">
              <a:avLst/>
            </a:prstGeom>
          </p:spPr>
        </p:pic>
        <p:pic>
          <p:nvPicPr>
            <p:cNvPr id="125" name="Rectangle 34 [Figma 9987:19080]" descr="Rectangle 34. векторный контур"/>
            <p:cNvPicPr>
              <a:picLocks noChangeAspect="1"/>
            </p:cNvPicPr>
            <p:nvPr/>
          </p:nvPicPr>
          <p:blipFill>
            <a:blip r:embed="rId202">
              <a:extLst>
                <a:ext uri="{96DAC541-7B7A-43D3-8B79-37D633B846F1}">
                  <asvg:svgBlip xmlns:asvg="http://schemas.microsoft.com/office/drawing/2016/SVG/main" r:embed="rId203"/>
                </a:ext>
              </a:extLst>
            </a:blip>
            <a:stretch>
              <a:fillRect/>
            </a:stretch>
          </p:blipFill>
          <p:spPr>
            <a:xfrm>
              <a:off x="10607652" y="2843092"/>
              <a:ext cx="54352" cy="727900"/>
            </a:xfrm>
            <a:prstGeom prst="rect">
              <a:avLst/>
            </a:prstGeom>
          </p:spPr>
        </p:pic>
        <p:pic>
          <p:nvPicPr>
            <p:cNvPr id="126" name="Rectangle 34 [Figma 9987:19121]" descr="Rectangle 34. векторный контур"/>
            <p:cNvPicPr>
              <a:picLocks noChangeAspect="1"/>
            </p:cNvPicPr>
            <p:nvPr/>
          </p:nvPicPr>
          <p:blipFill>
            <a:blip r:embed="rId204">
              <a:extLst>
                <a:ext uri="{96DAC541-7B7A-43D3-8B79-37D633B846F1}">
                  <asvg:svgBlip xmlns:asvg="http://schemas.microsoft.com/office/drawing/2016/SVG/main" r:embed="rId205"/>
                </a:ext>
              </a:extLst>
            </a:blip>
            <a:stretch>
              <a:fillRect/>
            </a:stretch>
          </p:blipFill>
          <p:spPr>
            <a:xfrm>
              <a:off x="10736131" y="2843092"/>
              <a:ext cx="262656" cy="727900"/>
            </a:xfrm>
            <a:prstGeom prst="rect">
              <a:avLst/>
            </a:prstGeom>
          </p:spPr>
        </p:pic>
        <p:pic>
          <p:nvPicPr>
            <p:cNvPr id="127" name="Vector 63 [Figma 9987:19136]" descr="Vector 63. векторный контур"/>
            <p:cNvPicPr>
              <a:picLocks noChangeAspect="1"/>
            </p:cNvPicPr>
            <p:nvPr/>
          </p:nvPicPr>
          <p:blipFill>
            <a:blip r:embed="rId206">
              <a:extLst>
                <a:ext uri="{96DAC541-7B7A-43D3-8B79-37D633B846F1}">
                  <asvg:svgBlip xmlns:asvg="http://schemas.microsoft.com/office/drawing/2016/SVG/main" r:embed="rId207"/>
                </a:ext>
              </a:extLst>
            </a:blip>
            <a:stretch>
              <a:fillRect/>
            </a:stretch>
          </p:blipFill>
          <p:spPr>
            <a:xfrm>
              <a:off x="10856201" y="2828061"/>
              <a:ext cx="82542" cy="172438"/>
            </a:xfrm>
            <a:prstGeom prst="rect">
              <a:avLst/>
            </a:prstGeom>
          </p:spPr>
        </p:pic>
        <p:pic>
          <p:nvPicPr>
            <p:cNvPr id="128" name="Vector 64 [Figma 9987:19152]" descr="Vector 64. векторный контур"/>
            <p:cNvPicPr>
              <a:picLocks noChangeAspect="1"/>
            </p:cNvPicPr>
            <p:nvPr/>
          </p:nvPicPr>
          <p:blipFill>
            <a:blip r:embed="rId208">
              <a:extLst>
                <a:ext uri="{96DAC541-7B7A-43D3-8B79-37D633B846F1}">
                  <asvg:svgBlip xmlns:asvg="http://schemas.microsoft.com/office/drawing/2016/SVG/main" r:embed="rId209"/>
                </a:ext>
              </a:extLst>
            </a:blip>
            <a:stretch>
              <a:fillRect/>
            </a:stretch>
          </p:blipFill>
          <p:spPr>
            <a:xfrm>
              <a:off x="10533525" y="2783314"/>
              <a:ext cx="32667" cy="880495"/>
            </a:xfrm>
            <a:prstGeom prst="rect">
              <a:avLst/>
            </a:prstGeom>
          </p:spPr>
        </p:pic>
        <p:pic>
          <p:nvPicPr>
            <p:cNvPr id="129" name="Vector 64 [Figma 9987:19168]" descr="Vector 64. векторный контур"/>
            <p:cNvPicPr>
              <a:picLocks noChangeAspect="1"/>
            </p:cNvPicPr>
            <p:nvPr/>
          </p:nvPicPr>
          <p:blipFill>
            <a:blip r:embed="rId210">
              <a:extLst>
                <a:ext uri="{96DAC541-7B7A-43D3-8B79-37D633B846F1}">
                  <asvg:svgBlip xmlns:asvg="http://schemas.microsoft.com/office/drawing/2016/SVG/main" r:embed="rId211"/>
                </a:ext>
              </a:extLst>
            </a:blip>
            <a:stretch>
              <a:fillRect/>
            </a:stretch>
          </p:blipFill>
          <p:spPr>
            <a:xfrm>
              <a:off x="10575406" y="2783364"/>
              <a:ext cx="32245" cy="879602"/>
            </a:xfrm>
            <a:prstGeom prst="rect">
              <a:avLst/>
            </a:prstGeom>
          </p:spPr>
        </p:pic>
        <p:pic>
          <p:nvPicPr>
            <p:cNvPr id="130" name="Vector 67 [Figma 9987:19184]" descr="Vector 67. векторный контур"/>
            <p:cNvPicPr>
              <a:picLocks noChangeAspect="1"/>
            </p:cNvPicPr>
            <p:nvPr/>
          </p:nvPicPr>
          <p:blipFill>
            <a:blip r:embed="rId212">
              <a:extLst>
                <a:ext uri="{96DAC541-7B7A-43D3-8B79-37D633B846F1}">
                  <asvg:svgBlip xmlns:asvg="http://schemas.microsoft.com/office/drawing/2016/SVG/main" r:embed="rId213"/>
                </a:ext>
              </a:extLst>
            </a:blip>
            <a:stretch>
              <a:fillRect/>
            </a:stretch>
          </p:blipFill>
          <p:spPr>
            <a:xfrm>
              <a:off x="10662004" y="2783066"/>
              <a:ext cx="74127" cy="86517"/>
            </a:xfrm>
            <a:prstGeom prst="rect">
              <a:avLst/>
            </a:prstGeom>
          </p:spPr>
        </p:pic>
      </p:grpSp>
      <p:grpSp>
        <p:nvGrpSpPr>
          <p:cNvPr id="185" name="Группа 184">
            <a:extLst>
              <a:ext uri="{FF2B5EF4-FFF2-40B4-BE49-F238E27FC236}">
                <a16:creationId xmlns:a16="http://schemas.microsoft.com/office/drawing/2014/main" id="{BDB0F2E3-0759-4D0C-90C4-F14B87D19726}"/>
              </a:ext>
            </a:extLst>
          </p:cNvPr>
          <p:cNvGrpSpPr/>
          <p:nvPr/>
        </p:nvGrpSpPr>
        <p:grpSpPr>
          <a:xfrm>
            <a:off x="10411687" y="5329501"/>
            <a:ext cx="612557" cy="884960"/>
            <a:chOff x="10411687" y="5329501"/>
            <a:chExt cx="612557" cy="884960"/>
          </a:xfrm>
        </p:grpSpPr>
        <p:pic>
          <p:nvPicPr>
            <p:cNvPr id="111" name="Subtract [Figma 9971:38281]" descr="Subtract. векторный контур"/>
            <p:cNvPicPr>
              <a:picLocks noChangeAspect="1"/>
            </p:cNvPicPr>
            <p:nvPr/>
          </p:nvPicPr>
          <p:blipFill>
            <a:blip r:embed="rId99"/>
            <a:stretch>
              <a:fillRect/>
            </a:stretch>
          </p:blipFill>
          <p:spPr>
            <a:xfrm>
              <a:off x="10411687" y="5494399"/>
              <a:ext cx="612557" cy="271880"/>
            </a:xfrm>
            <a:prstGeom prst="rect">
              <a:avLst/>
            </a:prstGeom>
          </p:spPr>
        </p:pic>
        <p:pic>
          <p:nvPicPr>
            <p:cNvPr id="112" name="Rectangle 69 (Stroke) [Figma 9971:38283]" descr="Rectangle 69 (Stroke). векторный контур"/>
            <p:cNvPicPr>
              <a:picLocks noChangeAspect="1"/>
            </p:cNvPicPr>
            <p:nvPr/>
          </p:nvPicPr>
          <p:blipFill>
            <a:blip r:embed="rId99"/>
            <a:stretch>
              <a:fillRect/>
            </a:stretch>
          </p:blipFill>
          <p:spPr>
            <a:xfrm>
              <a:off x="10411687" y="5494399"/>
              <a:ext cx="612557" cy="271880"/>
            </a:xfrm>
            <a:prstGeom prst="rect">
              <a:avLst/>
            </a:prstGeom>
          </p:spPr>
        </p:pic>
        <p:pic>
          <p:nvPicPr>
            <p:cNvPr id="113" name="Rectangle 60 [Figma 9971:38285]" descr="Rectangle 60. векторный контур"/>
            <p:cNvPicPr>
              <a:picLocks noChangeAspect="1"/>
            </p:cNvPicPr>
            <p:nvPr/>
          </p:nvPicPr>
          <p:blipFill>
            <a:blip r:embed="rId99"/>
            <a:stretch>
              <a:fillRect/>
            </a:stretch>
          </p:blipFill>
          <p:spPr>
            <a:xfrm>
              <a:off x="10411687" y="5494399"/>
              <a:ext cx="612557" cy="271880"/>
            </a:xfrm>
            <a:prstGeom prst="rect">
              <a:avLst/>
            </a:prstGeom>
          </p:spPr>
        </p:pic>
        <p:pic>
          <p:nvPicPr>
            <p:cNvPr id="131" name="Rectangle 59 [Figma 9987:19201]" descr="Rectangle 59. векторный контур"/>
            <p:cNvPicPr>
              <a:picLocks noChangeAspect="1"/>
            </p:cNvPicPr>
            <p:nvPr/>
          </p:nvPicPr>
          <p:blipFill>
            <a:blip r:embed="rId214">
              <a:extLst>
                <a:ext uri="{96DAC541-7B7A-43D3-8B79-37D633B846F1}">
                  <asvg:svgBlip xmlns:asvg="http://schemas.microsoft.com/office/drawing/2016/SVG/main" r:embed="rId215"/>
                </a:ext>
              </a:extLst>
            </a:blip>
            <a:stretch>
              <a:fillRect/>
            </a:stretch>
          </p:blipFill>
          <p:spPr>
            <a:xfrm>
              <a:off x="10590128" y="5875488"/>
              <a:ext cx="253014" cy="58587"/>
            </a:xfrm>
            <a:prstGeom prst="rect">
              <a:avLst/>
            </a:prstGeom>
          </p:spPr>
        </p:pic>
        <p:pic>
          <p:nvPicPr>
            <p:cNvPr id="132" name="Rectangle 66 [Figma 9987:19262]" descr="Rectangle 66. векторный контур"/>
            <p:cNvPicPr>
              <a:picLocks noChangeAspect="1"/>
            </p:cNvPicPr>
            <p:nvPr/>
          </p:nvPicPr>
          <p:blipFill>
            <a:blip r:embed="rId216">
              <a:extLst>
                <a:ext uri="{96DAC541-7B7A-43D3-8B79-37D633B846F1}">
                  <asvg:svgBlip xmlns:asvg="http://schemas.microsoft.com/office/drawing/2016/SVG/main" r:embed="rId217"/>
                </a:ext>
              </a:extLst>
            </a:blip>
            <a:stretch>
              <a:fillRect/>
            </a:stretch>
          </p:blipFill>
          <p:spPr>
            <a:xfrm>
              <a:off x="10590128" y="5875488"/>
              <a:ext cx="253014" cy="10616"/>
            </a:xfrm>
            <a:prstGeom prst="rect">
              <a:avLst/>
            </a:prstGeom>
          </p:spPr>
        </p:pic>
        <p:pic>
          <p:nvPicPr>
            <p:cNvPr id="133" name="Rectangle 67 [Figma 9987:19277]" descr="Rectangle 67. векторный контур"/>
            <p:cNvPicPr>
              <a:picLocks noChangeAspect="1"/>
            </p:cNvPicPr>
            <p:nvPr/>
          </p:nvPicPr>
          <p:blipFill>
            <a:blip r:embed="rId218">
              <a:extLst>
                <a:ext uri="{96DAC541-7B7A-43D3-8B79-37D633B846F1}">
                  <asvg:svgBlip xmlns:asvg="http://schemas.microsoft.com/office/drawing/2016/SVG/main" r:embed="rId219"/>
                </a:ext>
              </a:extLst>
            </a:blip>
            <a:stretch>
              <a:fillRect/>
            </a:stretch>
          </p:blipFill>
          <p:spPr>
            <a:xfrm>
              <a:off x="10606108" y="5880796"/>
              <a:ext cx="21307" cy="53279"/>
            </a:xfrm>
            <a:prstGeom prst="rect">
              <a:avLst/>
            </a:prstGeom>
          </p:spPr>
        </p:pic>
        <p:pic>
          <p:nvPicPr>
            <p:cNvPr id="134" name="Rectangle 58 [Figma 9987:19359]" descr="Rectangle 58. векторный контур"/>
            <p:cNvPicPr>
              <a:picLocks noChangeAspect="1"/>
            </p:cNvPicPr>
            <p:nvPr/>
          </p:nvPicPr>
          <p:blipFill>
            <a:blip r:embed="rId220">
              <a:extLst>
                <a:ext uri="{96DAC541-7B7A-43D3-8B79-37D633B846F1}">
                  <asvg:svgBlip xmlns:asvg="http://schemas.microsoft.com/office/drawing/2016/SVG/main" r:embed="rId221"/>
                </a:ext>
              </a:extLst>
            </a:blip>
            <a:stretch>
              <a:fillRect/>
            </a:stretch>
          </p:blipFill>
          <p:spPr>
            <a:xfrm>
              <a:off x="10416245" y="6090391"/>
              <a:ext cx="603446" cy="124070"/>
            </a:xfrm>
            <a:prstGeom prst="rect">
              <a:avLst/>
            </a:prstGeom>
          </p:spPr>
        </p:pic>
        <p:pic>
          <p:nvPicPr>
            <p:cNvPr id="135" name="Subtract [Figma 9987:19415]" descr="Subtract. векторный контур"/>
            <p:cNvPicPr>
              <a:picLocks noChangeAspect="1"/>
            </p:cNvPicPr>
            <p:nvPr/>
          </p:nvPicPr>
          <p:blipFill>
            <a:blip r:embed="rId222">
              <a:extLst>
                <a:ext uri="{96DAC541-7B7A-43D3-8B79-37D633B846F1}">
                  <asvg:svgBlip xmlns:asvg="http://schemas.microsoft.com/office/drawing/2016/SVG/main" r:embed="rId223"/>
                </a:ext>
              </a:extLst>
            </a:blip>
            <a:stretch>
              <a:fillRect/>
            </a:stretch>
          </p:blipFill>
          <p:spPr>
            <a:xfrm>
              <a:off x="10582141" y="5329501"/>
              <a:ext cx="271654" cy="159788"/>
            </a:xfrm>
            <a:prstGeom prst="rect">
              <a:avLst/>
            </a:prstGeom>
          </p:spPr>
        </p:pic>
        <p:pic>
          <p:nvPicPr>
            <p:cNvPr id="136" name="Rectangle 69 [Figma 9987:19462]" descr="Rectangle 69. векторный контур"/>
            <p:cNvPicPr>
              <a:picLocks noChangeAspect="1"/>
            </p:cNvPicPr>
            <p:nvPr/>
          </p:nvPicPr>
          <p:blipFill>
            <a:blip r:embed="rId224">
              <a:extLst>
                <a:ext uri="{96DAC541-7B7A-43D3-8B79-37D633B846F1}">
                  <asvg:svgBlip xmlns:asvg="http://schemas.microsoft.com/office/drawing/2016/SVG/main" r:embed="rId225"/>
                </a:ext>
              </a:extLst>
            </a:blip>
            <a:stretch>
              <a:fillRect/>
            </a:stretch>
          </p:blipFill>
          <p:spPr>
            <a:xfrm>
              <a:off x="10416245" y="5467164"/>
              <a:ext cx="603446" cy="614099"/>
            </a:xfrm>
            <a:prstGeom prst="rect">
              <a:avLst/>
            </a:prstGeom>
          </p:spPr>
        </p:pic>
      </p:grpSp>
      <p:grpSp>
        <p:nvGrpSpPr>
          <p:cNvPr id="187" name="Группа 186">
            <a:extLst>
              <a:ext uri="{FF2B5EF4-FFF2-40B4-BE49-F238E27FC236}">
                <a16:creationId xmlns:a16="http://schemas.microsoft.com/office/drawing/2014/main" id="{9E61FD61-202F-4140-A641-377F62EDE39A}"/>
              </a:ext>
            </a:extLst>
          </p:cNvPr>
          <p:cNvGrpSpPr/>
          <p:nvPr/>
        </p:nvGrpSpPr>
        <p:grpSpPr>
          <a:xfrm>
            <a:off x="7994562" y="5365417"/>
            <a:ext cx="824834" cy="820271"/>
            <a:chOff x="7994562" y="5365417"/>
            <a:chExt cx="824834" cy="820271"/>
          </a:xfrm>
        </p:grpSpPr>
        <p:pic>
          <p:nvPicPr>
            <p:cNvPr id="137" name="Rectangle 240663273 [Figma 9971:38265]" descr="Rectangle 240663273. векторный контур"/>
            <p:cNvPicPr>
              <a:picLocks noChangeAspect="1"/>
            </p:cNvPicPr>
            <p:nvPr/>
          </p:nvPicPr>
          <p:blipFill>
            <a:blip r:embed="rId226">
              <a:extLst>
                <a:ext uri="{96DAC541-7B7A-43D3-8B79-37D633B846F1}">
                  <asvg:svgBlip xmlns:asvg="http://schemas.microsoft.com/office/drawing/2016/SVG/main" r:embed="rId227"/>
                </a:ext>
              </a:extLst>
            </a:blip>
            <a:stretch>
              <a:fillRect/>
            </a:stretch>
          </p:blipFill>
          <p:spPr>
            <a:xfrm>
              <a:off x="8395600" y="5888783"/>
              <a:ext cx="7937" cy="16470"/>
            </a:xfrm>
            <a:prstGeom prst="rect">
              <a:avLst/>
            </a:prstGeom>
          </p:spPr>
        </p:pic>
        <p:pic>
          <p:nvPicPr>
            <p:cNvPr id="138" name="Rectangle 240663275 [Figma 9971:38271]" descr="Rectangle 240663275. векторный контур"/>
            <p:cNvPicPr>
              <a:picLocks noChangeAspect="1"/>
            </p:cNvPicPr>
            <p:nvPr/>
          </p:nvPicPr>
          <p:blipFill>
            <a:blip r:embed="rId228">
              <a:extLst>
                <a:ext uri="{96DAC541-7B7A-43D3-8B79-37D633B846F1}">
                  <asvg:svgBlip xmlns:asvg="http://schemas.microsoft.com/office/drawing/2016/SVG/main" r:embed="rId229"/>
                </a:ext>
              </a:extLst>
            </a:blip>
            <a:stretch>
              <a:fillRect/>
            </a:stretch>
          </p:blipFill>
          <p:spPr>
            <a:xfrm>
              <a:off x="8395600" y="5888783"/>
              <a:ext cx="7937" cy="16470"/>
            </a:xfrm>
            <a:prstGeom prst="rect">
              <a:avLst/>
            </a:prstGeom>
          </p:spPr>
        </p:pic>
        <p:pic>
          <p:nvPicPr>
            <p:cNvPr id="139" name="Vector 209 [Figma 9971:38272]" descr="Vector 209. векторный контур"/>
            <p:cNvPicPr>
              <a:picLocks noChangeAspect="1"/>
            </p:cNvPicPr>
            <p:nvPr/>
          </p:nvPicPr>
          <p:blipFill>
            <a:blip r:embed="rId230">
              <a:extLst>
                <a:ext uri="{96DAC541-7B7A-43D3-8B79-37D633B846F1}">
                  <asvg:svgBlip xmlns:asvg="http://schemas.microsoft.com/office/drawing/2016/SVG/main" r:embed="rId231"/>
                </a:ext>
              </a:extLst>
            </a:blip>
            <a:stretch>
              <a:fillRect/>
            </a:stretch>
          </p:blipFill>
          <p:spPr>
            <a:xfrm>
              <a:off x="8395600" y="5888783"/>
              <a:ext cx="7937" cy="16470"/>
            </a:xfrm>
            <a:prstGeom prst="rect">
              <a:avLst/>
            </a:prstGeom>
          </p:spPr>
        </p:pic>
        <p:pic>
          <p:nvPicPr>
            <p:cNvPr id="140" name="Union [Figma 9971:38277]" descr="Union. векторный контур"/>
            <p:cNvPicPr>
              <a:picLocks noChangeAspect="1"/>
            </p:cNvPicPr>
            <p:nvPr/>
          </p:nvPicPr>
          <p:blipFill>
            <a:blip r:embed="rId99"/>
            <a:stretch>
              <a:fillRect/>
            </a:stretch>
          </p:blipFill>
          <p:spPr>
            <a:xfrm>
              <a:off x="8678819" y="5526148"/>
              <a:ext cx="61830" cy="465825"/>
            </a:xfrm>
            <a:prstGeom prst="rect">
              <a:avLst/>
            </a:prstGeom>
          </p:spPr>
        </p:pic>
        <p:pic>
          <p:nvPicPr>
            <p:cNvPr id="141" name="Union [Figma 9971:38278]" descr="Union. векторный контур"/>
            <p:cNvPicPr>
              <a:picLocks noChangeAspect="1"/>
            </p:cNvPicPr>
            <p:nvPr/>
          </p:nvPicPr>
          <p:blipFill>
            <a:blip r:embed="rId232">
              <a:extLst>
                <a:ext uri="{96DAC541-7B7A-43D3-8B79-37D633B846F1}">
                  <asvg:svgBlip xmlns:asvg="http://schemas.microsoft.com/office/drawing/2016/SVG/main" r:embed="rId233"/>
                </a:ext>
              </a:extLst>
            </a:blip>
            <a:stretch>
              <a:fillRect/>
            </a:stretch>
          </p:blipFill>
          <p:spPr>
            <a:xfrm>
              <a:off x="8678819" y="5526148"/>
              <a:ext cx="61830" cy="162814"/>
            </a:xfrm>
            <a:prstGeom prst="rect">
              <a:avLst/>
            </a:prstGeom>
          </p:spPr>
        </p:pic>
        <p:pic>
          <p:nvPicPr>
            <p:cNvPr id="142" name="Vector 209 [Figma 9987:19474]" descr="Vector 209. векторный контур"/>
            <p:cNvPicPr>
              <a:picLocks noChangeAspect="1"/>
            </p:cNvPicPr>
            <p:nvPr/>
          </p:nvPicPr>
          <p:blipFill>
            <a:blip r:embed="rId234">
              <a:extLst>
                <a:ext uri="{96DAC541-7B7A-43D3-8B79-37D633B846F1}">
                  <asvg:svgBlip xmlns:asvg="http://schemas.microsoft.com/office/drawing/2016/SVG/main" r:embed="rId235"/>
                </a:ext>
              </a:extLst>
            </a:blip>
            <a:stretch>
              <a:fillRect/>
            </a:stretch>
          </p:blipFill>
          <p:spPr>
            <a:xfrm>
              <a:off x="8395594" y="5821167"/>
              <a:ext cx="223299" cy="223286"/>
            </a:xfrm>
            <a:prstGeom prst="rect">
              <a:avLst/>
            </a:prstGeom>
          </p:spPr>
        </p:pic>
        <p:pic>
          <p:nvPicPr>
            <p:cNvPr id="143" name="Rectangle 240663273 [Figma 9987:19625]" descr="Rectangle 240663273. векторный контур"/>
            <p:cNvPicPr>
              <a:picLocks noChangeAspect="1"/>
            </p:cNvPicPr>
            <p:nvPr/>
          </p:nvPicPr>
          <p:blipFill>
            <a:blip r:embed="rId236">
              <a:extLst>
                <a:ext uri="{96DAC541-7B7A-43D3-8B79-37D633B846F1}">
                  <asvg:svgBlip xmlns:asvg="http://schemas.microsoft.com/office/drawing/2016/SVG/main" r:embed="rId237"/>
                </a:ext>
              </a:extLst>
            </a:blip>
            <a:stretch>
              <a:fillRect/>
            </a:stretch>
          </p:blipFill>
          <p:spPr>
            <a:xfrm>
              <a:off x="7994562" y="5365417"/>
              <a:ext cx="624325" cy="679036"/>
            </a:xfrm>
            <a:prstGeom prst="rect">
              <a:avLst/>
            </a:prstGeom>
          </p:spPr>
        </p:pic>
        <p:pic>
          <p:nvPicPr>
            <p:cNvPr id="144" name="Subtract [Figma 9987:19634]" descr="Subtract. векторный контур"/>
            <p:cNvPicPr>
              <a:picLocks noChangeAspect="1"/>
            </p:cNvPicPr>
            <p:nvPr/>
          </p:nvPicPr>
          <p:blipFill>
            <a:blip r:embed="rId238">
              <a:extLst>
                <a:ext uri="{96DAC541-7B7A-43D3-8B79-37D633B846F1}">
                  <asvg:svgBlip xmlns:asvg="http://schemas.microsoft.com/office/drawing/2016/SVG/main" r:embed="rId239"/>
                </a:ext>
              </a:extLst>
            </a:blip>
            <a:stretch>
              <a:fillRect/>
            </a:stretch>
          </p:blipFill>
          <p:spPr>
            <a:xfrm>
              <a:off x="8249758" y="5688962"/>
              <a:ext cx="569638" cy="496726"/>
            </a:xfrm>
            <a:prstGeom prst="rect">
              <a:avLst/>
            </a:prstGeom>
          </p:spPr>
        </p:pic>
        <p:pic>
          <p:nvPicPr>
            <p:cNvPr id="145" name="Union [Figma 9987:19644]" descr="Union. векторный контур"/>
            <p:cNvPicPr>
              <a:picLocks noChangeAspect="1"/>
            </p:cNvPicPr>
            <p:nvPr/>
          </p:nvPicPr>
          <p:blipFill>
            <a:blip r:embed="rId240">
              <a:extLst>
                <a:ext uri="{96DAC541-7B7A-43D3-8B79-37D633B846F1}">
                  <asvg:svgBlip xmlns:asvg="http://schemas.microsoft.com/office/drawing/2016/SVG/main" r:embed="rId241"/>
                </a:ext>
              </a:extLst>
            </a:blip>
            <a:stretch>
              <a:fillRect/>
            </a:stretch>
          </p:blipFill>
          <p:spPr>
            <a:xfrm>
              <a:off x="8678819" y="5688962"/>
              <a:ext cx="61830" cy="286437"/>
            </a:xfrm>
            <a:prstGeom prst="rect">
              <a:avLst/>
            </a:prstGeom>
          </p:spPr>
        </p:pic>
        <p:pic>
          <p:nvPicPr>
            <p:cNvPr id="146" name="Union [Figma 9987:19656]" descr="Union. векторный контур"/>
            <p:cNvPicPr>
              <a:picLocks noChangeAspect="1"/>
            </p:cNvPicPr>
            <p:nvPr/>
          </p:nvPicPr>
          <p:blipFill>
            <a:blip r:embed="rId242">
              <a:extLst>
                <a:ext uri="{96DAC541-7B7A-43D3-8B79-37D633B846F1}">
                  <asvg:svgBlip xmlns:asvg="http://schemas.microsoft.com/office/drawing/2016/SVG/main" r:embed="rId243"/>
                </a:ext>
              </a:extLst>
            </a:blip>
            <a:stretch>
              <a:fillRect/>
            </a:stretch>
          </p:blipFill>
          <p:spPr>
            <a:xfrm>
              <a:off x="8678819" y="5991919"/>
              <a:ext cx="61830" cy="53081"/>
            </a:xfrm>
            <a:prstGeom prst="rect">
              <a:avLst/>
            </a:prstGeom>
          </p:spPr>
        </p:pic>
        <p:pic>
          <p:nvPicPr>
            <p:cNvPr id="147" name="Union [Figma 9987:19669]" descr="Union. векторный контур"/>
            <p:cNvPicPr>
              <a:picLocks noChangeAspect="1"/>
            </p:cNvPicPr>
            <p:nvPr/>
          </p:nvPicPr>
          <p:blipFill>
            <a:blip r:embed="rId244">
              <a:extLst>
                <a:ext uri="{96DAC541-7B7A-43D3-8B79-37D633B846F1}">
                  <asvg:svgBlip xmlns:asvg="http://schemas.microsoft.com/office/drawing/2016/SVG/main" r:embed="rId245"/>
                </a:ext>
              </a:extLst>
            </a:blip>
            <a:stretch>
              <a:fillRect/>
            </a:stretch>
          </p:blipFill>
          <p:spPr>
            <a:xfrm>
              <a:off x="8678819" y="5975449"/>
              <a:ext cx="61830" cy="16520"/>
            </a:xfrm>
            <a:prstGeom prst="rect">
              <a:avLst/>
            </a:prstGeom>
          </p:spPr>
        </p:pic>
        <p:pic>
          <p:nvPicPr>
            <p:cNvPr id="148" name="Union [Figma 9987:19683]" descr="Union. векторный контур"/>
            <p:cNvPicPr>
              <a:picLocks noChangeAspect="1"/>
            </p:cNvPicPr>
            <p:nvPr/>
          </p:nvPicPr>
          <p:blipFill>
            <a:blip r:embed="rId246">
              <a:extLst>
                <a:ext uri="{96DAC541-7B7A-43D3-8B79-37D633B846F1}">
                  <asvg:svgBlip xmlns:asvg="http://schemas.microsoft.com/office/drawing/2016/SVG/main" r:embed="rId247"/>
                </a:ext>
              </a:extLst>
            </a:blip>
            <a:stretch>
              <a:fillRect/>
            </a:stretch>
          </p:blipFill>
          <p:spPr>
            <a:xfrm>
              <a:off x="8678819" y="5509678"/>
              <a:ext cx="61830" cy="16470"/>
            </a:xfrm>
            <a:prstGeom prst="rect">
              <a:avLst/>
            </a:prstGeom>
          </p:spPr>
        </p:pic>
        <p:pic>
          <p:nvPicPr>
            <p:cNvPr id="149" name="Union [Figma 9987:19696]" descr="Union. векторный контур"/>
            <p:cNvPicPr>
              <a:picLocks noChangeAspect="1"/>
            </p:cNvPicPr>
            <p:nvPr/>
          </p:nvPicPr>
          <p:blipFill>
            <a:blip r:embed="rId248">
              <a:extLst>
                <a:ext uri="{96DAC541-7B7A-43D3-8B79-37D633B846F1}">
                  <asvg:svgBlip xmlns:asvg="http://schemas.microsoft.com/office/drawing/2016/SVG/main" r:embed="rId249"/>
                </a:ext>
              </a:extLst>
            </a:blip>
            <a:stretch>
              <a:fillRect/>
            </a:stretch>
          </p:blipFill>
          <p:spPr>
            <a:xfrm>
              <a:off x="8678819" y="5443649"/>
              <a:ext cx="61830" cy="65929"/>
            </a:xfrm>
            <a:prstGeom prst="rect">
              <a:avLst/>
            </a:prstGeom>
          </p:spPr>
        </p:pic>
      </p:grpSp>
      <p:grpSp>
        <p:nvGrpSpPr>
          <p:cNvPr id="192" name="Группа 191">
            <a:extLst>
              <a:ext uri="{FF2B5EF4-FFF2-40B4-BE49-F238E27FC236}">
                <a16:creationId xmlns:a16="http://schemas.microsoft.com/office/drawing/2014/main" id="{6DA4BC60-BDA6-404F-A048-3799ADD33266}"/>
              </a:ext>
            </a:extLst>
          </p:cNvPr>
          <p:cNvGrpSpPr/>
          <p:nvPr/>
        </p:nvGrpSpPr>
        <p:grpSpPr>
          <a:xfrm>
            <a:off x="5638485" y="5365417"/>
            <a:ext cx="1011951" cy="820271"/>
            <a:chOff x="5638485" y="5365417"/>
            <a:chExt cx="1011951" cy="820271"/>
          </a:xfrm>
        </p:grpSpPr>
        <p:pic>
          <p:nvPicPr>
            <p:cNvPr id="108" name="Union [Figma 9971:38253]" descr="Union. векторный контур"/>
            <p:cNvPicPr>
              <a:picLocks noChangeAspect="1"/>
            </p:cNvPicPr>
            <p:nvPr/>
          </p:nvPicPr>
          <p:blipFill>
            <a:blip r:embed="rId99"/>
            <a:stretch>
              <a:fillRect/>
            </a:stretch>
          </p:blipFill>
          <p:spPr>
            <a:xfrm>
              <a:off x="6243407" y="5832825"/>
              <a:ext cx="7414" cy="11640"/>
            </a:xfrm>
            <a:prstGeom prst="rect">
              <a:avLst/>
            </a:prstGeom>
          </p:spPr>
        </p:pic>
        <p:pic>
          <p:nvPicPr>
            <p:cNvPr id="109" name="Rectangle 46 [Figma 9971:38260]" descr="Rectangle 46. векторный контур"/>
            <p:cNvPicPr>
              <a:picLocks noChangeAspect="1"/>
            </p:cNvPicPr>
            <p:nvPr/>
          </p:nvPicPr>
          <p:blipFill>
            <a:blip r:embed="rId99"/>
            <a:stretch>
              <a:fillRect/>
            </a:stretch>
          </p:blipFill>
          <p:spPr>
            <a:xfrm>
              <a:off x="6443439" y="6124372"/>
              <a:ext cx="738" cy="63"/>
            </a:xfrm>
            <a:prstGeom prst="rect">
              <a:avLst/>
            </a:prstGeom>
          </p:spPr>
        </p:pic>
        <p:pic>
          <p:nvPicPr>
            <p:cNvPr id="110" name="Rectangle 47 [Figma 9971:38261]" descr="Rectangle 47. векторный контур"/>
            <p:cNvPicPr>
              <a:picLocks noChangeAspect="1"/>
            </p:cNvPicPr>
            <p:nvPr/>
          </p:nvPicPr>
          <p:blipFill>
            <a:blip r:embed="rId99"/>
            <a:stretch>
              <a:fillRect/>
            </a:stretch>
          </p:blipFill>
          <p:spPr>
            <a:xfrm>
              <a:off x="6443439" y="6124372"/>
              <a:ext cx="738" cy="63"/>
            </a:xfrm>
            <a:prstGeom prst="rect">
              <a:avLst/>
            </a:prstGeom>
          </p:spPr>
        </p:pic>
        <p:pic>
          <p:nvPicPr>
            <p:cNvPr id="150" name="Ellipse 72 [Figma 9987:19712]" descr="Ellipse 72. векторный контур"/>
            <p:cNvPicPr>
              <a:picLocks noChangeAspect="1"/>
            </p:cNvPicPr>
            <p:nvPr/>
          </p:nvPicPr>
          <p:blipFill>
            <a:blip r:embed="rId99"/>
            <a:stretch>
              <a:fillRect/>
            </a:stretch>
          </p:blipFill>
          <p:spPr>
            <a:xfrm>
              <a:off x="6373343" y="5625612"/>
              <a:ext cx="701" cy="63"/>
            </a:xfrm>
            <a:prstGeom prst="rect">
              <a:avLst/>
            </a:prstGeom>
          </p:spPr>
        </p:pic>
        <p:pic>
          <p:nvPicPr>
            <p:cNvPr id="151" name="Rectangle 47 [Figma 9987:20015]" descr="Rectangle 47. векторный контур"/>
            <p:cNvPicPr>
              <a:picLocks noChangeAspect="1"/>
            </p:cNvPicPr>
            <p:nvPr/>
          </p:nvPicPr>
          <p:blipFill>
            <a:blip r:embed="rId99"/>
            <a:stretch>
              <a:fillRect/>
            </a:stretch>
          </p:blipFill>
          <p:spPr>
            <a:xfrm>
              <a:off x="6313727" y="6124372"/>
              <a:ext cx="740" cy="63"/>
            </a:xfrm>
            <a:prstGeom prst="rect">
              <a:avLst/>
            </a:prstGeom>
          </p:spPr>
        </p:pic>
        <p:pic>
          <p:nvPicPr>
            <p:cNvPr id="152" name="Rectangle 45 [Figma 9987:20048]" descr="Rectangle 45. векторный контур"/>
            <p:cNvPicPr>
              <a:picLocks noChangeAspect="1"/>
            </p:cNvPicPr>
            <p:nvPr/>
          </p:nvPicPr>
          <p:blipFill>
            <a:blip r:embed="rId250">
              <a:extLst>
                <a:ext uri="{96DAC541-7B7A-43D3-8B79-37D633B846F1}">
                  <asvg:svgBlip xmlns:asvg="http://schemas.microsoft.com/office/drawing/2016/SVG/main" r:embed="rId251"/>
                </a:ext>
              </a:extLst>
            </a:blip>
            <a:stretch>
              <a:fillRect/>
            </a:stretch>
          </p:blipFill>
          <p:spPr>
            <a:xfrm>
              <a:off x="6306881" y="6052292"/>
              <a:ext cx="144143" cy="130866"/>
            </a:xfrm>
            <a:prstGeom prst="rect">
              <a:avLst/>
            </a:prstGeom>
          </p:spPr>
        </p:pic>
        <p:pic>
          <p:nvPicPr>
            <p:cNvPr id="153" name="Union [Figma 9987:20099]" descr="Union. векторный контур"/>
            <p:cNvPicPr>
              <a:picLocks noChangeAspect="1"/>
            </p:cNvPicPr>
            <p:nvPr/>
          </p:nvPicPr>
          <p:blipFill>
            <a:blip r:embed="rId252">
              <a:extLst>
                <a:ext uri="{96DAC541-7B7A-43D3-8B79-37D633B846F1}">
                  <asvg:svgBlip xmlns:asvg="http://schemas.microsoft.com/office/drawing/2016/SVG/main" r:embed="rId253"/>
                </a:ext>
              </a:extLst>
            </a:blip>
            <a:stretch>
              <a:fillRect/>
            </a:stretch>
          </p:blipFill>
          <p:spPr>
            <a:xfrm>
              <a:off x="6106526" y="5752361"/>
              <a:ext cx="63697" cy="28475"/>
            </a:xfrm>
            <a:prstGeom prst="rect">
              <a:avLst/>
            </a:prstGeom>
          </p:spPr>
        </p:pic>
        <p:pic>
          <p:nvPicPr>
            <p:cNvPr id="154" name="Union [Figma 9987:20115]" descr="Union. векторный контур"/>
            <p:cNvPicPr>
              <a:picLocks noChangeAspect="1"/>
            </p:cNvPicPr>
            <p:nvPr/>
          </p:nvPicPr>
          <p:blipFill>
            <a:blip r:embed="rId254">
              <a:extLst>
                <a:ext uri="{96DAC541-7B7A-43D3-8B79-37D633B846F1}">
                  <asvg:svgBlip xmlns:asvg="http://schemas.microsoft.com/office/drawing/2016/SVG/main" r:embed="rId255"/>
                </a:ext>
              </a:extLst>
            </a:blip>
            <a:stretch>
              <a:fillRect/>
            </a:stretch>
          </p:blipFill>
          <p:spPr>
            <a:xfrm>
              <a:off x="6190233" y="5589349"/>
              <a:ext cx="54885" cy="54867"/>
            </a:xfrm>
            <a:prstGeom prst="rect">
              <a:avLst/>
            </a:prstGeom>
          </p:spPr>
        </p:pic>
        <p:pic>
          <p:nvPicPr>
            <p:cNvPr id="155" name="Union [Figma 9987:20132]" descr="Union. векторный контур"/>
            <p:cNvPicPr>
              <a:picLocks noChangeAspect="1"/>
            </p:cNvPicPr>
            <p:nvPr/>
          </p:nvPicPr>
          <p:blipFill>
            <a:blip r:embed="rId256">
              <a:extLst>
                <a:ext uri="{96DAC541-7B7A-43D3-8B79-37D633B846F1}">
                  <asvg:svgBlip xmlns:asvg="http://schemas.microsoft.com/office/drawing/2016/SVG/main" r:embed="rId257"/>
                </a:ext>
              </a:extLst>
            </a:blip>
            <a:stretch>
              <a:fillRect/>
            </a:stretch>
          </p:blipFill>
          <p:spPr>
            <a:xfrm>
              <a:off x="6034966" y="5365417"/>
              <a:ext cx="310826" cy="820271"/>
            </a:xfrm>
            <a:prstGeom prst="rect">
              <a:avLst/>
            </a:prstGeom>
          </p:spPr>
        </p:pic>
        <p:pic>
          <p:nvPicPr>
            <p:cNvPr id="156" name="Union [Figma 9987:20149]" descr="Union. векторный контур"/>
            <p:cNvPicPr>
              <a:picLocks noChangeAspect="1"/>
            </p:cNvPicPr>
            <p:nvPr/>
          </p:nvPicPr>
          <p:blipFill>
            <a:blip r:embed="rId258">
              <a:extLst>
                <a:ext uri="{96DAC541-7B7A-43D3-8B79-37D633B846F1}">
                  <asvg:svgBlip xmlns:asvg="http://schemas.microsoft.com/office/drawing/2016/SVG/main" r:embed="rId259"/>
                </a:ext>
              </a:extLst>
            </a:blip>
            <a:stretch>
              <a:fillRect/>
            </a:stretch>
          </p:blipFill>
          <p:spPr>
            <a:xfrm>
              <a:off x="6366454" y="5532051"/>
              <a:ext cx="28450" cy="63697"/>
            </a:xfrm>
            <a:prstGeom prst="rect">
              <a:avLst/>
            </a:prstGeom>
          </p:spPr>
        </p:pic>
        <p:pic>
          <p:nvPicPr>
            <p:cNvPr id="157" name="Union [Figma 9987:20167]" descr="Union. векторный контур"/>
            <p:cNvPicPr>
              <a:picLocks noChangeAspect="1"/>
            </p:cNvPicPr>
            <p:nvPr/>
          </p:nvPicPr>
          <p:blipFill>
            <a:blip r:embed="rId260">
              <a:extLst>
                <a:ext uri="{96DAC541-7B7A-43D3-8B79-37D633B846F1}">
                  <asvg:svgBlip xmlns:asvg="http://schemas.microsoft.com/office/drawing/2016/SVG/main" r:embed="rId261"/>
                </a:ext>
              </a:extLst>
            </a:blip>
            <a:stretch>
              <a:fillRect/>
            </a:stretch>
          </p:blipFill>
          <p:spPr>
            <a:xfrm>
              <a:off x="6511843" y="5589349"/>
              <a:ext cx="54885" cy="54867"/>
            </a:xfrm>
            <a:prstGeom prst="rect">
              <a:avLst/>
            </a:prstGeom>
          </p:spPr>
        </p:pic>
        <p:pic>
          <p:nvPicPr>
            <p:cNvPr id="158" name="Union [Figma 9971:38254]" descr="Union. векторный контур"/>
            <p:cNvPicPr>
              <a:picLocks noChangeAspect="1"/>
            </p:cNvPicPr>
            <p:nvPr/>
          </p:nvPicPr>
          <p:blipFill>
            <a:blip r:embed="rId262">
              <a:extLst>
                <a:ext uri="{96DAC541-7B7A-43D3-8B79-37D633B846F1}">
                  <asvg:svgBlip xmlns:asvg="http://schemas.microsoft.com/office/drawing/2016/SVG/main" r:embed="rId263"/>
                </a:ext>
              </a:extLst>
            </a:blip>
            <a:stretch>
              <a:fillRect/>
            </a:stretch>
          </p:blipFill>
          <p:spPr>
            <a:xfrm>
              <a:off x="6205320" y="5846418"/>
              <a:ext cx="25430" cy="50451"/>
            </a:xfrm>
            <a:prstGeom prst="rect">
              <a:avLst/>
            </a:prstGeom>
          </p:spPr>
        </p:pic>
        <p:pic>
          <p:nvPicPr>
            <p:cNvPr id="159" name="Ellipse 73 (Stroke) [Figma 9971:38255]" descr="Ellipse 73 (Stroke). векторный контур"/>
            <p:cNvPicPr>
              <a:picLocks noChangeAspect="1"/>
            </p:cNvPicPr>
            <p:nvPr/>
          </p:nvPicPr>
          <p:blipFill>
            <a:blip r:embed="rId264">
              <a:extLst>
                <a:ext uri="{96DAC541-7B7A-43D3-8B79-37D633B846F1}">
                  <asvg:svgBlip xmlns:asvg="http://schemas.microsoft.com/office/drawing/2016/SVG/main" r:embed="rId265"/>
                </a:ext>
              </a:extLst>
            </a:blip>
            <a:stretch>
              <a:fillRect/>
            </a:stretch>
          </p:blipFill>
          <p:spPr>
            <a:xfrm>
              <a:off x="6205320" y="5846418"/>
              <a:ext cx="5996" cy="5159"/>
            </a:xfrm>
            <a:prstGeom prst="rect">
              <a:avLst/>
            </a:prstGeom>
          </p:spPr>
        </p:pic>
        <p:pic>
          <p:nvPicPr>
            <p:cNvPr id="160" name="Ellipse 74 (Stroke) [Figma 9971:38256]" descr="Ellipse 74 (Stroke). векторный контур"/>
            <p:cNvPicPr>
              <a:picLocks noChangeAspect="1"/>
            </p:cNvPicPr>
            <p:nvPr/>
          </p:nvPicPr>
          <p:blipFill>
            <a:blip r:embed="rId266">
              <a:extLst>
                <a:ext uri="{96DAC541-7B7A-43D3-8B79-37D633B846F1}">
                  <asvg:svgBlip xmlns:asvg="http://schemas.microsoft.com/office/drawing/2016/SVG/main" r:embed="rId267"/>
                </a:ext>
              </a:extLst>
            </a:blip>
            <a:stretch>
              <a:fillRect/>
            </a:stretch>
          </p:blipFill>
          <p:spPr>
            <a:xfrm>
              <a:off x="6214907" y="5872958"/>
              <a:ext cx="15844" cy="23961"/>
            </a:xfrm>
            <a:prstGeom prst="rect">
              <a:avLst/>
            </a:prstGeom>
          </p:spPr>
        </p:pic>
        <p:pic>
          <p:nvPicPr>
            <p:cNvPr id="161" name="Ellipse 72 [Figma 9971:38258]" descr="Ellipse 72. векторный контур"/>
            <p:cNvPicPr>
              <a:picLocks noChangeAspect="1"/>
            </p:cNvPicPr>
            <p:nvPr/>
          </p:nvPicPr>
          <p:blipFill>
            <a:blip r:embed="rId268">
              <a:extLst>
                <a:ext uri="{96DAC541-7B7A-43D3-8B79-37D633B846F1}">
                  <asvg:svgBlip xmlns:asvg="http://schemas.microsoft.com/office/drawing/2016/SVG/main" r:embed="rId269"/>
                </a:ext>
              </a:extLst>
            </a:blip>
            <a:stretch>
              <a:fillRect/>
            </a:stretch>
          </p:blipFill>
          <p:spPr>
            <a:xfrm>
              <a:off x="6205320" y="5846418"/>
              <a:ext cx="25430" cy="50451"/>
            </a:xfrm>
            <a:prstGeom prst="rect">
              <a:avLst/>
            </a:prstGeom>
          </p:spPr>
        </p:pic>
        <p:pic>
          <p:nvPicPr>
            <p:cNvPr id="162" name="Ellipse 72 [Figma 9987:19936]" descr="Ellipse 72. векторный контур"/>
            <p:cNvPicPr>
              <a:picLocks noChangeAspect="1"/>
            </p:cNvPicPr>
            <p:nvPr/>
          </p:nvPicPr>
          <p:blipFill>
            <a:blip r:embed="rId270">
              <a:extLst>
                <a:ext uri="{96DAC541-7B7A-43D3-8B79-37D633B846F1}">
                  <asvg:svgBlip xmlns:asvg="http://schemas.microsoft.com/office/drawing/2016/SVG/main" r:embed="rId271"/>
                </a:ext>
              </a:extLst>
            </a:blip>
            <a:stretch>
              <a:fillRect/>
            </a:stretch>
          </p:blipFill>
          <p:spPr>
            <a:xfrm>
              <a:off x="6200049" y="5625562"/>
              <a:ext cx="357774" cy="426779"/>
            </a:xfrm>
            <a:prstGeom prst="rect">
              <a:avLst/>
            </a:prstGeom>
          </p:spPr>
        </p:pic>
        <p:pic>
          <p:nvPicPr>
            <p:cNvPr id="163" name="Union [Figma 9987:20186]" descr="Union. векторный контур"/>
            <p:cNvPicPr>
              <a:picLocks noChangeAspect="1"/>
            </p:cNvPicPr>
            <p:nvPr/>
          </p:nvPicPr>
          <p:blipFill>
            <a:blip r:embed="rId252">
              <a:extLst>
                <a:ext uri="{96DAC541-7B7A-43D3-8B79-37D633B846F1}">
                  <asvg:svgBlip xmlns:asvg="http://schemas.microsoft.com/office/drawing/2016/SVG/main" r:embed="rId272"/>
                </a:ext>
              </a:extLst>
            </a:blip>
            <a:stretch>
              <a:fillRect/>
            </a:stretch>
          </p:blipFill>
          <p:spPr>
            <a:xfrm>
              <a:off x="6586739" y="5752361"/>
              <a:ext cx="63697" cy="28475"/>
            </a:xfrm>
            <a:prstGeom prst="rect">
              <a:avLst/>
            </a:prstGeom>
          </p:spPr>
        </p:pic>
        <p:pic>
          <p:nvPicPr>
            <p:cNvPr id="164" name="Union [Figma 9987:20243]" descr="Union. векторный контур"/>
            <p:cNvPicPr>
              <a:picLocks noChangeAspect="1"/>
            </p:cNvPicPr>
            <p:nvPr/>
          </p:nvPicPr>
          <p:blipFill>
            <a:blip r:embed="rId273">
              <a:extLst>
                <a:ext uri="{96DAC541-7B7A-43D3-8B79-37D633B846F1}">
                  <asvg:svgBlip xmlns:asvg="http://schemas.microsoft.com/office/drawing/2016/SVG/main" r:embed="rId274"/>
                </a:ext>
              </a:extLst>
            </a:blip>
            <a:stretch>
              <a:fillRect/>
            </a:stretch>
          </p:blipFill>
          <p:spPr>
            <a:xfrm>
              <a:off x="5638485" y="5365417"/>
              <a:ext cx="370039" cy="820271"/>
            </a:xfrm>
            <a:prstGeom prst="rect">
              <a:avLst/>
            </a:prstGeom>
          </p:spPr>
        </p:pic>
      </p:grpSp>
      <p:grpSp>
        <p:nvGrpSpPr>
          <p:cNvPr id="193" name="Группа 192">
            <a:extLst>
              <a:ext uri="{FF2B5EF4-FFF2-40B4-BE49-F238E27FC236}">
                <a16:creationId xmlns:a16="http://schemas.microsoft.com/office/drawing/2014/main" id="{6289CCE0-261F-49E4-8EC9-796E86E413FC}"/>
              </a:ext>
            </a:extLst>
          </p:cNvPr>
          <p:cNvGrpSpPr/>
          <p:nvPr/>
        </p:nvGrpSpPr>
        <p:grpSpPr>
          <a:xfrm>
            <a:off x="3287364" y="5454960"/>
            <a:ext cx="994283" cy="641632"/>
            <a:chOff x="3287364" y="5454960"/>
            <a:chExt cx="994283" cy="641632"/>
          </a:xfrm>
        </p:grpSpPr>
        <p:pic>
          <p:nvPicPr>
            <p:cNvPr id="165" name="Union [Figma 9987:20283]" descr="Union. векторный контур"/>
            <p:cNvPicPr>
              <a:picLocks noChangeAspect="1"/>
            </p:cNvPicPr>
            <p:nvPr/>
          </p:nvPicPr>
          <p:blipFill>
            <a:blip r:embed="rId275">
              <a:extLst>
                <a:ext uri="{96DAC541-7B7A-43D3-8B79-37D633B846F1}">
                  <asvg:svgBlip xmlns:asvg="http://schemas.microsoft.com/office/drawing/2016/SVG/main" r:embed="rId276"/>
                </a:ext>
              </a:extLst>
            </a:blip>
            <a:stretch>
              <a:fillRect/>
            </a:stretch>
          </p:blipFill>
          <p:spPr>
            <a:xfrm>
              <a:off x="3545115" y="5800233"/>
              <a:ext cx="509519" cy="113355"/>
            </a:xfrm>
            <a:prstGeom prst="rect">
              <a:avLst/>
            </a:prstGeom>
          </p:spPr>
        </p:pic>
        <p:pic>
          <p:nvPicPr>
            <p:cNvPr id="166" name="Union [Figma 9987:20291]" descr="Union. векторный контур"/>
            <p:cNvPicPr>
              <a:picLocks noChangeAspect="1"/>
            </p:cNvPicPr>
            <p:nvPr/>
          </p:nvPicPr>
          <p:blipFill>
            <a:blip r:embed="rId277">
              <a:extLst>
                <a:ext uri="{96DAC541-7B7A-43D3-8B79-37D633B846F1}">
                  <asvg:svgBlip xmlns:asvg="http://schemas.microsoft.com/office/drawing/2016/SVG/main" r:embed="rId278"/>
                </a:ext>
              </a:extLst>
            </a:blip>
            <a:stretch>
              <a:fillRect/>
            </a:stretch>
          </p:blipFill>
          <p:spPr>
            <a:xfrm>
              <a:off x="3925864" y="5975846"/>
              <a:ext cx="339896" cy="22224"/>
            </a:xfrm>
            <a:prstGeom prst="rect">
              <a:avLst/>
            </a:prstGeom>
          </p:spPr>
        </p:pic>
        <p:pic>
          <p:nvPicPr>
            <p:cNvPr id="167" name="Union [Figma 9987:20300]" descr="Union. векторный контур"/>
            <p:cNvPicPr>
              <a:picLocks noChangeAspect="1"/>
            </p:cNvPicPr>
            <p:nvPr/>
          </p:nvPicPr>
          <p:blipFill>
            <a:blip r:embed="rId279">
              <a:extLst>
                <a:ext uri="{96DAC541-7B7A-43D3-8B79-37D633B846F1}">
                  <asvg:svgBlip xmlns:asvg="http://schemas.microsoft.com/office/drawing/2016/SVG/main" r:embed="rId280"/>
                </a:ext>
              </a:extLst>
            </a:blip>
            <a:stretch>
              <a:fillRect/>
            </a:stretch>
          </p:blipFill>
          <p:spPr>
            <a:xfrm>
              <a:off x="3989393" y="6023519"/>
              <a:ext cx="276367" cy="22224"/>
            </a:xfrm>
            <a:prstGeom prst="rect">
              <a:avLst/>
            </a:prstGeom>
          </p:spPr>
        </p:pic>
        <p:pic>
          <p:nvPicPr>
            <p:cNvPr id="168" name="Union [Figma 9987:20333]" descr="Union. векторный контур"/>
            <p:cNvPicPr>
              <a:picLocks noChangeAspect="1"/>
            </p:cNvPicPr>
            <p:nvPr/>
          </p:nvPicPr>
          <p:blipFill>
            <a:blip r:embed="rId281">
              <a:extLst>
                <a:ext uri="{96DAC541-7B7A-43D3-8B79-37D633B846F1}">
                  <asvg:svgBlip xmlns:asvg="http://schemas.microsoft.com/office/drawing/2016/SVG/main" r:embed="rId282"/>
                </a:ext>
              </a:extLst>
            </a:blip>
            <a:stretch>
              <a:fillRect/>
            </a:stretch>
          </p:blipFill>
          <p:spPr>
            <a:xfrm>
              <a:off x="3772085" y="5556954"/>
              <a:ext cx="417434" cy="406241"/>
            </a:xfrm>
            <a:prstGeom prst="rect">
              <a:avLst/>
            </a:prstGeom>
          </p:spPr>
        </p:pic>
        <p:pic>
          <p:nvPicPr>
            <p:cNvPr id="169" name="Union [Figma 9987:20344]" descr="Union. векторный контур"/>
            <p:cNvPicPr>
              <a:picLocks noChangeAspect="1"/>
            </p:cNvPicPr>
            <p:nvPr/>
          </p:nvPicPr>
          <p:blipFill>
            <a:blip r:embed="rId283">
              <a:extLst>
                <a:ext uri="{96DAC541-7B7A-43D3-8B79-37D633B846F1}">
                  <asvg:svgBlip xmlns:asvg="http://schemas.microsoft.com/office/drawing/2016/SVG/main" r:embed="rId284"/>
                </a:ext>
              </a:extLst>
            </a:blip>
            <a:stretch>
              <a:fillRect/>
            </a:stretch>
          </p:blipFill>
          <p:spPr>
            <a:xfrm>
              <a:off x="3325481" y="5454960"/>
              <a:ext cx="948005" cy="292738"/>
            </a:xfrm>
            <a:prstGeom prst="rect">
              <a:avLst/>
            </a:prstGeom>
          </p:spPr>
        </p:pic>
        <p:pic>
          <p:nvPicPr>
            <p:cNvPr id="170" name="Intersect [Figma 9987:20367]" descr="Intersect. векторный контур"/>
            <p:cNvPicPr>
              <a:picLocks noChangeAspect="1"/>
            </p:cNvPicPr>
            <p:nvPr/>
          </p:nvPicPr>
          <p:blipFill>
            <a:blip r:embed="rId285">
              <a:extLst>
                <a:ext uri="{96DAC541-7B7A-43D3-8B79-37D633B846F1}">
                  <asvg:svgBlip xmlns:asvg="http://schemas.microsoft.com/office/drawing/2016/SVG/main" r:embed="rId286"/>
                </a:ext>
              </a:extLst>
            </a:blip>
            <a:stretch>
              <a:fillRect/>
            </a:stretch>
          </p:blipFill>
          <p:spPr>
            <a:xfrm>
              <a:off x="3545115" y="5800233"/>
              <a:ext cx="509519" cy="113355"/>
            </a:xfrm>
            <a:prstGeom prst="rect">
              <a:avLst/>
            </a:prstGeom>
          </p:spPr>
        </p:pic>
        <p:pic>
          <p:nvPicPr>
            <p:cNvPr id="171" name="Union [Figma 9987:20380]" descr="Union. векторный контур"/>
            <p:cNvPicPr>
              <a:picLocks noChangeAspect="1"/>
            </p:cNvPicPr>
            <p:nvPr/>
          </p:nvPicPr>
          <p:blipFill>
            <a:blip r:embed="rId287">
              <a:extLst>
                <a:ext uri="{96DAC541-7B7A-43D3-8B79-37D633B846F1}">
                  <asvg:svgBlip xmlns:asvg="http://schemas.microsoft.com/office/drawing/2016/SVG/main" r:embed="rId288"/>
                </a:ext>
              </a:extLst>
            </a:blip>
            <a:stretch>
              <a:fillRect/>
            </a:stretch>
          </p:blipFill>
          <p:spPr>
            <a:xfrm>
              <a:off x="3548532" y="5698338"/>
              <a:ext cx="502698" cy="162864"/>
            </a:xfrm>
            <a:prstGeom prst="rect">
              <a:avLst/>
            </a:prstGeom>
          </p:spPr>
        </p:pic>
        <p:pic>
          <p:nvPicPr>
            <p:cNvPr id="172" name="Union [Figma 9987:20403]" descr="Union. векторный контур"/>
            <p:cNvPicPr>
              <a:picLocks noChangeAspect="1"/>
            </p:cNvPicPr>
            <p:nvPr/>
          </p:nvPicPr>
          <p:blipFill>
            <a:blip r:embed="rId289">
              <a:extLst>
                <a:ext uri="{96DAC541-7B7A-43D3-8B79-37D633B846F1}">
                  <asvg:svgBlip xmlns:asvg="http://schemas.microsoft.com/office/drawing/2016/SVG/main" r:embed="rId290"/>
                </a:ext>
              </a:extLst>
            </a:blip>
            <a:stretch>
              <a:fillRect/>
            </a:stretch>
          </p:blipFill>
          <p:spPr>
            <a:xfrm>
              <a:off x="3287364" y="5799588"/>
              <a:ext cx="994283" cy="297004"/>
            </a:xfrm>
            <a:prstGeom prst="rect">
              <a:avLst/>
            </a:prstGeom>
          </p:spPr>
        </p:pic>
      </p:grpSp>
      <p:grpSp>
        <p:nvGrpSpPr>
          <p:cNvPr id="198" name="Группа 197">
            <a:extLst>
              <a:ext uri="{FF2B5EF4-FFF2-40B4-BE49-F238E27FC236}">
                <a16:creationId xmlns:a16="http://schemas.microsoft.com/office/drawing/2014/main" id="{EDCE4F02-8006-4AC0-94E7-1084C549D119}"/>
              </a:ext>
            </a:extLst>
          </p:cNvPr>
          <p:cNvGrpSpPr/>
          <p:nvPr/>
        </p:nvGrpSpPr>
        <p:grpSpPr>
          <a:xfrm>
            <a:off x="1005414" y="5329501"/>
            <a:ext cx="934382" cy="895278"/>
            <a:chOff x="1005414" y="5329501"/>
            <a:chExt cx="934382" cy="895278"/>
          </a:xfrm>
        </p:grpSpPr>
        <p:pic>
          <p:nvPicPr>
            <p:cNvPr id="173" name="Vector 51 (Stroke) [Figma 9987:20416]" descr="Vector 51 (Stroke). векторный контур"/>
            <p:cNvPicPr>
              <a:picLocks noChangeAspect="1"/>
            </p:cNvPicPr>
            <p:nvPr/>
          </p:nvPicPr>
          <p:blipFill>
            <a:blip r:embed="rId291">
              <a:extLst>
                <a:ext uri="{96DAC541-7B7A-43D3-8B79-37D633B846F1}">
                  <asvg:svgBlip xmlns:asvg="http://schemas.microsoft.com/office/drawing/2016/SVG/main" r:embed="rId292"/>
                </a:ext>
              </a:extLst>
            </a:blip>
            <a:stretch>
              <a:fillRect/>
            </a:stretch>
          </p:blipFill>
          <p:spPr>
            <a:xfrm>
              <a:off x="1168606" y="5537756"/>
              <a:ext cx="303670" cy="267239"/>
            </a:xfrm>
            <a:prstGeom prst="rect">
              <a:avLst/>
            </a:prstGeom>
          </p:spPr>
        </p:pic>
        <p:pic>
          <p:nvPicPr>
            <p:cNvPr id="174" name="Rectangle 32 [Figma 9987:20425]" descr="Rectangle 32. векторный контур"/>
            <p:cNvPicPr>
              <a:picLocks noChangeAspect="1"/>
            </p:cNvPicPr>
            <p:nvPr/>
          </p:nvPicPr>
          <p:blipFill>
            <a:blip r:embed="rId293">
              <a:extLst>
                <a:ext uri="{96DAC541-7B7A-43D3-8B79-37D633B846F1}">
                  <asvg:svgBlip xmlns:asvg="http://schemas.microsoft.com/office/drawing/2016/SVG/main" r:embed="rId294"/>
                </a:ext>
              </a:extLst>
            </a:blip>
            <a:stretch>
              <a:fillRect/>
            </a:stretch>
          </p:blipFill>
          <p:spPr>
            <a:xfrm>
              <a:off x="1050533" y="5329501"/>
              <a:ext cx="831277" cy="77339"/>
            </a:xfrm>
            <a:prstGeom prst="rect">
              <a:avLst/>
            </a:prstGeom>
          </p:spPr>
        </p:pic>
        <p:pic>
          <p:nvPicPr>
            <p:cNvPr id="175" name="Rectangle 31 [Figma 9987:20476]" descr="Rectangle 31. векторный контур"/>
            <p:cNvPicPr>
              <a:picLocks noChangeAspect="1"/>
            </p:cNvPicPr>
            <p:nvPr/>
          </p:nvPicPr>
          <p:blipFill>
            <a:blip r:embed="rId295">
              <a:extLst>
                <a:ext uri="{96DAC541-7B7A-43D3-8B79-37D633B846F1}">
                  <asvg:svgBlip xmlns:asvg="http://schemas.microsoft.com/office/drawing/2016/SVG/main" r:embed="rId296"/>
                </a:ext>
              </a:extLst>
            </a:blip>
            <a:stretch>
              <a:fillRect/>
            </a:stretch>
          </p:blipFill>
          <p:spPr>
            <a:xfrm>
              <a:off x="1050533" y="5406791"/>
              <a:ext cx="831277" cy="528426"/>
            </a:xfrm>
            <a:prstGeom prst="rect">
              <a:avLst/>
            </a:prstGeom>
          </p:spPr>
        </p:pic>
        <p:pic>
          <p:nvPicPr>
            <p:cNvPr id="176" name="Vector 71 (Stroke) [Figma 9987:20540]" descr="Vector 71 (Stroke). векторный контур"/>
            <p:cNvPicPr>
              <a:picLocks noChangeAspect="1"/>
            </p:cNvPicPr>
            <p:nvPr/>
          </p:nvPicPr>
          <p:blipFill>
            <a:blip r:embed="rId297">
              <a:extLst>
                <a:ext uri="{96DAC541-7B7A-43D3-8B79-37D633B846F1}">
                  <asvg:svgBlip xmlns:asvg="http://schemas.microsoft.com/office/drawing/2016/SVG/main" r:embed="rId298"/>
                </a:ext>
              </a:extLst>
            </a:blip>
            <a:stretch>
              <a:fillRect/>
            </a:stretch>
          </p:blipFill>
          <p:spPr>
            <a:xfrm>
              <a:off x="1005414" y="5935216"/>
              <a:ext cx="934382" cy="289563"/>
            </a:xfrm>
            <a:prstGeom prst="rect">
              <a:avLst/>
            </a:prstGeom>
          </p:spPr>
        </p:pic>
      </p:grpSp>
      <p:sp>
        <p:nvSpPr>
          <p:cNvPr id="177" name="Заголовок 176">
            <a:extLst>
              <a:ext uri="{FF2B5EF4-FFF2-40B4-BE49-F238E27FC236}">
                <a16:creationId xmlns:a16="http://schemas.microsoft.com/office/drawing/2014/main" id="{D2606419-B6E7-40C5-95B6-D00394B2E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effectLst/>
              </a:rPr>
              <a:t>Иллюстрации ВТБ образование</a:t>
            </a:r>
            <a:endParaRPr lang="ru-RU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to-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5" name="Группа 314">
            <a:extLst>
              <a:ext uri="{FF2B5EF4-FFF2-40B4-BE49-F238E27FC236}">
                <a16:creationId xmlns:a16="http://schemas.microsoft.com/office/drawing/2014/main" id="{A7A0EA2C-4247-4307-9A90-C14D6B93E9A2}"/>
              </a:ext>
            </a:extLst>
          </p:cNvPr>
          <p:cNvGrpSpPr/>
          <p:nvPr/>
        </p:nvGrpSpPr>
        <p:grpSpPr>
          <a:xfrm>
            <a:off x="1038131" y="1463688"/>
            <a:ext cx="506089" cy="568410"/>
            <a:chOff x="1038131" y="1463688"/>
            <a:chExt cx="506089" cy="568410"/>
          </a:xfrm>
        </p:grpSpPr>
        <p:pic>
          <p:nvPicPr>
            <p:cNvPr id="28" name="Vector [Figma 9971:36391]" descr="Vector. градиент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93445" y="1466020"/>
              <a:ext cx="183897" cy="359808"/>
            </a:xfrm>
            <a:prstGeom prst="rect">
              <a:avLst/>
            </a:prstGeom>
          </p:spPr>
        </p:pic>
        <p:pic>
          <p:nvPicPr>
            <p:cNvPr id="29" name="Vector (Stroke) [Figma 9971:36392]" descr="Vector (Stroke). векторный контур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291126" y="1463688"/>
              <a:ext cx="188530" cy="364421"/>
            </a:xfrm>
            <a:prstGeom prst="rect">
              <a:avLst/>
            </a:prstGeom>
          </p:spPr>
        </p:pic>
        <p:pic>
          <p:nvPicPr>
            <p:cNvPr id="30" name="Vector [Figma 9971:36393]" descr="Vector. градиент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38131" y="1646792"/>
              <a:ext cx="183897" cy="95942"/>
            </a:xfrm>
            <a:prstGeom prst="rect">
              <a:avLst/>
            </a:prstGeom>
          </p:spPr>
        </p:pic>
        <p:pic>
          <p:nvPicPr>
            <p:cNvPr id="31" name="Vector [Figma 9971:36394]" descr="Vector. градиент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360323" y="1856188"/>
              <a:ext cx="183897" cy="95942"/>
            </a:xfrm>
            <a:prstGeom prst="rect">
              <a:avLst/>
            </a:prstGeom>
          </p:spPr>
        </p:pic>
        <p:pic>
          <p:nvPicPr>
            <p:cNvPr id="32" name="Vector [Figma 9971:36395]" descr="Vector. градиент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38131" y="1734747"/>
              <a:ext cx="183897" cy="87955"/>
            </a:xfrm>
            <a:prstGeom prst="rect">
              <a:avLst/>
            </a:prstGeom>
          </p:spPr>
        </p:pic>
        <p:pic>
          <p:nvPicPr>
            <p:cNvPr id="33" name="Vector [Figma 9971:36396]" descr="Vector. градиент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38131" y="1814715"/>
              <a:ext cx="183897" cy="87955"/>
            </a:xfrm>
            <a:prstGeom prst="rect">
              <a:avLst/>
            </a:prstGeom>
          </p:spPr>
        </p:pic>
        <p:pic>
          <p:nvPicPr>
            <p:cNvPr id="34" name="Vector [Figma 9971:36397]" descr="Vector. градиент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360323" y="1944143"/>
              <a:ext cx="183897" cy="87955"/>
            </a:xfrm>
            <a:prstGeom prst="rect">
              <a:avLst/>
            </a:prstGeom>
          </p:spPr>
        </p:pic>
      </p:grpSp>
      <p:grpSp>
        <p:nvGrpSpPr>
          <p:cNvPr id="316" name="Группа 315">
            <a:extLst>
              <a:ext uri="{FF2B5EF4-FFF2-40B4-BE49-F238E27FC236}">
                <a16:creationId xmlns:a16="http://schemas.microsoft.com/office/drawing/2014/main" id="{95C79895-1065-4B7A-8178-0863ABFB12DD}"/>
              </a:ext>
            </a:extLst>
          </p:cNvPr>
          <p:cNvGrpSpPr/>
          <p:nvPr/>
        </p:nvGrpSpPr>
        <p:grpSpPr>
          <a:xfrm>
            <a:off x="2934811" y="1408028"/>
            <a:ext cx="558346" cy="633694"/>
            <a:chOff x="2934811" y="1408028"/>
            <a:chExt cx="558346" cy="633694"/>
          </a:xfrm>
        </p:grpSpPr>
        <p:pic>
          <p:nvPicPr>
            <p:cNvPr id="35" name="Rectangle 89 [Figma 9974:38501]" descr="Rectangle 89. градиент"/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2959925" y="1595447"/>
              <a:ext cx="428900" cy="372855"/>
            </a:xfrm>
            <a:prstGeom prst="rect">
              <a:avLst/>
            </a:prstGeom>
          </p:spPr>
        </p:pic>
        <p:pic>
          <p:nvPicPr>
            <p:cNvPr id="36" name="Rectangle 90 [Figma 9974:38502]" descr="Rectangle 90. градиент"/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3017886" y="1554868"/>
              <a:ext cx="264684" cy="428912"/>
            </a:xfrm>
            <a:prstGeom prst="rect">
              <a:avLst/>
            </a:prstGeom>
          </p:spPr>
        </p:pic>
        <p:pic>
          <p:nvPicPr>
            <p:cNvPr id="37" name="Rectangle 87 [Figma 9974:38503]" descr="Rectangle 87. градиент"/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2934811" y="1666933"/>
              <a:ext cx="533225" cy="374789"/>
            </a:xfrm>
            <a:prstGeom prst="rect">
              <a:avLst/>
            </a:prstGeom>
          </p:spPr>
        </p:pic>
        <p:pic>
          <p:nvPicPr>
            <p:cNvPr id="38" name="Rectangle 88 [Figma 9974:38504]" descr="Rectangle 88. градиент"/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3328935" y="1796360"/>
              <a:ext cx="164222" cy="117869"/>
            </a:xfrm>
            <a:prstGeom prst="rect">
              <a:avLst/>
            </a:prstGeom>
          </p:spPr>
        </p:pic>
        <p:pic>
          <p:nvPicPr>
            <p:cNvPr id="39" name="Vector 149 [Figma 9974:38507]" descr="Vector 149. градиент"/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3214917" y="1408028"/>
              <a:ext cx="146586" cy="147584"/>
            </a:xfrm>
            <a:prstGeom prst="rect">
              <a:avLst/>
            </a:prstGeom>
          </p:spPr>
        </p:pic>
        <p:pic>
          <p:nvPicPr>
            <p:cNvPr id="40" name="Ellipse 89 [Figma 9974:38508]" descr="Ellipse 89. градиент"/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3214917" y="1482738"/>
              <a:ext cx="147138" cy="147138"/>
            </a:xfrm>
            <a:prstGeom prst="rect">
              <a:avLst/>
            </a:prstGeom>
          </p:spPr>
        </p:pic>
        <p:pic>
          <p:nvPicPr>
            <p:cNvPr id="41" name="Ellipse 89 (Stroke) [Figma 9974:38509]" descr="Ellipse 89 (Stroke). векторный контур"/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3214917" y="1482738"/>
              <a:ext cx="147138" cy="147138"/>
            </a:xfrm>
            <a:prstGeom prst="rect">
              <a:avLst/>
            </a:prstGeom>
          </p:spPr>
        </p:pic>
        <p:pic>
          <p:nvPicPr>
            <p:cNvPr id="42" name="Ellipse 90 [Figma 9974:38510]" descr="Ellipse 90. векторный контур"/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3273145" y="1505805"/>
              <a:ext cx="70760" cy="70741"/>
            </a:xfrm>
            <a:prstGeom prst="rect">
              <a:avLst/>
            </a:prstGeom>
          </p:spPr>
        </p:pic>
        <p:sp>
          <p:nvSpPr>
            <p:cNvPr id="43" name="Ellipse 99 [Figma 9974:38511]"/>
            <p:cNvSpPr/>
            <p:nvPr/>
          </p:nvSpPr>
          <p:spPr>
            <a:xfrm>
              <a:off x="3361782" y="1831135"/>
              <a:ext cx="54096" cy="52164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</p:grpSp>
      <p:grpSp>
        <p:nvGrpSpPr>
          <p:cNvPr id="317" name="Группа 316">
            <a:extLst>
              <a:ext uri="{FF2B5EF4-FFF2-40B4-BE49-F238E27FC236}">
                <a16:creationId xmlns:a16="http://schemas.microsoft.com/office/drawing/2014/main" id="{9DF8FD85-B928-4E8D-984F-B62D1CF7B425}"/>
              </a:ext>
            </a:extLst>
          </p:cNvPr>
          <p:cNvGrpSpPr/>
          <p:nvPr/>
        </p:nvGrpSpPr>
        <p:grpSpPr>
          <a:xfrm>
            <a:off x="4860183" y="1466962"/>
            <a:ext cx="545578" cy="566078"/>
            <a:chOff x="4860183" y="1466962"/>
            <a:chExt cx="545578" cy="566078"/>
          </a:xfrm>
        </p:grpSpPr>
        <p:pic>
          <p:nvPicPr>
            <p:cNvPr id="44" name="Vector 150 [Figma 9974:38310]" descr="Vector 150. градиент"/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4941516" y="1466962"/>
              <a:ext cx="385399" cy="566078"/>
            </a:xfrm>
            <a:prstGeom prst="rect">
              <a:avLst/>
            </a:prstGeom>
          </p:spPr>
        </p:pic>
        <p:pic>
          <p:nvPicPr>
            <p:cNvPr id="45" name="Rectangle 84 [Figma 9974:38311]" descr="Rectangle 84. градиент"/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4860183" y="1564244"/>
              <a:ext cx="545578" cy="308215"/>
            </a:xfrm>
            <a:prstGeom prst="rect">
              <a:avLst/>
            </a:prstGeom>
          </p:spPr>
        </p:pic>
        <p:pic>
          <p:nvPicPr>
            <p:cNvPr id="46" name="Ellipse 95 [Figma 9974:38312]" descr="Ellipse 95. градиент"/>
            <p:cNvPicPr>
              <a:picLocks noChangeAspect="1"/>
            </p:cNvPicPr>
            <p:nvPr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5081212" y="1671844"/>
              <a:ext cx="103520" cy="103532"/>
            </a:xfrm>
            <a:prstGeom prst="rect">
              <a:avLst/>
            </a:prstGeom>
          </p:spPr>
        </p:pic>
        <p:pic>
          <p:nvPicPr>
            <p:cNvPr id="47" name="Rectangle 86 [Figma 9974:38313]" descr="Rectangle 86. градиент"/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4860183" y="1564244"/>
              <a:ext cx="545578" cy="308215"/>
            </a:xfrm>
            <a:prstGeom prst="rect">
              <a:avLst/>
            </a:prstGeom>
          </p:spPr>
        </p:pic>
        <p:pic>
          <p:nvPicPr>
            <p:cNvPr id="48" name="Vector 151 [Figma 9974:38314]" descr="Vector 151. градиент"/>
            <p:cNvPicPr>
              <a:picLocks noChangeAspect="1"/>
            </p:cNvPicPr>
            <p:nvPr/>
          </p:nvPicPr>
          <p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4950328" y="1682410"/>
              <a:ext cx="375986" cy="350581"/>
            </a:xfrm>
            <a:prstGeom prst="rect">
              <a:avLst/>
            </a:prstGeom>
          </p:spPr>
        </p:pic>
      </p:grpSp>
      <p:grpSp>
        <p:nvGrpSpPr>
          <p:cNvPr id="318" name="Группа 317">
            <a:extLst>
              <a:ext uri="{FF2B5EF4-FFF2-40B4-BE49-F238E27FC236}">
                <a16:creationId xmlns:a16="http://schemas.microsoft.com/office/drawing/2014/main" id="{1664B8BF-5140-434E-A8E9-9008F0886EFC}"/>
              </a:ext>
            </a:extLst>
          </p:cNvPr>
          <p:cNvGrpSpPr/>
          <p:nvPr/>
        </p:nvGrpSpPr>
        <p:grpSpPr>
          <a:xfrm>
            <a:off x="6699758" y="1466020"/>
            <a:ext cx="712485" cy="566078"/>
            <a:chOff x="6699758" y="1466020"/>
            <a:chExt cx="712485" cy="566078"/>
          </a:xfrm>
        </p:grpSpPr>
        <p:pic>
          <p:nvPicPr>
            <p:cNvPr id="49" name="Vector 72 (Stroke) [Figma 9974:38377]" descr="Vector 72 (Stroke). векторный контур"/>
            <p:cNvPicPr>
              <a:picLocks noChangeAspect="1"/>
            </p:cNvPicPr>
            <p:nvPr/>
          </p:nvPicPr>
          <p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7023879" y="1584533"/>
              <a:ext cx="271623" cy="71386"/>
            </a:xfrm>
            <a:prstGeom prst="rect">
              <a:avLst/>
            </a:prstGeom>
          </p:spPr>
        </p:pic>
        <p:pic>
          <p:nvPicPr>
            <p:cNvPr id="50" name="Rectangle 35 [Figma 9974:38378]" descr="Rectangle 35. градиент"/>
            <p:cNvPicPr>
              <a:picLocks noChangeAspect="1"/>
            </p:cNvPicPr>
            <p:nvPr/>
          </p:nvPicPr>
          <p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p:blipFill>
          <p:spPr>
            <a:xfrm>
              <a:off x="6924347" y="1715598"/>
              <a:ext cx="470688" cy="316500"/>
            </a:xfrm>
            <a:prstGeom prst="rect">
              <a:avLst/>
            </a:prstGeom>
          </p:spPr>
        </p:pic>
        <p:pic>
          <p:nvPicPr>
            <p:cNvPr id="51" name="Rectangle 36 [Figma 9974:38379]" descr="Rectangle 36. градиент"/>
            <p:cNvPicPr>
              <a:picLocks noChangeAspect="1"/>
            </p:cNvPicPr>
            <p:nvPr/>
          </p:nvPicPr>
          <p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>
              <a:off x="6907133" y="1639549"/>
              <a:ext cx="505110" cy="159887"/>
            </a:xfrm>
            <a:prstGeom prst="rect">
              <a:avLst/>
            </a:prstGeom>
          </p:spPr>
        </p:pic>
        <p:pic>
          <p:nvPicPr>
            <p:cNvPr id="52" name="Rectangle 37 [Figma 9974:38380]" descr="Rectangle 37. векторный контур"/>
            <p:cNvPicPr>
              <a:picLocks noChangeAspect="1"/>
            </p:cNvPicPr>
            <p:nvPr/>
          </p:nvPicPr>
          <p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p:blipFill>
          <p:spPr>
            <a:xfrm>
              <a:off x="6997035" y="1764611"/>
              <a:ext cx="44647" cy="82399"/>
            </a:xfrm>
            <a:prstGeom prst="rect">
              <a:avLst/>
            </a:prstGeom>
          </p:spPr>
        </p:pic>
        <p:pic>
          <p:nvPicPr>
            <p:cNvPr id="53" name="Rectangle 75 [Figma 9974:38381]" descr="Rectangle 75. векторный контур"/>
            <p:cNvPicPr>
              <a:picLocks noChangeAspect="1"/>
            </p:cNvPicPr>
            <p:nvPr/>
          </p:nvPicPr>
          <p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>
              <a:off x="7277687" y="1764611"/>
              <a:ext cx="44654" cy="82399"/>
            </a:xfrm>
            <a:prstGeom prst="rect">
              <a:avLst/>
            </a:prstGeom>
          </p:spPr>
        </p:pic>
        <p:pic>
          <p:nvPicPr>
            <p:cNvPr id="54" name="Rectangle 30 [Figma 9974:38383]" descr="Rectangle 30. градиент"/>
            <p:cNvPicPr>
              <a:picLocks noChangeAspect="1"/>
            </p:cNvPicPr>
            <p:nvPr/>
          </p:nvPicPr>
          <p:blipFill>
            <a:blip r:embed="rId50"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/>
            </a:stretch>
          </p:blipFill>
          <p:spPr>
            <a:xfrm>
              <a:off x="6699758" y="1466020"/>
              <a:ext cx="459936" cy="566078"/>
            </a:xfrm>
            <a:prstGeom prst="rect">
              <a:avLst/>
            </a:prstGeom>
          </p:spPr>
        </p:pic>
        <p:pic>
          <p:nvPicPr>
            <p:cNvPr id="55" name="Rectangle 31 [Figma 9974:38384]" descr="Rectangle 31. векторный контур"/>
            <p:cNvPicPr>
              <a:picLocks noChangeAspect="1"/>
            </p:cNvPicPr>
            <p:nvPr/>
          </p:nvPicPr>
          <p:blipFill>
            <a:blip r:embed="rId52">
              <a:extLs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/>
            </a:stretch>
          </p:blipFill>
          <p:spPr>
            <a:xfrm>
              <a:off x="7106632" y="1466020"/>
              <a:ext cx="53068" cy="53081"/>
            </a:xfrm>
            <a:prstGeom prst="rect">
              <a:avLst/>
            </a:prstGeom>
          </p:spPr>
        </p:pic>
        <p:pic>
          <p:nvPicPr>
            <p:cNvPr id="56" name="Vector 51 (Stroke) [Figma 9974:38385]" descr="Vector 51 (Stroke). градиент"/>
            <p:cNvPicPr>
              <a:picLocks noChangeAspect="1"/>
            </p:cNvPicPr>
            <p:nvPr/>
          </p:nvPicPr>
          <p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/>
            </a:stretch>
          </p:blipFill>
          <p:spPr>
            <a:xfrm>
              <a:off x="6814924" y="1684147"/>
              <a:ext cx="184431" cy="164848"/>
            </a:xfrm>
            <a:prstGeom prst="rect">
              <a:avLst/>
            </a:prstGeom>
          </p:spPr>
        </p:pic>
        <p:sp>
          <p:nvSpPr>
            <p:cNvPr id="57" name="Ellipse 40 [Figma 9974:38386]"/>
            <p:cNvSpPr/>
            <p:nvPr/>
          </p:nvSpPr>
          <p:spPr>
            <a:xfrm>
              <a:off x="6717772" y="1482043"/>
              <a:ext cx="21196" cy="2119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58" name="Ellipse 41 [Figma 9974:38387]"/>
            <p:cNvSpPr/>
            <p:nvPr/>
          </p:nvSpPr>
          <p:spPr>
            <a:xfrm>
              <a:off x="6749571" y="1482043"/>
              <a:ext cx="21196" cy="2119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59" name="Union [Figma 9974:38388]" descr="Union. векторный контур"/>
            <p:cNvPicPr>
              <a:picLocks noChangeAspect="1"/>
            </p:cNvPicPr>
            <p:nvPr/>
          </p:nvPicPr>
          <p:blipFill>
            <a:blip r:embed="rId56">
              <a:extLst>
                <a:ext uri="{96DAC541-7B7A-43D3-8B79-37D633B846F1}">
                  <asvg:svgBlip xmlns:asvg="http://schemas.microsoft.com/office/drawing/2016/SVG/main" r:embed="rId57"/>
                </a:ext>
              </a:extLst>
            </a:blip>
            <a:stretch>
              <a:fillRect/>
            </a:stretch>
          </p:blipFill>
          <p:spPr>
            <a:xfrm>
              <a:off x="6804587" y="1672439"/>
              <a:ext cx="205105" cy="188263"/>
            </a:xfrm>
            <a:prstGeom prst="rect">
              <a:avLst/>
            </a:prstGeom>
          </p:spPr>
        </p:pic>
      </p:grpSp>
      <p:grpSp>
        <p:nvGrpSpPr>
          <p:cNvPr id="319" name="Группа 318">
            <a:extLst>
              <a:ext uri="{FF2B5EF4-FFF2-40B4-BE49-F238E27FC236}">
                <a16:creationId xmlns:a16="http://schemas.microsoft.com/office/drawing/2014/main" id="{0E070999-5B4A-4022-991E-FC6BA89460FE}"/>
              </a:ext>
            </a:extLst>
          </p:cNvPr>
          <p:cNvGrpSpPr/>
          <p:nvPr/>
        </p:nvGrpSpPr>
        <p:grpSpPr>
          <a:xfrm>
            <a:off x="8693230" y="1497570"/>
            <a:ext cx="567498" cy="506797"/>
            <a:chOff x="8693230" y="1497570"/>
            <a:chExt cx="567498" cy="506797"/>
          </a:xfrm>
        </p:grpSpPr>
        <p:pic>
          <p:nvPicPr>
            <p:cNvPr id="60" name="Vector 62 (Stroke) [Figma 9974:38539]" descr="Vector 62 (Stroke). векторный контур"/>
            <p:cNvPicPr>
              <a:picLocks noChangeAspect="1"/>
            </p:cNvPicPr>
            <p:nvPr/>
          </p:nvPicPr>
          <p:blipFill>
            <a:blip r:embed="rId58">
              <a:extLst>
                <a:ext uri="{96DAC541-7B7A-43D3-8B79-37D633B846F1}">
                  <asvg:svgBlip xmlns:asvg="http://schemas.microsoft.com/office/drawing/2016/SVG/main" r:embed="rId59"/>
                </a:ext>
              </a:extLst>
            </a:blip>
            <a:stretch>
              <a:fillRect/>
            </a:stretch>
          </p:blipFill>
          <p:spPr>
            <a:xfrm>
              <a:off x="8696449" y="1996628"/>
              <a:ext cx="563189" cy="7739"/>
            </a:xfrm>
            <a:prstGeom prst="rect">
              <a:avLst/>
            </a:prstGeom>
          </p:spPr>
        </p:pic>
        <p:pic>
          <p:nvPicPr>
            <p:cNvPr id="61" name="Rectangle 75 [Figma 9974:38540]" descr="Rectangle 75. градиент"/>
            <p:cNvPicPr>
              <a:picLocks noChangeAspect="1"/>
            </p:cNvPicPr>
            <p:nvPr/>
          </p:nvPicPr>
          <p:blipFill>
            <a:blip r:embed="rId60">
              <a:extLst>
                <a:ext uri="{96DAC541-7B7A-43D3-8B79-37D633B846F1}">
                  <asvg:svgBlip xmlns:asvg="http://schemas.microsoft.com/office/drawing/2016/SVG/main" r:embed="rId61"/>
                </a:ext>
              </a:extLst>
            </a:blip>
            <a:stretch>
              <a:fillRect/>
            </a:stretch>
          </p:blipFill>
          <p:spPr>
            <a:xfrm>
              <a:off x="8732749" y="1791300"/>
              <a:ext cx="155906" cy="201310"/>
            </a:xfrm>
            <a:prstGeom prst="rect">
              <a:avLst/>
            </a:prstGeom>
          </p:spPr>
        </p:pic>
        <p:pic>
          <p:nvPicPr>
            <p:cNvPr id="62" name="Rectangle 76 [Figma 9974:38541]" descr="Rectangle 76. градиент"/>
            <p:cNvPicPr>
              <a:picLocks noChangeAspect="1"/>
            </p:cNvPicPr>
            <p:nvPr/>
          </p:nvPicPr>
          <p:blipFill>
            <a:blip r:embed="rId62">
              <a:extLst>
                <a:ext uri="{96DAC541-7B7A-43D3-8B79-37D633B846F1}">
                  <asvg:svgBlip xmlns:asvg="http://schemas.microsoft.com/office/drawing/2016/SVG/main" r:embed="rId63"/>
                </a:ext>
              </a:extLst>
            </a:blip>
            <a:stretch>
              <a:fillRect/>
            </a:stretch>
          </p:blipFill>
          <p:spPr>
            <a:xfrm>
              <a:off x="8897225" y="1635679"/>
              <a:ext cx="155906" cy="356980"/>
            </a:xfrm>
            <a:prstGeom prst="rect">
              <a:avLst/>
            </a:prstGeom>
          </p:spPr>
        </p:pic>
        <p:pic>
          <p:nvPicPr>
            <p:cNvPr id="63" name="Rectangle 77 [Figma 9974:38542]" descr="Rectangle 77. градиент"/>
            <p:cNvPicPr>
              <a:picLocks noChangeAspect="1"/>
            </p:cNvPicPr>
            <p:nvPr/>
          </p:nvPicPr>
          <p:blipFill>
            <a:blip r:embed="rId64">
              <a:extLst>
                <a:ext uri="{96DAC541-7B7A-43D3-8B79-37D633B846F1}">
                  <asvg:svgBlip xmlns:asvg="http://schemas.microsoft.com/office/drawing/2016/SVG/main" r:embed="rId65"/>
                </a:ext>
              </a:extLst>
            </a:blip>
            <a:stretch>
              <a:fillRect/>
            </a:stretch>
          </p:blipFill>
          <p:spPr>
            <a:xfrm>
              <a:off x="9061707" y="1497570"/>
              <a:ext cx="155906" cy="495040"/>
            </a:xfrm>
            <a:prstGeom prst="rect">
              <a:avLst/>
            </a:prstGeom>
          </p:spPr>
        </p:pic>
        <p:pic>
          <p:nvPicPr>
            <p:cNvPr id="64" name="Vector 131 (Stroke) [Figma 9974:38543]" descr="Vector 131 (Stroke). векторный контур"/>
            <p:cNvPicPr>
              <a:picLocks noChangeAspect="1"/>
            </p:cNvPicPr>
            <p:nvPr/>
          </p:nvPicPr>
          <p:blipFill>
            <a:blip r:embed="rId66">
              <a:extLst>
                <a:ext uri="{96DAC541-7B7A-43D3-8B79-37D633B846F1}">
                  <asvg:svgBlip xmlns:asvg="http://schemas.microsoft.com/office/drawing/2016/SVG/main" r:embed="rId67"/>
                </a:ext>
              </a:extLst>
            </a:blip>
            <a:stretch>
              <a:fillRect/>
            </a:stretch>
          </p:blipFill>
          <p:spPr>
            <a:xfrm>
              <a:off x="8693230" y="1497570"/>
              <a:ext cx="567498" cy="402620"/>
            </a:xfrm>
            <a:prstGeom prst="rect">
              <a:avLst/>
            </a:prstGeom>
          </p:spPr>
        </p:pic>
      </p:grpSp>
      <p:grpSp>
        <p:nvGrpSpPr>
          <p:cNvPr id="320" name="Группа 319">
            <a:extLst>
              <a:ext uri="{FF2B5EF4-FFF2-40B4-BE49-F238E27FC236}">
                <a16:creationId xmlns:a16="http://schemas.microsoft.com/office/drawing/2014/main" id="{67DDD04A-52F1-4FAB-8CB4-4C71B8561CFB}"/>
              </a:ext>
            </a:extLst>
          </p:cNvPr>
          <p:cNvGrpSpPr/>
          <p:nvPr/>
        </p:nvGrpSpPr>
        <p:grpSpPr>
          <a:xfrm>
            <a:off x="10588695" y="1475842"/>
            <a:ext cx="623029" cy="548269"/>
            <a:chOff x="10588695" y="1475842"/>
            <a:chExt cx="623029" cy="548269"/>
          </a:xfrm>
        </p:grpSpPr>
        <p:pic>
          <p:nvPicPr>
            <p:cNvPr id="65" name="Ellipse 98 (Stroke) [Figma 9974:38453]" descr="Ellipse 98 (Stroke). градиент"/>
            <p:cNvPicPr>
              <a:picLocks noChangeAspect="1"/>
            </p:cNvPicPr>
            <p:nvPr/>
          </p:nvPicPr>
          <p:blipFill>
            <a:blip r:embed="rId68">
              <a:extLst>
                <a:ext uri="{96DAC541-7B7A-43D3-8B79-37D633B846F1}">
                  <asvg:svgBlip xmlns:asvg="http://schemas.microsoft.com/office/drawing/2016/SVG/main" r:embed="rId69"/>
                </a:ext>
              </a:extLst>
            </a:blip>
            <a:stretch>
              <a:fillRect/>
            </a:stretch>
          </p:blipFill>
          <p:spPr>
            <a:xfrm>
              <a:off x="10903719" y="1475842"/>
              <a:ext cx="308005" cy="480852"/>
            </a:xfrm>
            <a:prstGeom prst="rect">
              <a:avLst/>
            </a:prstGeom>
          </p:spPr>
        </p:pic>
        <p:pic>
          <p:nvPicPr>
            <p:cNvPr id="66" name="Ellipse 96 [Figma 9974:38454]" descr="Ellipse 96. градиент"/>
            <p:cNvPicPr>
              <a:picLocks noChangeAspect="1"/>
            </p:cNvPicPr>
            <p:nvPr/>
          </p:nvPicPr>
          <p:blipFill>
            <a:blip r:embed="rId70">
              <a:extLst>
                <a:ext uri="{96DAC541-7B7A-43D3-8B79-37D633B846F1}">
                  <asvg:svgBlip xmlns:asvg="http://schemas.microsoft.com/office/drawing/2016/SVG/main" r:embed="rId71"/>
                </a:ext>
              </a:extLst>
            </a:blip>
            <a:stretch>
              <a:fillRect/>
            </a:stretch>
          </p:blipFill>
          <p:spPr>
            <a:xfrm>
              <a:off x="10665092" y="1542714"/>
              <a:ext cx="481385" cy="481397"/>
            </a:xfrm>
            <a:prstGeom prst="rect">
              <a:avLst/>
            </a:prstGeom>
          </p:spPr>
        </p:pic>
        <p:sp>
          <p:nvSpPr>
            <p:cNvPr id="67" name="Ellipse 97 [Figma 9974:38455]"/>
            <p:cNvSpPr/>
            <p:nvPr/>
          </p:nvSpPr>
          <p:spPr>
            <a:xfrm>
              <a:off x="10588695" y="1516173"/>
              <a:ext cx="120405" cy="120405"/>
            </a:xfrm>
            <a:prstGeom prst="ellipse">
              <a:avLst/>
            </a:prstGeom>
            <a:solidFill>
              <a:srgbClr val="1E4BD2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68" name="% [Figma 9974:38456]" descr="%. векторный контур"/>
            <p:cNvPicPr>
              <a:picLocks noChangeAspect="1"/>
            </p:cNvPicPr>
            <p:nvPr/>
          </p:nvPicPr>
          <p:blipFill>
            <a:blip r:embed="rId72">
              <a:extLst>
                <a:ext uri="{96DAC541-7B7A-43D3-8B79-37D633B846F1}">
                  <asvg:svgBlip xmlns:asvg="http://schemas.microsoft.com/office/drawing/2016/SVG/main" r:embed="rId73"/>
                </a:ext>
              </a:extLst>
            </a:blip>
            <a:stretch>
              <a:fillRect/>
            </a:stretch>
          </p:blipFill>
          <p:spPr>
            <a:xfrm>
              <a:off x="10798190" y="1693870"/>
              <a:ext cx="215194" cy="179085"/>
            </a:xfrm>
            <a:prstGeom prst="rect">
              <a:avLst/>
            </a:prstGeom>
          </p:spPr>
        </p:pic>
      </p:grpSp>
      <p:grpSp>
        <p:nvGrpSpPr>
          <p:cNvPr id="330" name="Группа 329">
            <a:extLst>
              <a:ext uri="{FF2B5EF4-FFF2-40B4-BE49-F238E27FC236}">
                <a16:creationId xmlns:a16="http://schemas.microsoft.com/office/drawing/2014/main" id="{CDBA54C2-FE6A-43AD-94E8-419098BCBF8E}"/>
              </a:ext>
            </a:extLst>
          </p:cNvPr>
          <p:cNvGrpSpPr/>
          <p:nvPr/>
        </p:nvGrpSpPr>
        <p:grpSpPr>
          <a:xfrm>
            <a:off x="8693230" y="2343091"/>
            <a:ext cx="567498" cy="506797"/>
            <a:chOff x="8693230" y="2343091"/>
            <a:chExt cx="567498" cy="506797"/>
          </a:xfrm>
        </p:grpSpPr>
        <p:pic>
          <p:nvPicPr>
            <p:cNvPr id="78" name="Vector 62 (Stroke) [Figma 9987:25996]" descr="Vector 62 (Stroke). векторный контур"/>
            <p:cNvPicPr>
              <a:picLocks noChangeAspect="1"/>
            </p:cNvPicPr>
            <p:nvPr/>
          </p:nvPicPr>
          <p:blipFill>
            <a:blip r:embed="rId74">
              <a:extLst>
                <a:ext uri="{96DAC541-7B7A-43D3-8B79-37D633B846F1}">
                  <asvg:svgBlip xmlns:asvg="http://schemas.microsoft.com/office/drawing/2016/SVG/main" r:embed="rId75"/>
                </a:ext>
              </a:extLst>
            </a:blip>
            <a:stretch>
              <a:fillRect/>
            </a:stretch>
          </p:blipFill>
          <p:spPr>
            <a:xfrm>
              <a:off x="8696455" y="2842149"/>
              <a:ext cx="563189" cy="7739"/>
            </a:xfrm>
            <a:prstGeom prst="rect">
              <a:avLst/>
            </a:prstGeom>
          </p:spPr>
        </p:pic>
        <p:pic>
          <p:nvPicPr>
            <p:cNvPr id="79" name="Rectangle 75 [Figma 9987:25997]" descr="Rectangle 75. векторный контур"/>
            <p:cNvPicPr>
              <a:picLocks noChangeAspect="1"/>
            </p:cNvPicPr>
            <p:nvPr/>
          </p:nvPicPr>
          <p:blipFill>
            <a:blip r:embed="rId76">
              <a:extLst>
                <a:ext uri="{96DAC541-7B7A-43D3-8B79-37D633B846F1}">
                  <asvg:svgBlip xmlns:asvg="http://schemas.microsoft.com/office/drawing/2016/SVG/main" r:embed="rId77"/>
                </a:ext>
              </a:extLst>
            </a:blip>
            <a:stretch>
              <a:fillRect/>
            </a:stretch>
          </p:blipFill>
          <p:spPr>
            <a:xfrm>
              <a:off x="8732749" y="2636821"/>
              <a:ext cx="155906" cy="201310"/>
            </a:xfrm>
            <a:prstGeom prst="rect">
              <a:avLst/>
            </a:prstGeom>
          </p:spPr>
        </p:pic>
        <p:pic>
          <p:nvPicPr>
            <p:cNvPr id="80" name="Rectangle 76 [Figma 9987:25998]" descr="Rectangle 76. векторный контур"/>
            <p:cNvPicPr>
              <a:picLocks noChangeAspect="1"/>
            </p:cNvPicPr>
            <p:nvPr/>
          </p:nvPicPr>
          <p:blipFill>
            <a:blip r:embed="rId78">
              <a:extLst>
                <a:ext uri="{96DAC541-7B7A-43D3-8B79-37D633B846F1}">
                  <asvg:svgBlip xmlns:asvg="http://schemas.microsoft.com/office/drawing/2016/SVG/main" r:embed="rId79"/>
                </a:ext>
              </a:extLst>
            </a:blip>
            <a:stretch>
              <a:fillRect/>
            </a:stretch>
          </p:blipFill>
          <p:spPr>
            <a:xfrm>
              <a:off x="8897225" y="2481151"/>
              <a:ext cx="155906" cy="356980"/>
            </a:xfrm>
            <a:prstGeom prst="rect">
              <a:avLst/>
            </a:prstGeom>
          </p:spPr>
        </p:pic>
        <p:pic>
          <p:nvPicPr>
            <p:cNvPr id="81" name="Rectangle 77 [Figma 9987:25999]" descr="Rectangle 77. векторный контур"/>
            <p:cNvPicPr>
              <a:picLocks noChangeAspect="1"/>
            </p:cNvPicPr>
            <p:nvPr/>
          </p:nvPicPr>
          <p:blipFill>
            <a:blip r:embed="rId80">
              <a:extLst>
                <a:ext uri="{96DAC541-7B7A-43D3-8B79-37D633B846F1}">
                  <asvg:svgBlip xmlns:asvg="http://schemas.microsoft.com/office/drawing/2016/SVG/main" r:embed="rId81"/>
                </a:ext>
              </a:extLst>
            </a:blip>
            <a:stretch>
              <a:fillRect/>
            </a:stretch>
          </p:blipFill>
          <p:spPr>
            <a:xfrm>
              <a:off x="9061707" y="2343091"/>
              <a:ext cx="155906" cy="495040"/>
            </a:xfrm>
            <a:prstGeom prst="rect">
              <a:avLst/>
            </a:prstGeom>
          </p:spPr>
        </p:pic>
        <p:pic>
          <p:nvPicPr>
            <p:cNvPr id="82" name="Vector 131 (Stroke) [Figma 9987:26000]" descr="Vector 131 (Stroke). векторный контур"/>
            <p:cNvPicPr>
              <a:picLocks noChangeAspect="1"/>
            </p:cNvPicPr>
            <p:nvPr/>
          </p:nvPicPr>
          <p:blipFill>
            <a:blip r:embed="rId82">
              <a:extLst>
                <a:ext uri="{96DAC541-7B7A-43D3-8B79-37D633B846F1}">
                  <asvg:svgBlip xmlns:asvg="http://schemas.microsoft.com/office/drawing/2016/SVG/main" r:embed="rId83"/>
                </a:ext>
              </a:extLst>
            </a:blip>
            <a:stretch>
              <a:fillRect/>
            </a:stretch>
          </p:blipFill>
          <p:spPr>
            <a:xfrm>
              <a:off x="8693230" y="2343091"/>
              <a:ext cx="567498" cy="402620"/>
            </a:xfrm>
            <a:prstGeom prst="rect">
              <a:avLst/>
            </a:prstGeom>
          </p:spPr>
        </p:pic>
      </p:grpSp>
      <p:grpSp>
        <p:nvGrpSpPr>
          <p:cNvPr id="321" name="Группа 320">
            <a:extLst>
              <a:ext uri="{FF2B5EF4-FFF2-40B4-BE49-F238E27FC236}">
                <a16:creationId xmlns:a16="http://schemas.microsoft.com/office/drawing/2014/main" id="{5B6EF543-E230-402B-94CC-D54334198815}"/>
              </a:ext>
            </a:extLst>
          </p:cNvPr>
          <p:cNvGrpSpPr/>
          <p:nvPr/>
        </p:nvGrpSpPr>
        <p:grpSpPr>
          <a:xfrm>
            <a:off x="10588701" y="2315658"/>
            <a:ext cx="628721" cy="556901"/>
            <a:chOff x="10588701" y="2315658"/>
            <a:chExt cx="628721" cy="556901"/>
          </a:xfrm>
        </p:grpSpPr>
        <p:pic>
          <p:nvPicPr>
            <p:cNvPr id="83" name="Ellipse 98 (Stroke) [Figma 9974:38337]" descr="Ellipse 98 (Stroke). векторный контур"/>
            <p:cNvPicPr>
              <a:picLocks noChangeAspect="1"/>
            </p:cNvPicPr>
            <p:nvPr/>
          </p:nvPicPr>
          <p:blipFill>
            <a:blip r:embed="rId84">
              <a:extLst>
                <a:ext uri="{96DAC541-7B7A-43D3-8B79-37D633B846F1}">
                  <asvg:svgBlip xmlns:asvg="http://schemas.microsoft.com/office/drawing/2016/SVG/main" r:embed="rId85"/>
                </a:ext>
              </a:extLst>
            </a:blip>
            <a:stretch>
              <a:fillRect/>
            </a:stretch>
          </p:blipFill>
          <p:spPr>
            <a:xfrm>
              <a:off x="10903725" y="2321413"/>
              <a:ext cx="308005" cy="480852"/>
            </a:xfrm>
            <a:prstGeom prst="rect">
              <a:avLst/>
            </a:prstGeom>
          </p:spPr>
        </p:pic>
        <p:pic>
          <p:nvPicPr>
            <p:cNvPr id="84" name="Ellipse 98 (Stroke) (Stroke) [Figma 9974:38338]" descr="Ellipse 98 (Stroke) (Stroke). векторный контур"/>
            <p:cNvPicPr>
              <a:picLocks noChangeAspect="1"/>
            </p:cNvPicPr>
            <p:nvPr/>
          </p:nvPicPr>
          <p:blipFill>
            <a:blip r:embed="rId86">
              <a:extLst>
                <a:ext uri="{96DAC541-7B7A-43D3-8B79-37D633B846F1}">
                  <asvg:svgBlip xmlns:asvg="http://schemas.microsoft.com/office/drawing/2016/SVG/main" r:embed="rId87"/>
                </a:ext>
              </a:extLst>
            </a:blip>
            <a:stretch>
              <a:fillRect/>
            </a:stretch>
          </p:blipFill>
          <p:spPr>
            <a:xfrm>
              <a:off x="10897834" y="2315658"/>
              <a:ext cx="319588" cy="493998"/>
            </a:xfrm>
            <a:prstGeom prst="rect">
              <a:avLst/>
            </a:prstGeom>
          </p:spPr>
        </p:pic>
        <p:pic>
          <p:nvPicPr>
            <p:cNvPr id="85" name="Ellipse 96 [Figma 9974:38339]" descr="Ellipse 96. векторный контур"/>
            <p:cNvPicPr>
              <a:picLocks noChangeAspect="1"/>
            </p:cNvPicPr>
            <p:nvPr/>
          </p:nvPicPr>
          <p:blipFill>
            <a:blip r:embed="rId88">
              <a:extLst>
                <a:ext uri="{96DAC541-7B7A-43D3-8B79-37D633B846F1}">
                  <asvg:svgBlip xmlns:asvg="http://schemas.microsoft.com/office/drawing/2016/SVG/main" r:embed="rId89"/>
                </a:ext>
              </a:extLst>
            </a:blip>
            <a:stretch>
              <a:fillRect/>
            </a:stretch>
          </p:blipFill>
          <p:spPr>
            <a:xfrm>
              <a:off x="10665098" y="2388284"/>
              <a:ext cx="481385" cy="481397"/>
            </a:xfrm>
            <a:prstGeom prst="rect">
              <a:avLst/>
            </a:prstGeom>
          </p:spPr>
        </p:pic>
        <p:pic>
          <p:nvPicPr>
            <p:cNvPr id="86" name="Ellipse 96 (Stroke) [Figma 9974:38340]" descr="Ellipse 96 (Stroke). векторный контур"/>
            <p:cNvPicPr>
              <a:picLocks noChangeAspect="1"/>
            </p:cNvPicPr>
            <p:nvPr/>
          </p:nvPicPr>
          <p:blipFill>
            <a:blip r:embed="rId90">
              <a:extLst>
                <a:ext uri="{96DAC541-7B7A-43D3-8B79-37D633B846F1}">
                  <asvg:svgBlip xmlns:asvg="http://schemas.microsoft.com/office/drawing/2016/SVG/main" r:embed="rId91"/>
                </a:ext>
              </a:extLst>
            </a:blip>
            <a:stretch>
              <a:fillRect/>
            </a:stretch>
          </p:blipFill>
          <p:spPr>
            <a:xfrm>
              <a:off x="10662196" y="2385358"/>
              <a:ext cx="487183" cy="487201"/>
            </a:xfrm>
            <a:prstGeom prst="rect">
              <a:avLst/>
            </a:prstGeom>
          </p:spPr>
        </p:pic>
        <p:pic>
          <p:nvPicPr>
            <p:cNvPr id="87" name="Ellipse 97 [Figma 9974:38341]" descr="Ellipse 97. векторный контур"/>
            <p:cNvPicPr>
              <a:picLocks noChangeAspect="1"/>
            </p:cNvPicPr>
            <p:nvPr/>
          </p:nvPicPr>
          <p:blipFill>
            <a:blip r:embed="rId92">
              <a:extLst>
                <a:ext uri="{96DAC541-7B7A-43D3-8B79-37D633B846F1}">
                  <asvg:svgBlip xmlns:asvg="http://schemas.microsoft.com/office/drawing/2016/SVG/main" r:embed="rId93"/>
                </a:ext>
              </a:extLst>
            </a:blip>
            <a:stretch>
              <a:fillRect/>
            </a:stretch>
          </p:blipFill>
          <p:spPr>
            <a:xfrm>
              <a:off x="10588701" y="2361744"/>
              <a:ext cx="120405" cy="120399"/>
            </a:xfrm>
            <a:prstGeom prst="rect">
              <a:avLst/>
            </a:prstGeom>
          </p:spPr>
        </p:pic>
        <p:pic>
          <p:nvPicPr>
            <p:cNvPr id="88" name="% [Figma 9974:38342]" descr="%. векторный контур"/>
            <p:cNvPicPr>
              <a:picLocks noChangeAspect="1"/>
            </p:cNvPicPr>
            <p:nvPr/>
          </p:nvPicPr>
          <p:blipFill>
            <a:blip r:embed="rId94">
              <a:extLst>
                <a:ext uri="{96DAC541-7B7A-43D3-8B79-37D633B846F1}">
                  <asvg:svgBlip xmlns:asvg="http://schemas.microsoft.com/office/drawing/2016/SVG/main" r:embed="rId95"/>
                </a:ext>
              </a:extLst>
            </a:blip>
            <a:stretch>
              <a:fillRect/>
            </a:stretch>
          </p:blipFill>
          <p:spPr>
            <a:xfrm>
              <a:off x="10798190" y="2539440"/>
              <a:ext cx="215194" cy="179085"/>
            </a:xfrm>
            <a:prstGeom prst="rect">
              <a:avLst/>
            </a:prstGeom>
          </p:spPr>
        </p:pic>
        <p:pic>
          <p:nvPicPr>
            <p:cNvPr id="89" name="% (Stroke) [Figma 9974:38343]" descr="% (Stroke). векторный контур"/>
            <p:cNvPicPr>
              <a:picLocks noChangeAspect="1"/>
            </p:cNvPicPr>
            <p:nvPr/>
          </p:nvPicPr>
          <p:blipFill>
            <a:blip r:embed="rId96">
              <a:extLst>
                <a:ext uri="{96DAC541-7B7A-43D3-8B79-37D633B846F1}">
                  <asvg:svgBlip xmlns:asvg="http://schemas.microsoft.com/office/drawing/2016/SVG/main" r:embed="rId97"/>
                </a:ext>
              </a:extLst>
            </a:blip>
            <a:stretch>
              <a:fillRect/>
            </a:stretch>
          </p:blipFill>
          <p:spPr>
            <a:xfrm>
              <a:off x="10795301" y="2536514"/>
              <a:ext cx="220986" cy="184890"/>
            </a:xfrm>
            <a:prstGeom prst="rect">
              <a:avLst/>
            </a:prstGeom>
          </p:spPr>
        </p:pic>
      </p:grpSp>
      <p:grpSp>
        <p:nvGrpSpPr>
          <p:cNvPr id="349" name="Группа 348">
            <a:extLst>
              <a:ext uri="{FF2B5EF4-FFF2-40B4-BE49-F238E27FC236}">
                <a16:creationId xmlns:a16="http://schemas.microsoft.com/office/drawing/2014/main" id="{2B548DA1-BE1B-41CE-8E9C-217C336F2662}"/>
              </a:ext>
            </a:extLst>
          </p:cNvPr>
          <p:cNvGrpSpPr/>
          <p:nvPr/>
        </p:nvGrpSpPr>
        <p:grpSpPr>
          <a:xfrm>
            <a:off x="1003349" y="3156962"/>
            <a:ext cx="579597" cy="566079"/>
            <a:chOff x="1003349" y="3156962"/>
            <a:chExt cx="579597" cy="566079"/>
          </a:xfrm>
        </p:grpSpPr>
        <p:pic>
          <p:nvPicPr>
            <p:cNvPr id="90" name="Vector 78 (Stroke) [Figma 9974:38357]" descr="Vector 78 (Stroke). векторный контур"/>
            <p:cNvPicPr>
              <a:picLocks noChangeAspect="1"/>
            </p:cNvPicPr>
            <p:nvPr/>
          </p:nvPicPr>
          <p:blipFill>
            <a:blip r:embed="rId98">
              <a:extLst>
                <a:ext uri="{96DAC541-7B7A-43D3-8B79-37D633B846F1}">
                  <asvg:svgBlip xmlns:asvg="http://schemas.microsoft.com/office/drawing/2016/SVG/main" r:embed="rId99"/>
                </a:ext>
              </a:extLst>
            </a:blip>
            <a:stretch>
              <a:fillRect/>
            </a:stretch>
          </p:blipFill>
          <p:spPr>
            <a:xfrm>
              <a:off x="1003349" y="3222644"/>
              <a:ext cx="579597" cy="426977"/>
            </a:xfrm>
            <a:prstGeom prst="rect">
              <a:avLst/>
            </a:prstGeom>
          </p:spPr>
        </p:pic>
        <p:pic>
          <p:nvPicPr>
            <p:cNvPr id="91" name="Ellipse 51 [Figma 9974:38358]" descr="Ellipse 51. градиент"/>
            <p:cNvPicPr>
              <a:picLocks noChangeAspect="1"/>
            </p:cNvPicPr>
            <p:nvPr/>
          </p:nvPicPr>
          <p:blipFill>
            <a:blip r:embed="rId100">
              <a:extLst>
                <a:ext uri="{96DAC541-7B7A-43D3-8B79-37D633B846F1}">
                  <asvg:svgBlip xmlns:asvg="http://schemas.microsoft.com/office/drawing/2016/SVG/main" r:embed="rId101"/>
                </a:ext>
              </a:extLst>
            </a:blip>
            <a:stretch>
              <a:fillRect/>
            </a:stretch>
          </p:blipFill>
          <p:spPr>
            <a:xfrm>
              <a:off x="1256438" y="3156962"/>
              <a:ext cx="239564" cy="239558"/>
            </a:xfrm>
            <a:prstGeom prst="rect">
              <a:avLst/>
            </a:prstGeom>
          </p:spPr>
        </p:pic>
        <p:pic>
          <p:nvPicPr>
            <p:cNvPr id="92" name="Rectangle 38 [Figma 9974:38359]" descr="Rectangle 38. градиент"/>
            <p:cNvPicPr>
              <a:picLocks noChangeAspect="1"/>
            </p:cNvPicPr>
            <p:nvPr/>
          </p:nvPicPr>
          <p:blipFill>
            <a:blip r:embed="rId102">
              <a:extLst>
                <a:ext uri="{96DAC541-7B7A-43D3-8B79-37D633B846F1}">
                  <asvg:svgBlip xmlns:asvg="http://schemas.microsoft.com/office/drawing/2016/SVG/main" r:embed="rId103"/>
                </a:ext>
              </a:extLst>
            </a:blip>
            <a:stretch>
              <a:fillRect/>
            </a:stretch>
          </p:blipFill>
          <p:spPr>
            <a:xfrm>
              <a:off x="1310535" y="3483483"/>
              <a:ext cx="239564" cy="239558"/>
            </a:xfrm>
            <a:prstGeom prst="rect">
              <a:avLst/>
            </a:prstGeom>
          </p:spPr>
        </p:pic>
        <p:pic>
          <p:nvPicPr>
            <p:cNvPr id="93" name="Polygon 14 [Figma 9974:38360]" descr="Polygon 14. градиент"/>
            <p:cNvPicPr>
              <a:picLocks noChangeAspect="1"/>
            </p:cNvPicPr>
            <p:nvPr/>
          </p:nvPicPr>
          <p:blipFill>
            <a:blip r:embed="rId104">
              <a:extLst>
                <a:ext uri="{96DAC541-7B7A-43D3-8B79-37D633B846F1}">
                  <asvg:svgBlip xmlns:asvg="http://schemas.microsoft.com/office/drawing/2016/SVG/main" r:embed="rId105"/>
                </a:ext>
              </a:extLst>
            </a:blip>
            <a:stretch>
              <a:fillRect/>
            </a:stretch>
          </p:blipFill>
          <p:spPr>
            <a:xfrm>
              <a:off x="1003349" y="3410063"/>
              <a:ext cx="275059" cy="239558"/>
            </a:xfrm>
            <a:prstGeom prst="rect">
              <a:avLst/>
            </a:prstGeom>
          </p:spPr>
        </p:pic>
      </p:grpSp>
      <p:grpSp>
        <p:nvGrpSpPr>
          <p:cNvPr id="342" name="Группа 341">
            <a:extLst>
              <a:ext uri="{FF2B5EF4-FFF2-40B4-BE49-F238E27FC236}">
                <a16:creationId xmlns:a16="http://schemas.microsoft.com/office/drawing/2014/main" id="{C36C46B5-1F0E-486E-8BA0-4F4FD7641196}"/>
              </a:ext>
            </a:extLst>
          </p:cNvPr>
          <p:cNvGrpSpPr/>
          <p:nvPr/>
        </p:nvGrpSpPr>
        <p:grpSpPr>
          <a:xfrm>
            <a:off x="2977313" y="3157955"/>
            <a:ext cx="469820" cy="564143"/>
            <a:chOff x="2977313" y="3157955"/>
            <a:chExt cx="469820" cy="564143"/>
          </a:xfrm>
        </p:grpSpPr>
        <p:pic>
          <p:nvPicPr>
            <p:cNvPr id="94" name="Vector 76 [Figma 9974:38317]" descr="Vector 76. градиент"/>
            <p:cNvPicPr>
              <a:picLocks noChangeAspect="1"/>
            </p:cNvPicPr>
            <p:nvPr/>
          </p:nvPicPr>
          <p:blipFill>
            <a:blip r:embed="rId106">
              <a:extLst>
                <a:ext uri="{96DAC541-7B7A-43D3-8B79-37D633B846F1}">
                  <asvg:svgBlip xmlns:asvg="http://schemas.microsoft.com/office/drawing/2016/SVG/main" r:embed="rId107"/>
                </a:ext>
              </a:extLst>
            </a:blip>
            <a:stretch>
              <a:fillRect/>
            </a:stretch>
          </p:blipFill>
          <p:spPr>
            <a:xfrm>
              <a:off x="3085155" y="3157955"/>
              <a:ext cx="361978" cy="493849"/>
            </a:xfrm>
            <a:prstGeom prst="rect">
              <a:avLst/>
            </a:prstGeom>
          </p:spPr>
        </p:pic>
        <p:pic>
          <p:nvPicPr>
            <p:cNvPr id="95" name="Vector 75 [Figma 9974:38318]" descr="Vector 75. градиент"/>
            <p:cNvPicPr>
              <a:picLocks noChangeAspect="1"/>
            </p:cNvPicPr>
            <p:nvPr/>
          </p:nvPicPr>
          <p:blipFill>
            <a:blip r:embed="rId108">
              <a:extLst>
                <a:ext uri="{96DAC541-7B7A-43D3-8B79-37D633B846F1}">
                  <asvg:svgBlip xmlns:asvg="http://schemas.microsoft.com/office/drawing/2016/SVG/main" r:embed="rId109"/>
                </a:ext>
              </a:extLst>
            </a:blip>
            <a:stretch>
              <a:fillRect/>
            </a:stretch>
          </p:blipFill>
          <p:spPr>
            <a:xfrm>
              <a:off x="3013899" y="3243628"/>
              <a:ext cx="402427" cy="408176"/>
            </a:xfrm>
            <a:prstGeom prst="rect">
              <a:avLst/>
            </a:prstGeom>
          </p:spPr>
        </p:pic>
        <p:pic>
          <p:nvPicPr>
            <p:cNvPr id="96" name="Vector 74 [Figma 9974:38319]" descr="Vector 74. градиент"/>
            <p:cNvPicPr>
              <a:picLocks noChangeAspect="1"/>
            </p:cNvPicPr>
            <p:nvPr/>
          </p:nvPicPr>
          <p:blipFill>
            <a:blip r:embed="rId110">
              <a:extLst>
                <a:ext uri="{96DAC541-7B7A-43D3-8B79-37D633B846F1}">
                  <asvg:svgBlip xmlns:asvg="http://schemas.microsoft.com/office/drawing/2016/SVG/main" r:embed="rId111"/>
                </a:ext>
              </a:extLst>
            </a:blip>
            <a:stretch>
              <a:fillRect/>
            </a:stretch>
          </p:blipFill>
          <p:spPr>
            <a:xfrm>
              <a:off x="2977313" y="3243628"/>
              <a:ext cx="367751" cy="478470"/>
            </a:xfrm>
            <a:prstGeom prst="rect">
              <a:avLst/>
            </a:prstGeom>
          </p:spPr>
        </p:pic>
        <p:pic>
          <p:nvPicPr>
            <p:cNvPr id="97" name="Vector 77 [Figma 9974:38320]" descr="Vector 77. градиент в обводке"/>
            <p:cNvPicPr>
              <a:picLocks noChangeAspect="1"/>
            </p:cNvPicPr>
            <p:nvPr/>
          </p:nvPicPr>
          <p:blipFill>
            <a:blip r:embed="rId112">
              <a:extLst>
                <a:ext uri="{96DAC541-7B7A-43D3-8B79-37D633B846F1}">
                  <asvg:svgBlip xmlns:asvg="http://schemas.microsoft.com/office/drawing/2016/SVG/main" r:embed="rId113"/>
                </a:ext>
              </a:extLst>
            </a:blip>
            <a:stretch>
              <a:fillRect/>
            </a:stretch>
          </p:blipFill>
          <p:spPr>
            <a:xfrm>
              <a:off x="3115943" y="3242685"/>
              <a:ext cx="300377" cy="410110"/>
            </a:xfrm>
            <a:prstGeom prst="rect">
              <a:avLst/>
            </a:prstGeom>
          </p:spPr>
        </p:pic>
        <p:pic>
          <p:nvPicPr>
            <p:cNvPr id="98" name="Vector 70 (Stroke) [Figma 9974:38321]" descr="Vector 70 (Stroke). векторный контур"/>
            <p:cNvPicPr>
              <a:picLocks noChangeAspect="1"/>
            </p:cNvPicPr>
            <p:nvPr/>
          </p:nvPicPr>
          <p:blipFill>
            <a:blip r:embed="rId114">
              <a:extLst>
                <a:ext uri="{96DAC541-7B7A-43D3-8B79-37D633B846F1}">
                  <asvg:svgBlip xmlns:asvg="http://schemas.microsoft.com/office/drawing/2016/SVG/main" r:embed="rId115"/>
                </a:ext>
              </a:extLst>
            </a:blip>
            <a:stretch>
              <a:fillRect/>
            </a:stretch>
          </p:blipFill>
          <p:spPr>
            <a:xfrm>
              <a:off x="3031224" y="3495836"/>
              <a:ext cx="211796" cy="115537"/>
            </a:xfrm>
            <a:prstGeom prst="rect">
              <a:avLst/>
            </a:prstGeom>
          </p:spPr>
        </p:pic>
        <p:pic>
          <p:nvPicPr>
            <p:cNvPr id="99" name="Vector 51 (Stroke) [Figma 9974:38322]" descr="Vector 51 (Stroke). градиент"/>
            <p:cNvPicPr>
              <a:picLocks noChangeAspect="1"/>
            </p:cNvPicPr>
            <p:nvPr/>
          </p:nvPicPr>
          <p:blipFill>
            <a:blip r:embed="rId116">
              <a:extLst>
                <a:ext uri="{96DAC541-7B7A-43D3-8B79-37D633B846F1}">
                  <asvg:svgBlip xmlns:asvg="http://schemas.microsoft.com/office/drawing/2016/SVG/main" r:embed="rId117"/>
                </a:ext>
              </a:extLst>
            </a:blip>
            <a:stretch>
              <a:fillRect/>
            </a:stretch>
          </p:blipFill>
          <p:spPr>
            <a:xfrm>
              <a:off x="3055377" y="3314816"/>
              <a:ext cx="166448" cy="146493"/>
            </a:xfrm>
            <a:prstGeom prst="rect">
              <a:avLst/>
            </a:prstGeom>
          </p:spPr>
        </p:pic>
      </p:grpSp>
      <p:grpSp>
        <p:nvGrpSpPr>
          <p:cNvPr id="339" name="Группа 338">
            <a:extLst>
              <a:ext uri="{FF2B5EF4-FFF2-40B4-BE49-F238E27FC236}">
                <a16:creationId xmlns:a16="http://schemas.microsoft.com/office/drawing/2014/main" id="{CBCB52C3-E60E-4E64-AF79-DFBDEE9C952A}"/>
              </a:ext>
            </a:extLst>
          </p:cNvPr>
          <p:cNvGrpSpPr/>
          <p:nvPr/>
        </p:nvGrpSpPr>
        <p:grpSpPr>
          <a:xfrm>
            <a:off x="4814104" y="3156962"/>
            <a:ext cx="640093" cy="566079"/>
            <a:chOff x="4814104" y="3156962"/>
            <a:chExt cx="640093" cy="566079"/>
          </a:xfrm>
        </p:grpSpPr>
        <p:pic>
          <p:nvPicPr>
            <p:cNvPr id="100" name="Rectangle 30 [Figma 9974:38460]" descr="Rectangle 30. градиент"/>
            <p:cNvPicPr>
              <a:picLocks noChangeAspect="1"/>
            </p:cNvPicPr>
            <p:nvPr/>
          </p:nvPicPr>
          <p:blipFill>
            <a:blip r:embed="rId50">
              <a:extLst>
                <a:ext uri="{96DAC541-7B7A-43D3-8B79-37D633B846F1}">
                  <asvg:svgBlip xmlns:asvg="http://schemas.microsoft.com/office/drawing/2016/SVG/main" r:embed="rId118"/>
                </a:ext>
              </a:extLst>
            </a:blip>
            <a:stretch>
              <a:fillRect/>
            </a:stretch>
          </p:blipFill>
          <p:spPr>
            <a:xfrm>
              <a:off x="4814104" y="3156962"/>
              <a:ext cx="459936" cy="566078"/>
            </a:xfrm>
            <a:prstGeom prst="rect">
              <a:avLst/>
            </a:prstGeom>
          </p:spPr>
        </p:pic>
        <p:pic>
          <p:nvPicPr>
            <p:cNvPr id="101" name="Rectangle 31 [Figma 9974:38461]" descr="Rectangle 31. векторный контур"/>
            <p:cNvPicPr>
              <a:picLocks noChangeAspect="1"/>
            </p:cNvPicPr>
            <p:nvPr/>
          </p:nvPicPr>
          <p:blipFill>
            <a:blip r:embed="rId52">
              <a:extLs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/>
            </a:stretch>
          </p:blipFill>
          <p:spPr>
            <a:xfrm>
              <a:off x="5220977" y="3156962"/>
              <a:ext cx="53068" cy="53081"/>
            </a:xfrm>
            <a:prstGeom prst="rect">
              <a:avLst/>
            </a:prstGeom>
          </p:spPr>
        </p:pic>
        <p:sp>
          <p:nvSpPr>
            <p:cNvPr id="102" name="Ellipse 40 [Figma 9974:38462]"/>
            <p:cNvSpPr/>
            <p:nvPr/>
          </p:nvSpPr>
          <p:spPr>
            <a:xfrm>
              <a:off x="4832118" y="3172986"/>
              <a:ext cx="21196" cy="2119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103" name="Ellipse 41 [Figma 9974:38463]"/>
            <p:cNvSpPr/>
            <p:nvPr/>
          </p:nvSpPr>
          <p:spPr>
            <a:xfrm>
              <a:off x="4863916" y="3172986"/>
              <a:ext cx="21196" cy="2119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104" name="Vector 72 (Stroke) [Figma 9974:38464]" descr="Vector 72 (Stroke). векторный контур"/>
            <p:cNvPicPr>
              <a:picLocks noChangeAspect="1"/>
            </p:cNvPicPr>
            <p:nvPr/>
          </p:nvPicPr>
          <p:blipFill>
            <a:blip r:embed="rId119">
              <a:extLst>
                <a:ext uri="{96DAC541-7B7A-43D3-8B79-37D633B846F1}">
                  <asvg:svgBlip xmlns:asvg="http://schemas.microsoft.com/office/drawing/2016/SVG/main" r:embed="rId120"/>
                </a:ext>
              </a:extLst>
            </a:blip>
            <a:stretch>
              <a:fillRect/>
            </a:stretch>
          </p:blipFill>
          <p:spPr>
            <a:xfrm>
              <a:off x="5082074" y="3281082"/>
              <a:ext cx="213017" cy="63994"/>
            </a:xfrm>
            <a:prstGeom prst="rect">
              <a:avLst/>
            </a:prstGeom>
          </p:spPr>
        </p:pic>
        <p:pic>
          <p:nvPicPr>
            <p:cNvPr id="105" name="Rectangle 35 [Figma 9974:38465]" descr="Rectangle 35. градиент"/>
            <p:cNvPicPr>
              <a:picLocks noChangeAspect="1"/>
            </p:cNvPicPr>
            <p:nvPr/>
          </p:nvPicPr>
          <p:blipFill>
            <a:blip r:embed="rId121">
              <a:extLst>
                <a:ext uri="{96DAC541-7B7A-43D3-8B79-37D633B846F1}">
                  <asvg:svgBlip xmlns:asvg="http://schemas.microsoft.com/office/drawing/2016/SVG/main" r:embed="rId122"/>
                </a:ext>
              </a:extLst>
            </a:blip>
            <a:stretch>
              <a:fillRect/>
            </a:stretch>
          </p:blipFill>
          <p:spPr>
            <a:xfrm>
              <a:off x="4936028" y="3383374"/>
              <a:ext cx="505110" cy="339667"/>
            </a:xfrm>
            <a:prstGeom prst="rect">
              <a:avLst/>
            </a:prstGeom>
          </p:spPr>
        </p:pic>
        <p:pic>
          <p:nvPicPr>
            <p:cNvPr id="106" name="Rectangle 36 [Figma 9974:38466]" descr="Rectangle 36. градиент"/>
            <p:cNvPicPr>
              <a:picLocks noChangeAspect="1"/>
            </p:cNvPicPr>
            <p:nvPr/>
          </p:nvPicPr>
          <p:blipFill>
            <a:blip r:embed="rId123">
              <a:extLst>
                <a:ext uri="{96DAC541-7B7A-43D3-8B79-37D633B846F1}">
                  <asvg:svgBlip xmlns:asvg="http://schemas.microsoft.com/office/drawing/2016/SVG/main" r:embed="rId124"/>
                </a:ext>
              </a:extLst>
            </a:blip>
            <a:stretch>
              <a:fillRect/>
            </a:stretch>
          </p:blipFill>
          <p:spPr>
            <a:xfrm>
              <a:off x="4922962" y="3339868"/>
              <a:ext cx="531235" cy="249529"/>
            </a:xfrm>
            <a:prstGeom prst="rect">
              <a:avLst/>
            </a:prstGeom>
          </p:spPr>
        </p:pic>
        <p:pic>
          <p:nvPicPr>
            <p:cNvPr id="107" name="Rectangle 37 [Figma 9974:38467]" descr="Rectangle 37. векторный контур"/>
            <p:cNvPicPr>
              <a:picLocks noChangeAspect="1"/>
            </p:cNvPicPr>
            <p:nvPr/>
          </p:nvPicPr>
          <p:blipFill>
            <a:blip r:embed="rId125">
              <a:extLst>
                <a:ext uri="{96DAC541-7B7A-43D3-8B79-37D633B846F1}">
                  <asvg:svgBlip xmlns:asvg="http://schemas.microsoft.com/office/drawing/2016/SVG/main" r:embed="rId126"/>
                </a:ext>
              </a:extLst>
            </a:blip>
            <a:stretch>
              <a:fillRect/>
            </a:stretch>
          </p:blipFill>
          <p:spPr>
            <a:xfrm>
              <a:off x="5171524" y="3570397"/>
              <a:ext cx="34775" cy="50253"/>
            </a:xfrm>
            <a:prstGeom prst="rect">
              <a:avLst/>
            </a:prstGeom>
          </p:spPr>
        </p:pic>
      </p:grpSp>
      <p:grpSp>
        <p:nvGrpSpPr>
          <p:cNvPr id="332" name="Группа 331">
            <a:extLst>
              <a:ext uri="{FF2B5EF4-FFF2-40B4-BE49-F238E27FC236}">
                <a16:creationId xmlns:a16="http://schemas.microsoft.com/office/drawing/2014/main" id="{83ADE4AF-1CEB-4B78-858E-FC3B4B867D79}"/>
              </a:ext>
            </a:extLst>
          </p:cNvPr>
          <p:cNvGrpSpPr/>
          <p:nvPr/>
        </p:nvGrpSpPr>
        <p:grpSpPr>
          <a:xfrm>
            <a:off x="6770679" y="3149273"/>
            <a:ext cx="571790" cy="566078"/>
            <a:chOff x="6770679" y="3149273"/>
            <a:chExt cx="571790" cy="566078"/>
          </a:xfrm>
        </p:grpSpPr>
        <p:pic>
          <p:nvPicPr>
            <p:cNvPr id="108" name="Group 61 [Figma 9974:38325]" descr="Group 61. отражение или наклон"/>
            <p:cNvPicPr>
              <a:picLocks noChangeAspect="1"/>
            </p:cNvPicPr>
            <p:nvPr/>
          </p:nvPicPr>
          <p:blipFill>
            <a:blip r:embed="rId127">
              <a:extLst>
                <a:ext uri="{96DAC541-7B7A-43D3-8B79-37D633B846F1}">
                  <asvg:svgBlip xmlns:asvg="http://schemas.microsoft.com/office/drawing/2016/SVG/main" r:embed="rId128"/>
                </a:ext>
              </a:extLst>
            </a:blip>
            <a:stretch>
              <a:fillRect/>
            </a:stretch>
          </p:blipFill>
          <p:spPr>
            <a:xfrm>
              <a:off x="6770679" y="3149273"/>
              <a:ext cx="459936" cy="566078"/>
            </a:xfrm>
            <a:prstGeom prst="rect">
              <a:avLst/>
            </a:prstGeom>
          </p:spPr>
        </p:pic>
        <p:pic>
          <p:nvPicPr>
            <p:cNvPr id="109" name="Rectangle 30 [Figma 9974:38331]" descr="Rectangle 30. градиент"/>
            <p:cNvPicPr>
              <a:picLocks noChangeAspect="1"/>
            </p:cNvPicPr>
            <p:nvPr/>
          </p:nvPicPr>
          <p:blipFill>
            <a:blip r:embed="rId129">
              <a:extLst>
                <a:ext uri="{96DAC541-7B7A-43D3-8B79-37D633B846F1}">
                  <asvg:svgBlip xmlns:asvg="http://schemas.microsoft.com/office/drawing/2016/SVG/main" r:embed="rId130"/>
                </a:ext>
              </a:extLst>
            </a:blip>
            <a:stretch>
              <a:fillRect/>
            </a:stretch>
          </p:blipFill>
          <p:spPr>
            <a:xfrm>
              <a:off x="7016550" y="3340761"/>
              <a:ext cx="325919" cy="325925"/>
            </a:xfrm>
            <a:prstGeom prst="rect">
              <a:avLst/>
            </a:prstGeom>
          </p:spPr>
        </p:pic>
        <p:pic>
          <p:nvPicPr>
            <p:cNvPr id="110" name="Rectangle 31 [Figma 9974:38332]" descr="Rectangle 31. векторный контур"/>
            <p:cNvPicPr>
              <a:picLocks noChangeAspect="1"/>
            </p:cNvPicPr>
            <p:nvPr/>
          </p:nvPicPr>
          <p:blipFill>
            <a:blip r:embed="rId131">
              <a:extLst>
                <a:ext uri="{96DAC541-7B7A-43D3-8B79-37D633B846F1}">
                  <asvg:svgBlip xmlns:asvg="http://schemas.microsoft.com/office/drawing/2016/SVG/main" r:embed="rId132"/>
                </a:ext>
              </a:extLst>
            </a:blip>
            <a:stretch>
              <a:fillRect/>
            </a:stretch>
          </p:blipFill>
          <p:spPr>
            <a:xfrm>
              <a:off x="7296724" y="3340761"/>
              <a:ext cx="45745" cy="45739"/>
            </a:xfrm>
            <a:prstGeom prst="rect">
              <a:avLst/>
            </a:prstGeom>
          </p:spPr>
        </p:pic>
        <p:pic>
          <p:nvPicPr>
            <p:cNvPr id="111" name="Vector 51 (Stroke) [Figma 9974:38333]" descr="Vector 51 (Stroke). векторный контур"/>
            <p:cNvPicPr>
              <a:picLocks noChangeAspect="1"/>
            </p:cNvPicPr>
            <p:nvPr/>
          </p:nvPicPr>
          <p:blipFill>
            <a:blip r:embed="rId133">
              <a:extLst>
                <a:ext uri="{96DAC541-7B7A-43D3-8B79-37D633B846F1}">
                  <asvg:svgBlip xmlns:asvg="http://schemas.microsoft.com/office/drawing/2016/SVG/main" r:embed="rId134"/>
                </a:ext>
              </a:extLst>
            </a:blip>
            <a:stretch>
              <a:fillRect/>
            </a:stretch>
          </p:blipFill>
          <p:spPr>
            <a:xfrm>
              <a:off x="7112814" y="3445483"/>
              <a:ext cx="133390" cy="116480"/>
            </a:xfrm>
            <a:prstGeom prst="rect">
              <a:avLst/>
            </a:prstGeom>
          </p:spPr>
        </p:pic>
        <p:pic>
          <p:nvPicPr>
            <p:cNvPr id="112" name="Vector 71 (Stroke) [Figma 9974:38334]" descr="Vector 71 (Stroke). градиент"/>
            <p:cNvPicPr>
              <a:picLocks noChangeAspect="1"/>
            </p:cNvPicPr>
            <p:nvPr/>
          </p:nvPicPr>
          <p:blipFill>
            <a:blip r:embed="rId135">
              <a:extLst>
                <a:ext uri="{96DAC541-7B7A-43D3-8B79-37D633B846F1}">
                  <asvg:svgBlip xmlns:asvg="http://schemas.microsoft.com/office/drawing/2016/SVG/main" r:embed="rId136"/>
                </a:ext>
              </a:extLst>
            </a:blip>
            <a:stretch>
              <a:fillRect/>
            </a:stretch>
          </p:blipFill>
          <p:spPr>
            <a:xfrm>
              <a:off x="7059430" y="3214954"/>
              <a:ext cx="138661" cy="208701"/>
            </a:xfrm>
            <a:prstGeom prst="rect">
              <a:avLst/>
            </a:prstGeom>
          </p:spPr>
        </p:pic>
      </p:grpSp>
      <p:grpSp>
        <p:nvGrpSpPr>
          <p:cNvPr id="329" name="Группа 328">
            <a:extLst>
              <a:ext uri="{FF2B5EF4-FFF2-40B4-BE49-F238E27FC236}">
                <a16:creationId xmlns:a16="http://schemas.microsoft.com/office/drawing/2014/main" id="{DEF7E5E8-AF2D-4994-9E41-2D951B87CFEE}"/>
              </a:ext>
            </a:extLst>
          </p:cNvPr>
          <p:cNvGrpSpPr/>
          <p:nvPr/>
        </p:nvGrpSpPr>
        <p:grpSpPr>
          <a:xfrm>
            <a:off x="8717594" y="3134936"/>
            <a:ext cx="519701" cy="561069"/>
            <a:chOff x="8717594" y="3134936"/>
            <a:chExt cx="519701" cy="561069"/>
          </a:xfrm>
        </p:grpSpPr>
        <p:pic>
          <p:nvPicPr>
            <p:cNvPr id="113" name="Rectangle 60 [Figma 9974:38557]" descr="Rectangle 60. градиент"/>
            <p:cNvPicPr>
              <a:picLocks noChangeAspect="1"/>
            </p:cNvPicPr>
            <p:nvPr/>
          </p:nvPicPr>
          <p:blipFill>
            <a:blip r:embed="rId137">
              <a:extLst>
                <a:ext uri="{96DAC541-7B7A-43D3-8B79-37D633B846F1}">
                  <asvg:svgBlip xmlns:asvg="http://schemas.microsoft.com/office/drawing/2016/SVG/main" r:embed="rId138"/>
                </a:ext>
              </a:extLst>
            </a:blip>
            <a:stretch>
              <a:fillRect/>
            </a:stretch>
          </p:blipFill>
          <p:spPr>
            <a:xfrm>
              <a:off x="8744420" y="3134936"/>
              <a:ext cx="441333" cy="356038"/>
            </a:xfrm>
            <a:prstGeom prst="rect">
              <a:avLst/>
            </a:prstGeom>
          </p:spPr>
        </p:pic>
        <p:pic>
          <p:nvPicPr>
            <p:cNvPr id="114" name="Rectangle 61 [Figma 9974:38558]" descr="Rectangle 61. векторный контур"/>
            <p:cNvPicPr>
              <a:picLocks noChangeAspect="1"/>
            </p:cNvPicPr>
            <p:nvPr/>
          </p:nvPicPr>
          <p:blipFill>
            <a:blip r:embed="rId139">
              <a:extLst>
                <a:ext uri="{96DAC541-7B7A-43D3-8B79-37D633B846F1}">
                  <asvg:svgBlip xmlns:asvg="http://schemas.microsoft.com/office/drawing/2016/SVG/main" r:embed="rId140"/>
                </a:ext>
              </a:extLst>
            </a:blip>
            <a:stretch>
              <a:fillRect/>
            </a:stretch>
          </p:blipFill>
          <p:spPr>
            <a:xfrm>
              <a:off x="8763779" y="3233855"/>
              <a:ext cx="94237" cy="43953"/>
            </a:xfrm>
            <a:prstGeom prst="rect">
              <a:avLst/>
            </a:prstGeom>
          </p:spPr>
        </p:pic>
        <p:sp>
          <p:nvSpPr>
            <p:cNvPr id="115" name="Rectangle 62 [Figma 9974:38559]"/>
            <p:cNvSpPr/>
            <p:nvPr/>
          </p:nvSpPr>
          <p:spPr>
            <a:xfrm rot="20522849">
              <a:off x="8807585" y="3374128"/>
              <a:ext cx="56844" cy="26053"/>
            </a:xfrm>
            <a:prstGeom prst="roundRect">
              <a:avLst>
                <a:gd name="adj" fmla="val 7416"/>
              </a:avLst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116" name="Rectangle 63 [Figma 9974:38560]" descr="Rectangle 63. векторный контур"/>
            <p:cNvPicPr>
              <a:picLocks noChangeAspect="1"/>
            </p:cNvPicPr>
            <p:nvPr/>
          </p:nvPicPr>
          <p:blipFill>
            <a:blip r:embed="rId141">
              <a:extLst>
                <a:ext uri="{96DAC541-7B7A-43D3-8B79-37D633B846F1}">
                  <asvg:svgBlip xmlns:asvg="http://schemas.microsoft.com/office/drawing/2016/SVG/main" r:embed="rId142"/>
                </a:ext>
              </a:extLst>
            </a:blip>
            <a:stretch>
              <a:fillRect/>
            </a:stretch>
          </p:blipFill>
          <p:spPr>
            <a:xfrm>
              <a:off x="9084849" y="3275972"/>
              <a:ext cx="61105" cy="41324"/>
            </a:xfrm>
            <a:prstGeom prst="rect">
              <a:avLst/>
            </a:prstGeom>
          </p:spPr>
        </p:pic>
        <p:pic>
          <p:nvPicPr>
            <p:cNvPr id="117" name="Rectangle 64 [Figma 9974:38561]" descr="Rectangle 64. векторный контур"/>
            <p:cNvPicPr>
              <a:picLocks noChangeAspect="1"/>
            </p:cNvPicPr>
            <p:nvPr/>
          </p:nvPicPr>
          <p:blipFill>
            <a:blip r:embed="rId141">
              <a:extLst>
                <a:ext uri="{96DAC541-7B7A-43D3-8B79-37D633B846F1}">
                  <asvg:svgBlip xmlns:asvg="http://schemas.microsoft.com/office/drawing/2016/SVG/main" r:embed="rId142"/>
                </a:ext>
              </a:extLst>
            </a:blip>
            <a:stretch>
              <a:fillRect/>
            </a:stretch>
          </p:blipFill>
          <p:spPr>
            <a:xfrm>
              <a:off x="8897833" y="3336544"/>
              <a:ext cx="61105" cy="41324"/>
            </a:xfrm>
            <a:prstGeom prst="rect">
              <a:avLst/>
            </a:prstGeom>
          </p:spPr>
        </p:pic>
        <p:pic>
          <p:nvPicPr>
            <p:cNvPr id="118" name="Rectangle 65 [Figma 9974:38562]" descr="Rectangle 65. векторный контур"/>
            <p:cNvPicPr>
              <a:picLocks noChangeAspect="1"/>
            </p:cNvPicPr>
            <p:nvPr/>
          </p:nvPicPr>
          <p:blipFill>
            <a:blip r:embed="rId141">
              <a:extLst>
                <a:ext uri="{96DAC541-7B7A-43D3-8B79-37D633B846F1}">
                  <asvg:svgBlip xmlns:asvg="http://schemas.microsoft.com/office/drawing/2016/SVG/main" r:embed="rId142"/>
                </a:ext>
              </a:extLst>
            </a:blip>
            <a:stretch>
              <a:fillRect/>
            </a:stretch>
          </p:blipFill>
          <p:spPr>
            <a:xfrm>
              <a:off x="8992467" y="3305886"/>
              <a:ext cx="61105" cy="41324"/>
            </a:xfrm>
            <a:prstGeom prst="rect">
              <a:avLst/>
            </a:prstGeom>
          </p:spPr>
        </p:pic>
        <p:pic>
          <p:nvPicPr>
            <p:cNvPr id="119" name="Rectangle 57 [Figma 9974:38563]" descr="Rectangle 57. градиент"/>
            <p:cNvPicPr>
              <a:picLocks noChangeAspect="1"/>
            </p:cNvPicPr>
            <p:nvPr/>
          </p:nvPicPr>
          <p:blipFill>
            <a:blip r:embed="rId143">
              <a:extLst>
                <a:ext uri="{96DAC541-7B7A-43D3-8B79-37D633B846F1}">
                  <asvg:svgBlip xmlns:asvg="http://schemas.microsoft.com/office/drawing/2016/SVG/main" r:embed="rId144"/>
                </a:ext>
              </a:extLst>
            </a:blip>
            <a:stretch>
              <a:fillRect/>
            </a:stretch>
          </p:blipFill>
          <p:spPr>
            <a:xfrm>
              <a:off x="8802604" y="3363680"/>
              <a:ext cx="413447" cy="332325"/>
            </a:xfrm>
            <a:prstGeom prst="rect">
              <a:avLst/>
            </a:prstGeom>
          </p:spPr>
        </p:pic>
        <p:pic>
          <p:nvPicPr>
            <p:cNvPr id="120" name="Rectangle 58 [Figma 9974:38564]" descr="Rectangle 58. градиент"/>
            <p:cNvPicPr>
              <a:picLocks noChangeAspect="1"/>
            </p:cNvPicPr>
            <p:nvPr/>
          </p:nvPicPr>
          <p:blipFill>
            <a:blip r:embed="rId145">
              <a:extLst>
                <a:ext uri="{96DAC541-7B7A-43D3-8B79-37D633B846F1}">
                  <asvg:svgBlip xmlns:asvg="http://schemas.microsoft.com/office/drawing/2016/SVG/main" r:embed="rId146"/>
                </a:ext>
              </a:extLst>
            </a:blip>
            <a:stretch>
              <a:fillRect/>
            </a:stretch>
          </p:blipFill>
          <p:spPr>
            <a:xfrm>
              <a:off x="8717594" y="3363680"/>
              <a:ext cx="85010" cy="332325"/>
            </a:xfrm>
            <a:prstGeom prst="rect">
              <a:avLst/>
            </a:prstGeom>
          </p:spPr>
        </p:pic>
        <p:pic>
          <p:nvPicPr>
            <p:cNvPr id="121" name="Rectangle 59 [Figma 9974:38565]" descr="Rectangle 59. векторный контур"/>
            <p:cNvPicPr>
              <a:picLocks noChangeAspect="1"/>
            </p:cNvPicPr>
            <p:nvPr/>
          </p:nvPicPr>
          <p:blipFill>
            <a:blip r:embed="rId147">
              <a:extLst>
                <a:ext uri="{96DAC541-7B7A-43D3-8B79-37D633B846F1}">
                  <asvg:svgBlip xmlns:asvg="http://schemas.microsoft.com/office/drawing/2016/SVG/main" r:embed="rId148"/>
                </a:ext>
              </a:extLst>
            </a:blip>
            <a:stretch>
              <a:fillRect/>
            </a:stretch>
          </p:blipFill>
          <p:spPr>
            <a:xfrm>
              <a:off x="9088533" y="3473810"/>
              <a:ext cx="148762" cy="113999"/>
            </a:xfrm>
            <a:prstGeom prst="rect">
              <a:avLst/>
            </a:prstGeom>
          </p:spPr>
        </p:pic>
        <p:pic>
          <p:nvPicPr>
            <p:cNvPr id="122" name="Ellipse 82 [Figma 9974:38566]" descr="Ellipse 82. градиент"/>
            <p:cNvPicPr>
              <a:picLocks noChangeAspect="1"/>
            </p:cNvPicPr>
            <p:nvPr/>
          </p:nvPicPr>
          <p:blipFill>
            <a:blip r:embed="rId149">
              <a:extLst>
                <a:ext uri="{96DAC541-7B7A-43D3-8B79-37D633B846F1}">
                  <asvg:svgBlip xmlns:asvg="http://schemas.microsoft.com/office/drawing/2016/SVG/main" r:embed="rId150"/>
                </a:ext>
              </a:extLst>
            </a:blip>
            <a:stretch>
              <a:fillRect/>
            </a:stretch>
          </p:blipFill>
          <p:spPr>
            <a:xfrm>
              <a:off x="9113653" y="3506650"/>
              <a:ext cx="48300" cy="46384"/>
            </a:xfrm>
            <a:prstGeom prst="rect">
              <a:avLst/>
            </a:prstGeom>
          </p:spPr>
        </p:pic>
      </p:grpSp>
      <p:grpSp>
        <p:nvGrpSpPr>
          <p:cNvPr id="322" name="Группа 321">
            <a:extLst>
              <a:ext uri="{FF2B5EF4-FFF2-40B4-BE49-F238E27FC236}">
                <a16:creationId xmlns:a16="http://schemas.microsoft.com/office/drawing/2014/main" id="{EE01C3D1-1B1E-4A00-A5FF-17A075D31CF1}"/>
              </a:ext>
            </a:extLst>
          </p:cNvPr>
          <p:cNvGrpSpPr/>
          <p:nvPr/>
        </p:nvGrpSpPr>
        <p:grpSpPr>
          <a:xfrm>
            <a:off x="10564046" y="3159492"/>
            <a:ext cx="670820" cy="571337"/>
            <a:chOff x="10564046" y="3159492"/>
            <a:chExt cx="670820" cy="571337"/>
          </a:xfrm>
        </p:grpSpPr>
        <p:pic>
          <p:nvPicPr>
            <p:cNvPr id="123" name="Rectangle 47 [Figma 9974:38346]" descr="Rectangle 47. градиент"/>
            <p:cNvPicPr>
              <a:picLocks noChangeAspect="1"/>
            </p:cNvPicPr>
            <p:nvPr/>
          </p:nvPicPr>
          <p:blipFill>
            <a:blip r:embed="rId151">
              <a:extLst>
                <a:ext uri="{96DAC541-7B7A-43D3-8B79-37D633B846F1}">
                  <asvg:svgBlip xmlns:asvg="http://schemas.microsoft.com/office/drawing/2016/SVG/main" r:embed="rId152"/>
                </a:ext>
              </a:extLst>
            </a:blip>
            <a:stretch>
              <a:fillRect/>
            </a:stretch>
          </p:blipFill>
          <p:spPr>
            <a:xfrm>
              <a:off x="10704995" y="3695806"/>
              <a:ext cx="390943" cy="35023"/>
            </a:xfrm>
            <a:prstGeom prst="rect">
              <a:avLst/>
            </a:prstGeom>
          </p:spPr>
        </p:pic>
        <p:pic>
          <p:nvPicPr>
            <p:cNvPr id="124" name="Rectangle 48 [Figma 9974:38347]" descr="Rectangle 48. градиент"/>
            <p:cNvPicPr>
              <a:picLocks noChangeAspect="1"/>
            </p:cNvPicPr>
            <p:nvPr/>
          </p:nvPicPr>
          <p:blipFill>
            <a:blip r:embed="rId153">
              <a:extLst>
                <a:ext uri="{96DAC541-7B7A-43D3-8B79-37D633B846F1}">
                  <asvg:svgBlip xmlns:asvg="http://schemas.microsoft.com/office/drawing/2016/SVG/main" r:embed="rId154"/>
                </a:ext>
              </a:extLst>
            </a:blip>
            <a:stretch>
              <a:fillRect/>
            </a:stretch>
          </p:blipFill>
          <p:spPr>
            <a:xfrm>
              <a:off x="10740006" y="3660783"/>
              <a:ext cx="309251" cy="35023"/>
            </a:xfrm>
            <a:prstGeom prst="rect">
              <a:avLst/>
            </a:prstGeom>
          </p:spPr>
        </p:pic>
        <p:pic>
          <p:nvPicPr>
            <p:cNvPr id="125" name="Vector 82 [Figma 9974:38348]" descr="Vector 82. векторный контур"/>
            <p:cNvPicPr>
              <a:picLocks noChangeAspect="1"/>
            </p:cNvPicPr>
            <p:nvPr/>
          </p:nvPicPr>
          <p:blipFill>
            <a:blip r:embed="rId155"/>
            <a:stretch>
              <a:fillRect/>
            </a:stretch>
          </p:blipFill>
          <p:spPr>
            <a:xfrm>
              <a:off x="10801266" y="3567420"/>
              <a:ext cx="186719" cy="58350"/>
            </a:xfrm>
            <a:prstGeom prst="rect">
              <a:avLst/>
            </a:prstGeom>
          </p:spPr>
        </p:pic>
        <p:pic>
          <p:nvPicPr>
            <p:cNvPr id="126" name="Vector 83 (Stroke) [Figma 9974:38349]" descr="Vector 83 (Stroke). векторный контур"/>
            <p:cNvPicPr>
              <a:picLocks noChangeAspect="1"/>
            </p:cNvPicPr>
            <p:nvPr/>
          </p:nvPicPr>
          <p:blipFill>
            <a:blip r:embed="rId156">
              <a:extLst>
                <a:ext uri="{96DAC541-7B7A-43D3-8B79-37D633B846F1}">
                  <asvg:svgBlip xmlns:asvg="http://schemas.microsoft.com/office/drawing/2016/SVG/main" r:embed="rId157"/>
                </a:ext>
              </a:extLst>
            </a:blip>
            <a:stretch>
              <a:fillRect/>
            </a:stretch>
          </p:blipFill>
          <p:spPr>
            <a:xfrm>
              <a:off x="10565181" y="3411948"/>
              <a:ext cx="230021" cy="176903"/>
            </a:xfrm>
            <a:prstGeom prst="rect">
              <a:avLst/>
            </a:prstGeom>
          </p:spPr>
        </p:pic>
        <p:pic>
          <p:nvPicPr>
            <p:cNvPr id="127" name="Vector 84 (Stroke) [Figma 9974:38350]" descr="Vector 84 (Stroke). векторный контур"/>
            <p:cNvPicPr>
              <a:picLocks noChangeAspect="1"/>
            </p:cNvPicPr>
            <p:nvPr/>
          </p:nvPicPr>
          <p:blipFill>
            <a:blip r:embed="rId156">
              <a:extLst>
                <a:ext uri="{96DAC541-7B7A-43D3-8B79-37D633B846F1}">
                  <asvg:svgBlip xmlns:asvg="http://schemas.microsoft.com/office/drawing/2016/SVG/main" r:embed="rId157"/>
                </a:ext>
              </a:extLst>
            </a:blip>
            <a:stretch>
              <a:fillRect/>
            </a:stretch>
          </p:blipFill>
          <p:spPr>
            <a:xfrm>
              <a:off x="11003711" y="3228398"/>
              <a:ext cx="230021" cy="176903"/>
            </a:xfrm>
            <a:prstGeom prst="rect">
              <a:avLst/>
            </a:prstGeom>
          </p:spPr>
        </p:pic>
        <p:pic>
          <p:nvPicPr>
            <p:cNvPr id="128" name="Ellipse 65 [Figma 9974:38351]" descr="Ellipse 65. градиент"/>
            <p:cNvPicPr>
              <a:picLocks noChangeAspect="1"/>
            </p:cNvPicPr>
            <p:nvPr/>
          </p:nvPicPr>
          <p:blipFill>
            <a:blip r:embed="rId158">
              <a:extLst>
                <a:ext uri="{96DAC541-7B7A-43D3-8B79-37D633B846F1}">
                  <asvg:svgBlip xmlns:asvg="http://schemas.microsoft.com/office/drawing/2016/SVG/main" r:embed="rId159"/>
                </a:ext>
              </a:extLst>
            </a:blip>
            <a:stretch>
              <a:fillRect/>
            </a:stretch>
          </p:blipFill>
          <p:spPr>
            <a:xfrm>
              <a:off x="10564046" y="3586122"/>
              <a:ext cx="232290" cy="69997"/>
            </a:xfrm>
            <a:prstGeom prst="rect">
              <a:avLst/>
            </a:prstGeom>
          </p:spPr>
        </p:pic>
        <p:pic>
          <p:nvPicPr>
            <p:cNvPr id="129" name="Ellipse 66 [Figma 9974:38352]" descr="Ellipse 66. градиент"/>
            <p:cNvPicPr>
              <a:picLocks noChangeAspect="1"/>
            </p:cNvPicPr>
            <p:nvPr/>
          </p:nvPicPr>
          <p:blipFill>
            <a:blip r:embed="rId158">
              <a:extLst>
                <a:ext uri="{96DAC541-7B7A-43D3-8B79-37D633B846F1}">
                  <asvg:svgBlip xmlns:asvg="http://schemas.microsoft.com/office/drawing/2016/SVG/main" r:embed="rId160"/>
                </a:ext>
              </a:extLst>
            </a:blip>
            <a:stretch>
              <a:fillRect/>
            </a:stretch>
          </p:blipFill>
          <p:spPr>
            <a:xfrm>
              <a:off x="11002576" y="3402572"/>
              <a:ext cx="232290" cy="69997"/>
            </a:xfrm>
            <a:prstGeom prst="rect">
              <a:avLst/>
            </a:prstGeom>
          </p:spPr>
        </p:pic>
        <p:pic>
          <p:nvPicPr>
            <p:cNvPr id="130" name="Rectangle 49 [Figma 9974:38353]" descr="Rectangle 49. градиент"/>
            <p:cNvPicPr>
              <a:picLocks noChangeAspect="1"/>
            </p:cNvPicPr>
            <p:nvPr/>
          </p:nvPicPr>
          <p:blipFill>
            <a:blip r:embed="rId161">
              <a:extLst>
                <a:ext uri="{96DAC541-7B7A-43D3-8B79-37D633B846F1}">
                  <asvg:svgBlip xmlns:asvg="http://schemas.microsoft.com/office/drawing/2016/SVG/main" r:embed="rId162"/>
                </a:ext>
              </a:extLst>
            </a:blip>
            <a:stretch>
              <a:fillRect/>
            </a:stretch>
          </p:blipFill>
          <p:spPr>
            <a:xfrm>
              <a:off x="10780846" y="3170654"/>
              <a:ext cx="227565" cy="490128"/>
            </a:xfrm>
            <a:prstGeom prst="rect">
              <a:avLst/>
            </a:prstGeom>
          </p:spPr>
        </p:pic>
        <p:pic>
          <p:nvPicPr>
            <p:cNvPr id="131" name="Rectangle 51 [Figma 9974:38354]" descr="Rectangle 51. градиент"/>
            <p:cNvPicPr>
              <a:picLocks noChangeAspect="1"/>
            </p:cNvPicPr>
            <p:nvPr/>
          </p:nvPicPr>
          <p:blipFill>
            <a:blip r:embed="rId163">
              <a:extLst>
                <a:ext uri="{96DAC541-7B7A-43D3-8B79-37D633B846F1}">
                  <asvg:svgBlip xmlns:asvg="http://schemas.microsoft.com/office/drawing/2016/SVG/main" r:embed="rId164"/>
                </a:ext>
              </a:extLst>
            </a:blip>
            <a:stretch>
              <a:fillRect/>
            </a:stretch>
          </p:blipFill>
          <p:spPr>
            <a:xfrm>
              <a:off x="10615062" y="3159492"/>
              <a:ext cx="561198" cy="261683"/>
            </a:xfrm>
            <a:prstGeom prst="rect">
              <a:avLst/>
            </a:prstGeom>
          </p:spPr>
        </p:pic>
      </p:grpSp>
      <p:grpSp>
        <p:nvGrpSpPr>
          <p:cNvPr id="348" name="Группа 347">
            <a:extLst>
              <a:ext uri="{FF2B5EF4-FFF2-40B4-BE49-F238E27FC236}">
                <a16:creationId xmlns:a16="http://schemas.microsoft.com/office/drawing/2014/main" id="{BA9160BA-67F5-495C-BB9C-2B175DE113F8}"/>
              </a:ext>
            </a:extLst>
          </p:cNvPr>
          <p:cNvGrpSpPr/>
          <p:nvPr/>
        </p:nvGrpSpPr>
        <p:grpSpPr>
          <a:xfrm>
            <a:off x="1003356" y="4007792"/>
            <a:ext cx="579597" cy="557247"/>
            <a:chOff x="1003356" y="4007792"/>
            <a:chExt cx="579597" cy="557247"/>
          </a:xfrm>
        </p:grpSpPr>
        <p:pic>
          <p:nvPicPr>
            <p:cNvPr id="132" name="Rectangle 38 [Figma 9971:34225]" descr="Rectangle 38. векторный контур"/>
            <p:cNvPicPr>
              <a:picLocks noChangeAspect="1"/>
            </p:cNvPicPr>
            <p:nvPr/>
          </p:nvPicPr>
          <p:blipFill>
            <a:blip r:embed="rId165">
              <a:extLst>
                <a:ext uri="{96DAC541-7B7A-43D3-8B79-37D633B846F1}">
                  <asvg:svgBlip xmlns:asvg="http://schemas.microsoft.com/office/drawing/2016/SVG/main" r:embed="rId166"/>
                </a:ext>
              </a:extLst>
            </a:blip>
            <a:stretch>
              <a:fillRect/>
            </a:stretch>
          </p:blipFill>
          <p:spPr>
            <a:xfrm>
              <a:off x="1279022" y="4332526"/>
              <a:ext cx="232532" cy="232513"/>
            </a:xfrm>
            <a:prstGeom prst="rect">
              <a:avLst/>
            </a:prstGeom>
          </p:spPr>
        </p:pic>
        <p:pic>
          <p:nvPicPr>
            <p:cNvPr id="133" name="Polygon 14 [Figma 9971:34226]" descr="Polygon 14. векторный контур"/>
            <p:cNvPicPr>
              <a:picLocks noChangeAspect="1"/>
            </p:cNvPicPr>
            <p:nvPr/>
          </p:nvPicPr>
          <p:blipFill>
            <a:blip r:embed="rId167">
              <a:extLst>
                <a:ext uri="{96DAC541-7B7A-43D3-8B79-37D633B846F1}">
                  <asvg:svgBlip xmlns:asvg="http://schemas.microsoft.com/office/drawing/2016/SVG/main" r:embed="rId168"/>
                </a:ext>
              </a:extLst>
            </a:blip>
            <a:stretch>
              <a:fillRect/>
            </a:stretch>
          </p:blipFill>
          <p:spPr>
            <a:xfrm>
              <a:off x="1007826" y="4259454"/>
              <a:ext cx="266104" cy="231769"/>
            </a:xfrm>
            <a:prstGeom prst="rect">
              <a:avLst/>
            </a:prstGeom>
          </p:spPr>
        </p:pic>
        <p:pic>
          <p:nvPicPr>
            <p:cNvPr id="134" name="Ellipse 51 [Figma 9971:34227]" descr="Ellipse 51. векторный контур"/>
            <p:cNvPicPr>
              <a:picLocks noChangeAspect="1"/>
            </p:cNvPicPr>
            <p:nvPr/>
          </p:nvPicPr>
          <p:blipFill>
            <a:blip r:embed="rId169">
              <a:extLst>
                <a:ext uri="{96DAC541-7B7A-43D3-8B79-37D633B846F1}">
                  <asvg:svgBlip xmlns:asvg="http://schemas.microsoft.com/office/drawing/2016/SVG/main" r:embed="rId170"/>
                </a:ext>
              </a:extLst>
            </a:blip>
            <a:stretch>
              <a:fillRect/>
            </a:stretch>
          </p:blipFill>
          <p:spPr>
            <a:xfrm>
              <a:off x="1261740" y="4007792"/>
              <a:ext cx="228966" cy="228991"/>
            </a:xfrm>
            <a:prstGeom prst="rect">
              <a:avLst/>
            </a:prstGeom>
          </p:spPr>
        </p:pic>
        <p:pic>
          <p:nvPicPr>
            <p:cNvPr id="135" name="Subtract [Figma 9971:34228]" descr="Subtract. векторный контур"/>
            <p:cNvPicPr>
              <a:picLocks noChangeAspect="1"/>
            </p:cNvPicPr>
            <p:nvPr/>
          </p:nvPicPr>
          <p:blipFill>
            <a:blip r:embed="rId171">
              <a:extLst>
                <a:ext uri="{96DAC541-7B7A-43D3-8B79-37D633B846F1}">
                  <asvg:svgBlip xmlns:asvg="http://schemas.microsoft.com/office/drawing/2016/SVG/main" r:embed="rId172"/>
                </a:ext>
              </a:extLst>
            </a:blip>
            <a:stretch>
              <a:fillRect/>
            </a:stretch>
          </p:blipFill>
          <p:spPr>
            <a:xfrm>
              <a:off x="1003356" y="4068214"/>
              <a:ext cx="579597" cy="426977"/>
            </a:xfrm>
            <a:prstGeom prst="rect">
              <a:avLst/>
            </a:prstGeom>
          </p:spPr>
        </p:pic>
      </p:grpSp>
      <p:grpSp>
        <p:nvGrpSpPr>
          <p:cNvPr id="347" name="Группа 346">
            <a:extLst>
              <a:ext uri="{FF2B5EF4-FFF2-40B4-BE49-F238E27FC236}">
                <a16:creationId xmlns:a16="http://schemas.microsoft.com/office/drawing/2014/main" id="{22CA5994-3343-4268-AE3D-93C39011885E}"/>
              </a:ext>
            </a:extLst>
          </p:cNvPr>
          <p:cNvGrpSpPr/>
          <p:nvPr/>
        </p:nvGrpSpPr>
        <p:grpSpPr>
          <a:xfrm>
            <a:off x="1009147" y="4849890"/>
            <a:ext cx="566066" cy="566079"/>
            <a:chOff x="1009147" y="4849890"/>
            <a:chExt cx="566066" cy="566079"/>
          </a:xfrm>
        </p:grpSpPr>
        <p:pic>
          <p:nvPicPr>
            <p:cNvPr id="138" name="Ellipse 65 (Stroke) [Figma 9974:38395]" descr="Ellipse 65 (Stroke). градиент"/>
            <p:cNvPicPr>
              <a:picLocks noChangeAspect="1"/>
            </p:cNvPicPr>
            <p:nvPr/>
          </p:nvPicPr>
          <p:blipFill>
            <a:blip r:embed="rId173">
              <a:extLst>
                <a:ext uri="{96DAC541-7B7A-43D3-8B79-37D633B846F1}">
                  <asvg:svgBlip xmlns:asvg="http://schemas.microsoft.com/office/drawing/2016/SVG/main" r:embed="rId174"/>
                </a:ext>
              </a:extLst>
            </a:blip>
            <a:stretch>
              <a:fillRect/>
            </a:stretch>
          </p:blipFill>
          <p:spPr>
            <a:xfrm>
              <a:off x="1009147" y="4850931"/>
              <a:ext cx="283033" cy="423554"/>
            </a:xfrm>
            <a:prstGeom prst="rect">
              <a:avLst/>
            </a:prstGeom>
          </p:spPr>
        </p:pic>
        <p:pic>
          <p:nvPicPr>
            <p:cNvPr id="139" name="Ellipse 66 (Stroke) [Figma 9974:38396]" descr="Ellipse 66 (Stroke). градиент"/>
            <p:cNvPicPr>
              <a:picLocks noChangeAspect="1"/>
            </p:cNvPicPr>
            <p:nvPr/>
          </p:nvPicPr>
          <p:blipFill>
            <a:blip r:embed="rId175">
              <a:extLst>
                <a:ext uri="{96DAC541-7B7A-43D3-8B79-37D633B846F1}">
                  <asvg:svgBlip xmlns:asvg="http://schemas.microsoft.com/office/drawing/2016/SVG/main" r:embed="rId176"/>
                </a:ext>
              </a:extLst>
            </a:blip>
            <a:stretch>
              <a:fillRect/>
            </a:stretch>
          </p:blipFill>
          <p:spPr>
            <a:xfrm>
              <a:off x="1292180" y="4849890"/>
              <a:ext cx="283033" cy="415220"/>
            </a:xfrm>
            <a:prstGeom prst="rect">
              <a:avLst/>
            </a:prstGeom>
          </p:spPr>
        </p:pic>
        <p:pic>
          <p:nvPicPr>
            <p:cNvPr id="140" name="Ellipse 67 (Stroke) [Figma 9974:38397]" descr="Ellipse 67 (Stroke). градиент"/>
            <p:cNvPicPr>
              <a:picLocks noChangeAspect="1"/>
            </p:cNvPicPr>
            <p:nvPr/>
          </p:nvPicPr>
          <p:blipFill>
            <a:blip r:embed="rId177">
              <a:extLst>
                <a:ext uri="{96DAC541-7B7A-43D3-8B79-37D633B846F1}">
                  <asvg:svgBlip xmlns:asvg="http://schemas.microsoft.com/office/drawing/2016/SVG/main" r:embed="rId178"/>
                </a:ext>
              </a:extLst>
            </a:blip>
            <a:stretch>
              <a:fillRect/>
            </a:stretch>
          </p:blipFill>
          <p:spPr>
            <a:xfrm>
              <a:off x="1056597" y="5248938"/>
              <a:ext cx="480740" cy="167031"/>
            </a:xfrm>
            <a:prstGeom prst="rect">
              <a:avLst/>
            </a:prstGeom>
          </p:spPr>
        </p:pic>
        <p:pic>
          <p:nvPicPr>
            <p:cNvPr id="141" name="Ellipse 64 [Figma 9974:38398]" descr="Ellipse 64. градиент"/>
            <p:cNvPicPr>
              <a:picLocks noChangeAspect="1"/>
            </p:cNvPicPr>
            <p:nvPr/>
          </p:nvPicPr>
          <p:blipFill>
            <a:blip r:embed="rId179">
              <a:extLst>
                <a:ext uri="{96DAC541-7B7A-43D3-8B79-37D633B846F1}">
                  <asvg:svgBlip xmlns:asvg="http://schemas.microsoft.com/office/drawing/2016/SVG/main" r:embed="rId180"/>
                </a:ext>
              </a:extLst>
            </a:blip>
            <a:stretch>
              <a:fillRect/>
            </a:stretch>
          </p:blipFill>
          <p:spPr>
            <a:xfrm>
              <a:off x="1066829" y="4907584"/>
              <a:ext cx="450709" cy="450690"/>
            </a:xfrm>
            <a:prstGeom prst="rect">
              <a:avLst/>
            </a:prstGeom>
          </p:spPr>
        </p:pic>
        <p:pic>
          <p:nvPicPr>
            <p:cNvPr id="142" name="Vector [Figma 9974:38400]" descr="Vector. векторный контур"/>
            <p:cNvPicPr>
              <a:picLocks noChangeAspect="1"/>
            </p:cNvPicPr>
            <p:nvPr/>
          </p:nvPicPr>
          <p:blipFill>
            <a:blip r:embed="rId181">
              <a:extLst>
                <a:ext uri="{96DAC541-7B7A-43D3-8B79-37D633B846F1}">
                  <asvg:svgBlip xmlns:asvg="http://schemas.microsoft.com/office/drawing/2016/SVG/main" r:embed="rId182"/>
                </a:ext>
              </a:extLst>
            </a:blip>
            <a:stretch>
              <a:fillRect/>
            </a:stretch>
          </p:blipFill>
          <p:spPr>
            <a:xfrm>
              <a:off x="1206209" y="5017962"/>
              <a:ext cx="168711" cy="87558"/>
            </a:xfrm>
            <a:prstGeom prst="rect">
              <a:avLst/>
            </a:prstGeom>
          </p:spPr>
        </p:pic>
        <p:pic>
          <p:nvPicPr>
            <p:cNvPr id="143" name="Vector [Figma 9974:38401]" descr="Vector. векторный контур"/>
            <p:cNvPicPr>
              <a:picLocks noChangeAspect="1"/>
            </p:cNvPicPr>
            <p:nvPr/>
          </p:nvPicPr>
          <p:blipFill>
            <a:blip r:embed="rId183">
              <a:extLst>
                <a:ext uri="{96DAC541-7B7A-43D3-8B79-37D633B846F1}">
                  <asvg:svgBlip xmlns:asvg="http://schemas.microsoft.com/office/drawing/2016/SVG/main" r:embed="rId184"/>
                </a:ext>
              </a:extLst>
            </a:blip>
            <a:stretch>
              <a:fillRect/>
            </a:stretch>
          </p:blipFill>
          <p:spPr>
            <a:xfrm>
              <a:off x="1206209" y="5096988"/>
              <a:ext cx="168711" cy="81159"/>
            </a:xfrm>
            <a:prstGeom prst="rect">
              <a:avLst/>
            </a:prstGeom>
          </p:spPr>
        </p:pic>
        <p:pic>
          <p:nvPicPr>
            <p:cNvPr id="144" name="Vector [Figma 9974:38402]" descr="Vector. векторный контур"/>
            <p:cNvPicPr>
              <a:picLocks noChangeAspect="1"/>
            </p:cNvPicPr>
            <p:nvPr/>
          </p:nvPicPr>
          <p:blipFill>
            <a:blip r:embed="rId185">
              <a:extLst>
                <a:ext uri="{96DAC541-7B7A-43D3-8B79-37D633B846F1}">
                  <asvg:svgBlip xmlns:asvg="http://schemas.microsoft.com/office/drawing/2016/SVG/main" r:embed="rId186"/>
                </a:ext>
              </a:extLst>
            </a:blip>
            <a:stretch>
              <a:fillRect/>
            </a:stretch>
          </p:blipFill>
          <p:spPr>
            <a:xfrm>
              <a:off x="1206209" y="5171747"/>
              <a:ext cx="168711" cy="79026"/>
            </a:xfrm>
            <a:prstGeom prst="rect">
              <a:avLst/>
            </a:prstGeom>
          </p:spPr>
        </p:pic>
      </p:grpSp>
      <p:grpSp>
        <p:nvGrpSpPr>
          <p:cNvPr id="344" name="Группа 343">
            <a:extLst>
              <a:ext uri="{FF2B5EF4-FFF2-40B4-BE49-F238E27FC236}">
                <a16:creationId xmlns:a16="http://schemas.microsoft.com/office/drawing/2014/main" id="{8DAF1C21-E684-4FE1-AC7B-73F097877E12}"/>
              </a:ext>
            </a:extLst>
          </p:cNvPr>
          <p:cNvGrpSpPr/>
          <p:nvPr/>
        </p:nvGrpSpPr>
        <p:grpSpPr>
          <a:xfrm>
            <a:off x="2934216" y="4852023"/>
            <a:ext cx="564163" cy="563399"/>
            <a:chOff x="2934216" y="4852023"/>
            <a:chExt cx="564163" cy="563399"/>
          </a:xfrm>
        </p:grpSpPr>
        <p:pic>
          <p:nvPicPr>
            <p:cNvPr id="145" name="Ellipse 68 [Figma 9974:38569]" descr="Ellipse 68. градиент"/>
            <p:cNvPicPr>
              <a:picLocks noChangeAspect="1"/>
            </p:cNvPicPr>
            <p:nvPr/>
          </p:nvPicPr>
          <p:blipFill>
            <a:blip r:embed="rId187">
              <a:extLst>
                <a:ext uri="{96DAC541-7B7A-43D3-8B79-37D633B846F1}">
                  <asvg:svgBlip xmlns:asvg="http://schemas.microsoft.com/office/drawing/2016/SVG/main" r:embed="rId188"/>
                </a:ext>
              </a:extLst>
            </a:blip>
            <a:stretch>
              <a:fillRect/>
            </a:stretch>
          </p:blipFill>
          <p:spPr>
            <a:xfrm>
              <a:off x="3216871" y="4934868"/>
              <a:ext cx="281508" cy="480554"/>
            </a:xfrm>
            <a:prstGeom prst="rect">
              <a:avLst/>
            </a:prstGeom>
          </p:spPr>
        </p:pic>
        <p:pic>
          <p:nvPicPr>
            <p:cNvPr id="146" name="Ellipse 69 [Figma 9974:38570]" descr="Ellipse 69. градиент"/>
            <p:cNvPicPr>
              <a:picLocks noChangeAspect="1"/>
            </p:cNvPicPr>
            <p:nvPr/>
          </p:nvPicPr>
          <p:blipFill>
            <a:blip r:embed="rId189">
              <a:extLst>
                <a:ext uri="{96DAC541-7B7A-43D3-8B79-37D633B846F1}">
                  <asvg:svgBlip xmlns:asvg="http://schemas.microsoft.com/office/drawing/2016/SVG/main" r:embed="rId190"/>
                </a:ext>
              </a:extLst>
            </a:blip>
            <a:stretch>
              <a:fillRect/>
            </a:stretch>
          </p:blipFill>
          <p:spPr>
            <a:xfrm>
              <a:off x="3054249" y="4852023"/>
              <a:ext cx="360521" cy="281526"/>
            </a:xfrm>
            <a:prstGeom prst="rect">
              <a:avLst/>
            </a:prstGeom>
          </p:spPr>
        </p:pic>
        <p:pic>
          <p:nvPicPr>
            <p:cNvPr id="147" name="Ellipse 70 [Figma 9974:38571]" descr="Ellipse 70. градиент"/>
            <p:cNvPicPr>
              <a:picLocks noChangeAspect="1"/>
            </p:cNvPicPr>
            <p:nvPr/>
          </p:nvPicPr>
          <p:blipFill>
            <a:blip r:embed="rId191">
              <a:extLst>
                <a:ext uri="{96DAC541-7B7A-43D3-8B79-37D633B846F1}">
                  <asvg:svgBlip xmlns:asvg="http://schemas.microsoft.com/office/drawing/2016/SVG/main" r:embed="rId192"/>
                </a:ext>
              </a:extLst>
            </a:blip>
            <a:stretch>
              <a:fillRect/>
            </a:stretch>
          </p:blipFill>
          <p:spPr>
            <a:xfrm>
              <a:off x="2934216" y="4902871"/>
              <a:ext cx="281508" cy="315657"/>
            </a:xfrm>
            <a:prstGeom prst="rect">
              <a:avLst/>
            </a:prstGeom>
          </p:spPr>
        </p:pic>
        <p:pic>
          <p:nvPicPr>
            <p:cNvPr id="148" name="Ellipse 71 [Figma 9974:38572]" descr="Ellipse 71. градиент"/>
            <p:cNvPicPr>
              <a:picLocks noChangeAspect="1"/>
            </p:cNvPicPr>
            <p:nvPr/>
          </p:nvPicPr>
          <p:blipFill>
            <a:blip r:embed="rId193">
              <a:extLst>
                <a:ext uri="{96DAC541-7B7A-43D3-8B79-37D633B846F1}">
                  <asvg:svgBlip xmlns:asvg="http://schemas.microsoft.com/office/drawing/2016/SVG/main" r:embed="rId194"/>
                </a:ext>
              </a:extLst>
            </a:blip>
            <a:stretch>
              <a:fillRect/>
            </a:stretch>
          </p:blipFill>
          <p:spPr>
            <a:xfrm>
              <a:off x="2947108" y="5133549"/>
              <a:ext cx="268616" cy="281526"/>
            </a:xfrm>
            <a:prstGeom prst="rect">
              <a:avLst/>
            </a:prstGeom>
          </p:spPr>
        </p:pic>
        <p:pic>
          <p:nvPicPr>
            <p:cNvPr id="149" name="Vector [Figma 9974:38573]" descr="Vector. векторный контур"/>
            <p:cNvPicPr>
              <a:picLocks noChangeAspect="1"/>
            </p:cNvPicPr>
            <p:nvPr/>
          </p:nvPicPr>
          <p:blipFill>
            <a:blip r:embed="rId195">
              <a:extLst>
                <a:ext uri="{96DAC541-7B7A-43D3-8B79-37D633B846F1}">
                  <asvg:svgBlip xmlns:asvg="http://schemas.microsoft.com/office/drawing/2016/SVG/main" r:embed="rId196"/>
                </a:ext>
              </a:extLst>
            </a:blip>
            <a:stretch>
              <a:fillRect/>
            </a:stretch>
          </p:blipFill>
          <p:spPr>
            <a:xfrm>
              <a:off x="3290408" y="5160982"/>
              <a:ext cx="134444" cy="28326"/>
            </a:xfrm>
            <a:prstGeom prst="rect">
              <a:avLst/>
            </a:prstGeom>
          </p:spPr>
        </p:pic>
      </p:grpSp>
      <p:grpSp>
        <p:nvGrpSpPr>
          <p:cNvPr id="337" name="Группа 336">
            <a:extLst>
              <a:ext uri="{FF2B5EF4-FFF2-40B4-BE49-F238E27FC236}">
                <a16:creationId xmlns:a16="http://schemas.microsoft.com/office/drawing/2014/main" id="{E2265211-9AE1-4226-A8CC-36508132CA6C}"/>
              </a:ext>
            </a:extLst>
          </p:cNvPr>
          <p:cNvGrpSpPr/>
          <p:nvPr/>
        </p:nvGrpSpPr>
        <p:grpSpPr>
          <a:xfrm>
            <a:off x="4836620" y="4831783"/>
            <a:ext cx="598416" cy="598422"/>
            <a:chOff x="4836620" y="4831783"/>
            <a:chExt cx="598416" cy="598422"/>
          </a:xfrm>
        </p:grpSpPr>
        <p:pic>
          <p:nvPicPr>
            <p:cNvPr id="150" name="Vector 49 [Figma 9971:36451]" descr="Vector 49. градиент"/>
            <p:cNvPicPr>
              <a:picLocks noChangeAspect="1"/>
            </p:cNvPicPr>
            <p:nvPr/>
          </p:nvPicPr>
          <p:blipFill>
            <a:blip r:embed="rId197">
              <a:extLst>
                <a:ext uri="{96DAC541-7B7A-43D3-8B79-37D633B846F1}">
                  <asvg:svgBlip xmlns:asvg="http://schemas.microsoft.com/office/drawing/2016/SVG/main" r:embed="rId198"/>
                </a:ext>
              </a:extLst>
            </a:blip>
            <a:stretch>
              <a:fillRect/>
            </a:stretch>
          </p:blipFill>
          <p:spPr>
            <a:xfrm>
              <a:off x="5013076" y="5000599"/>
              <a:ext cx="209061" cy="283858"/>
            </a:xfrm>
            <a:prstGeom prst="rect">
              <a:avLst/>
            </a:prstGeom>
          </p:spPr>
        </p:pic>
        <p:pic>
          <p:nvPicPr>
            <p:cNvPr id="151" name="Vector 50 [Figma 9971:36452]" descr="Vector 50. градиент"/>
            <p:cNvPicPr>
              <a:picLocks noChangeAspect="1"/>
            </p:cNvPicPr>
            <p:nvPr/>
          </p:nvPicPr>
          <p:blipFill>
            <a:blip r:embed="rId199">
              <a:extLst>
                <a:ext uri="{96DAC541-7B7A-43D3-8B79-37D633B846F1}">
                  <asvg:svgBlip xmlns:asvg="http://schemas.microsoft.com/office/drawing/2016/SVG/main" r:embed="rId200"/>
                </a:ext>
              </a:extLst>
            </a:blip>
            <a:stretch>
              <a:fillRect/>
            </a:stretch>
          </p:blipFill>
          <p:spPr>
            <a:xfrm>
              <a:off x="5222137" y="4981401"/>
              <a:ext cx="33219" cy="303056"/>
            </a:xfrm>
            <a:prstGeom prst="rect">
              <a:avLst/>
            </a:prstGeom>
          </p:spPr>
        </p:pic>
        <p:pic>
          <p:nvPicPr>
            <p:cNvPr id="152" name="Vector [Figma 9971:36453]" descr="Vector. градиент"/>
            <p:cNvPicPr>
              <a:picLocks noChangeAspect="1"/>
            </p:cNvPicPr>
            <p:nvPr/>
          </p:nvPicPr>
          <p:blipFill>
            <a:blip r:embed="rId201">
              <a:extLst>
                <a:ext uri="{96DAC541-7B7A-43D3-8B79-37D633B846F1}">
                  <asvg:svgBlip xmlns:asvg="http://schemas.microsoft.com/office/drawing/2016/SVG/main" r:embed="rId202"/>
                </a:ext>
              </a:extLst>
            </a:blip>
            <a:stretch>
              <a:fillRect/>
            </a:stretch>
          </p:blipFill>
          <p:spPr>
            <a:xfrm>
              <a:off x="5013076" y="4981401"/>
              <a:ext cx="242286" cy="19198"/>
            </a:xfrm>
            <a:prstGeom prst="rect">
              <a:avLst/>
            </a:prstGeom>
          </p:spPr>
        </p:pic>
        <p:pic>
          <p:nvPicPr>
            <p:cNvPr id="153" name="Ellipse 39 (Stroke) [Figma 9971:36454]" descr="Ellipse 39 (Stroke). градиент"/>
            <p:cNvPicPr>
              <a:picLocks noChangeAspect="1"/>
            </p:cNvPicPr>
            <p:nvPr/>
          </p:nvPicPr>
          <p:blipFill>
            <a:blip r:embed="rId203">
              <a:extLst>
                <a:ext uri="{96DAC541-7B7A-43D3-8B79-37D633B846F1}">
                  <asvg:svgBlip xmlns:asvg="http://schemas.microsoft.com/office/drawing/2016/SVG/main" r:embed="rId204"/>
                </a:ext>
              </a:extLst>
            </a:blip>
            <a:stretch>
              <a:fillRect/>
            </a:stretch>
          </p:blipFill>
          <p:spPr>
            <a:xfrm>
              <a:off x="5329786" y="4960268"/>
              <a:ext cx="105250" cy="375782"/>
            </a:xfrm>
            <a:prstGeom prst="rect">
              <a:avLst/>
            </a:prstGeom>
          </p:spPr>
        </p:pic>
        <p:pic>
          <p:nvPicPr>
            <p:cNvPr id="154" name="Ellipse 39 (Stroke) [Figma 9971:36455]" descr="Ellipse 39 (Stroke). градиент"/>
            <p:cNvPicPr>
              <a:picLocks noChangeAspect="1"/>
            </p:cNvPicPr>
            <p:nvPr/>
          </p:nvPicPr>
          <p:blipFill>
            <a:blip r:embed="rId205">
              <a:extLst>
                <a:ext uri="{96DAC541-7B7A-43D3-8B79-37D633B846F1}">
                  <asvg:svgBlip xmlns:asvg="http://schemas.microsoft.com/office/drawing/2016/SVG/main" r:embed="rId206"/>
                </a:ext>
              </a:extLst>
            </a:blip>
            <a:stretch>
              <a:fillRect/>
            </a:stretch>
          </p:blipFill>
          <p:spPr>
            <a:xfrm>
              <a:off x="4958656" y="4831783"/>
              <a:ext cx="409986" cy="134240"/>
            </a:xfrm>
            <a:prstGeom prst="rect">
              <a:avLst/>
            </a:prstGeom>
          </p:spPr>
        </p:pic>
        <p:pic>
          <p:nvPicPr>
            <p:cNvPr id="155" name="Ellipse 39 (Stroke) [Figma 9971:36456]" descr="Ellipse 39 (Stroke). градиент"/>
            <p:cNvPicPr>
              <a:picLocks noChangeAspect="1"/>
            </p:cNvPicPr>
            <p:nvPr/>
          </p:nvPicPr>
          <p:blipFill>
            <a:blip r:embed="rId207">
              <a:extLst>
                <a:ext uri="{96DAC541-7B7A-43D3-8B79-37D633B846F1}">
                  <asvg:svgBlip xmlns:asvg="http://schemas.microsoft.com/office/drawing/2016/SVG/main" r:embed="rId208"/>
                </a:ext>
              </a:extLst>
            </a:blip>
            <a:stretch>
              <a:fillRect/>
            </a:stretch>
          </p:blipFill>
          <p:spPr>
            <a:xfrm>
              <a:off x="4836620" y="4902970"/>
              <a:ext cx="502518" cy="527235"/>
            </a:xfrm>
            <a:prstGeom prst="rect">
              <a:avLst/>
            </a:prstGeom>
          </p:spPr>
        </p:pic>
        <p:pic>
          <p:nvPicPr>
            <p:cNvPr id="156" name="Vector 51 (Stroke) [Figma 9971:36457]" descr="Vector 51 (Stroke). векторный контур"/>
            <p:cNvPicPr>
              <a:picLocks noChangeAspect="1"/>
            </p:cNvPicPr>
            <p:nvPr/>
          </p:nvPicPr>
          <p:blipFill>
            <a:blip r:embed="rId209">
              <a:extLst>
                <a:ext uri="{96DAC541-7B7A-43D3-8B79-37D633B846F1}">
                  <asvg:svgBlip xmlns:asvg="http://schemas.microsoft.com/office/drawing/2016/SVG/main" r:embed="rId210"/>
                </a:ext>
              </a:extLst>
            </a:blip>
            <a:stretch>
              <a:fillRect/>
            </a:stretch>
          </p:blipFill>
          <p:spPr>
            <a:xfrm>
              <a:off x="5054653" y="5036168"/>
              <a:ext cx="126507" cy="90832"/>
            </a:xfrm>
            <a:prstGeom prst="rect">
              <a:avLst/>
            </a:prstGeom>
          </p:spPr>
        </p:pic>
        <p:pic>
          <p:nvPicPr>
            <p:cNvPr id="157" name="Vector 52 (Stroke) [Figma 9971:36458]" descr="Vector 52 (Stroke). векторный контур"/>
            <p:cNvPicPr>
              <a:picLocks noChangeAspect="1"/>
            </p:cNvPicPr>
            <p:nvPr/>
          </p:nvPicPr>
          <p:blipFill>
            <a:blip r:embed="rId211">
              <a:extLst>
                <a:ext uri="{96DAC541-7B7A-43D3-8B79-37D633B846F1}">
                  <asvg:svgBlip xmlns:asvg="http://schemas.microsoft.com/office/drawing/2016/SVG/main" r:embed="rId212"/>
                </a:ext>
              </a:extLst>
            </a:blip>
            <a:stretch>
              <a:fillRect/>
            </a:stretch>
          </p:blipFill>
          <p:spPr>
            <a:xfrm>
              <a:off x="5045681" y="5169664"/>
              <a:ext cx="140013" cy="81853"/>
            </a:xfrm>
            <a:prstGeom prst="rect">
              <a:avLst/>
            </a:prstGeom>
          </p:spPr>
        </p:pic>
      </p:grpSp>
      <p:pic>
        <p:nvPicPr>
          <p:cNvPr id="164" name="Vector 149 [Figma 9971:34292]" descr="Vector 149. градиент"/>
          <p:cNvPicPr>
            <a:picLocks noChangeAspect="1"/>
          </p:cNvPicPr>
          <p:nvPr/>
        </p:nvPicPr>
        <p:blipFill>
          <a:blip r:embed="rId213">
            <a:extLst>
              <a:ext uri="{96DAC541-7B7A-43D3-8B79-37D633B846F1}">
                <asvg:svgBlip xmlns:asvg="http://schemas.microsoft.com/office/drawing/2016/SVG/main" r:embed="rId214"/>
              </a:ext>
            </a:extLst>
          </a:blip>
          <a:stretch>
            <a:fillRect/>
          </a:stretch>
        </p:blipFill>
        <p:spPr>
          <a:xfrm>
            <a:off x="6962806" y="4782621"/>
            <a:ext cx="115016" cy="115785"/>
          </a:xfrm>
          <a:prstGeom prst="rect">
            <a:avLst/>
          </a:prstGeom>
        </p:spPr>
      </p:pic>
      <p:grpSp>
        <p:nvGrpSpPr>
          <p:cNvPr id="334" name="Группа 333">
            <a:extLst>
              <a:ext uri="{FF2B5EF4-FFF2-40B4-BE49-F238E27FC236}">
                <a16:creationId xmlns:a16="http://schemas.microsoft.com/office/drawing/2014/main" id="{8BF7B6C4-2BB6-4B13-BA72-134DDD393FD7}"/>
              </a:ext>
            </a:extLst>
          </p:cNvPr>
          <p:cNvGrpSpPr/>
          <p:nvPr/>
        </p:nvGrpSpPr>
        <p:grpSpPr>
          <a:xfrm>
            <a:off x="6757422" y="4841258"/>
            <a:ext cx="608679" cy="575553"/>
            <a:chOff x="6757422" y="4841258"/>
            <a:chExt cx="608679" cy="575553"/>
          </a:xfrm>
        </p:grpSpPr>
        <p:pic>
          <p:nvPicPr>
            <p:cNvPr id="158" name="Rectangle 240663378 [Figma 9971:34272]" descr="Rectangle 240663378. градиент"/>
            <p:cNvPicPr>
              <a:picLocks noChangeAspect="1"/>
            </p:cNvPicPr>
            <p:nvPr/>
          </p:nvPicPr>
          <p:blipFill>
            <a:blip r:embed="rId215">
              <a:extLst>
                <a:ext uri="{96DAC541-7B7A-43D3-8B79-37D633B846F1}">
                  <asvg:svgBlip xmlns:asvg="http://schemas.microsoft.com/office/drawing/2016/SVG/main" r:embed="rId216"/>
                </a:ext>
              </a:extLst>
            </a:blip>
            <a:stretch>
              <a:fillRect/>
            </a:stretch>
          </p:blipFill>
          <p:spPr>
            <a:xfrm>
              <a:off x="6888586" y="5310402"/>
              <a:ext cx="82467" cy="103086"/>
            </a:xfrm>
            <a:prstGeom prst="rect">
              <a:avLst/>
            </a:prstGeom>
          </p:spPr>
        </p:pic>
        <p:pic>
          <p:nvPicPr>
            <p:cNvPr id="159" name="Rectangle 240663375 [Figma 9971:34273]" descr="Rectangle 240663375. градиент"/>
            <p:cNvPicPr>
              <a:picLocks noChangeAspect="1"/>
            </p:cNvPicPr>
            <p:nvPr/>
          </p:nvPicPr>
          <p:blipFill>
            <a:blip r:embed="rId217">
              <a:extLst>
                <a:ext uri="{96DAC541-7B7A-43D3-8B79-37D633B846F1}">
                  <asvg:svgBlip xmlns:asvg="http://schemas.microsoft.com/office/drawing/2016/SVG/main" r:embed="rId218"/>
                </a:ext>
              </a:extLst>
            </a:blip>
            <a:stretch>
              <a:fillRect/>
            </a:stretch>
          </p:blipFill>
          <p:spPr>
            <a:xfrm>
              <a:off x="7160717" y="4968155"/>
              <a:ext cx="70096" cy="61861"/>
            </a:xfrm>
            <a:prstGeom prst="rect">
              <a:avLst/>
            </a:prstGeom>
          </p:spPr>
        </p:pic>
        <p:pic>
          <p:nvPicPr>
            <p:cNvPr id="160" name="Union [Figma 9971:34274]" descr="Union. градиент"/>
            <p:cNvPicPr>
              <a:picLocks noChangeAspect="1"/>
            </p:cNvPicPr>
            <p:nvPr/>
          </p:nvPicPr>
          <p:blipFill>
            <a:blip r:embed="rId219">
              <a:extLst>
                <a:ext uri="{96DAC541-7B7A-43D3-8B79-37D633B846F1}">
                  <asvg:svgBlip xmlns:asvg="http://schemas.microsoft.com/office/drawing/2016/SVG/main" r:embed="rId220"/>
                </a:ext>
              </a:extLst>
            </a:blip>
            <a:stretch>
              <a:fillRect/>
            </a:stretch>
          </p:blipFill>
          <p:spPr>
            <a:xfrm>
              <a:off x="6757422" y="4947320"/>
              <a:ext cx="608679" cy="469491"/>
            </a:xfrm>
            <a:prstGeom prst="rect">
              <a:avLst/>
            </a:prstGeom>
          </p:spPr>
        </p:pic>
        <p:pic>
          <p:nvPicPr>
            <p:cNvPr id="161" name="Mask group [Figma 9971:34280]" descr="Mask group. маска"/>
            <p:cNvPicPr>
              <a:picLocks noChangeAspect="1"/>
            </p:cNvPicPr>
            <p:nvPr/>
          </p:nvPicPr>
          <p:blipFill>
            <a:blip r:embed="rId221">
              <a:extLst>
                <a:ext uri="{96DAC541-7B7A-43D3-8B79-37D633B846F1}">
                  <asvg:svgBlip xmlns:asvg="http://schemas.microsoft.com/office/drawing/2016/SVG/main" r:embed="rId222"/>
                </a:ext>
              </a:extLst>
            </a:blip>
            <a:stretch>
              <a:fillRect/>
            </a:stretch>
          </p:blipFill>
          <p:spPr>
            <a:xfrm>
              <a:off x="6760764" y="4951636"/>
              <a:ext cx="601995" cy="461796"/>
            </a:xfrm>
            <a:prstGeom prst="rect">
              <a:avLst/>
            </a:prstGeom>
          </p:spPr>
        </p:pic>
        <p:pic>
          <p:nvPicPr>
            <p:cNvPr id="162" name="Rectangle 240663376 [Figma 9971:34288]" descr="Rectangle 240663376. градиент"/>
            <p:cNvPicPr>
              <a:picLocks noChangeAspect="1"/>
            </p:cNvPicPr>
            <p:nvPr/>
          </p:nvPicPr>
          <p:blipFill>
            <a:blip r:embed="rId223">
              <a:extLst>
                <a:ext uri="{96DAC541-7B7A-43D3-8B79-37D633B846F1}">
                  <asvg:svgBlip xmlns:asvg="http://schemas.microsoft.com/office/drawing/2016/SVG/main" r:embed="rId224"/>
                </a:ext>
              </a:extLst>
            </a:blip>
            <a:stretch>
              <a:fillRect/>
            </a:stretch>
          </p:blipFill>
          <p:spPr>
            <a:xfrm>
              <a:off x="6946311" y="5013547"/>
              <a:ext cx="148434" cy="24754"/>
            </a:xfrm>
            <a:prstGeom prst="rect">
              <a:avLst/>
            </a:prstGeom>
          </p:spPr>
        </p:pic>
        <p:pic>
          <p:nvPicPr>
            <p:cNvPr id="163" name="Ellipse 5046 [Figma 9971:34289]" descr="Ellipse 5046. градиент"/>
            <p:cNvPicPr>
              <a:picLocks noChangeAspect="1"/>
            </p:cNvPicPr>
            <p:nvPr/>
          </p:nvPicPr>
          <p:blipFill>
            <a:blip r:embed="rId225">
              <a:extLst>
                <a:ext uri="{96DAC541-7B7A-43D3-8B79-37D633B846F1}">
                  <asvg:svgBlip xmlns:asvg="http://schemas.microsoft.com/office/drawing/2016/SVG/main" r:embed="rId226"/>
                </a:ext>
              </a:extLst>
            </a:blip>
            <a:stretch>
              <a:fillRect/>
            </a:stretch>
          </p:blipFill>
          <p:spPr>
            <a:xfrm>
              <a:off x="7189583" y="5079476"/>
              <a:ext cx="41231" cy="41224"/>
            </a:xfrm>
            <a:prstGeom prst="rect">
              <a:avLst/>
            </a:prstGeom>
          </p:spPr>
        </p:pic>
        <p:pic>
          <p:nvPicPr>
            <p:cNvPr id="165" name="Ellipse 89 [Figma 9971:34293]" descr="Ellipse 89. градиент"/>
            <p:cNvPicPr>
              <a:picLocks noChangeAspect="1"/>
            </p:cNvPicPr>
            <p:nvPr/>
          </p:nvPicPr>
          <p:blipFill>
            <a:blip r:embed="rId227">
              <a:extLst>
                <a:ext uri="{96DAC541-7B7A-43D3-8B79-37D633B846F1}">
                  <asvg:svgBlip xmlns:asvg="http://schemas.microsoft.com/office/drawing/2016/SVG/main" r:embed="rId228"/>
                </a:ext>
              </a:extLst>
            </a:blip>
            <a:stretch>
              <a:fillRect/>
            </a:stretch>
          </p:blipFill>
          <p:spPr>
            <a:xfrm>
              <a:off x="6962799" y="4841258"/>
              <a:ext cx="115451" cy="115438"/>
            </a:xfrm>
            <a:prstGeom prst="rect">
              <a:avLst/>
            </a:prstGeom>
          </p:spPr>
        </p:pic>
        <p:pic>
          <p:nvPicPr>
            <p:cNvPr id="166" name="Ellipse 90 [Figma 9971:34294]" descr="Ellipse 90. векторный контур"/>
            <p:cNvPicPr>
              <a:picLocks noChangeAspect="1"/>
            </p:cNvPicPr>
            <p:nvPr/>
          </p:nvPicPr>
          <p:blipFill>
            <a:blip r:embed="rId229">
              <a:extLst>
                <a:ext uri="{96DAC541-7B7A-43D3-8B79-37D633B846F1}">
                  <asvg:svgBlip xmlns:asvg="http://schemas.microsoft.com/office/drawing/2016/SVG/main" r:embed="rId230"/>
                </a:ext>
              </a:extLst>
            </a:blip>
            <a:stretch>
              <a:fillRect/>
            </a:stretch>
          </p:blipFill>
          <p:spPr>
            <a:xfrm>
              <a:off x="7008488" y="4859315"/>
              <a:ext cx="55524" cy="55512"/>
            </a:xfrm>
            <a:prstGeom prst="rect">
              <a:avLst/>
            </a:prstGeom>
          </p:spPr>
        </p:pic>
      </p:grpSp>
      <p:grpSp>
        <p:nvGrpSpPr>
          <p:cNvPr id="327" name="Группа 326">
            <a:extLst>
              <a:ext uri="{FF2B5EF4-FFF2-40B4-BE49-F238E27FC236}">
                <a16:creationId xmlns:a16="http://schemas.microsoft.com/office/drawing/2014/main" id="{F961F0DB-1F47-4162-8917-12C316CFFF42}"/>
              </a:ext>
            </a:extLst>
          </p:cNvPr>
          <p:cNvGrpSpPr/>
          <p:nvPr/>
        </p:nvGrpSpPr>
        <p:grpSpPr>
          <a:xfrm>
            <a:off x="8639089" y="4866211"/>
            <a:ext cx="682261" cy="528426"/>
            <a:chOff x="8639089" y="4866211"/>
            <a:chExt cx="682261" cy="528426"/>
          </a:xfrm>
        </p:grpSpPr>
        <p:pic>
          <p:nvPicPr>
            <p:cNvPr id="167" name="Rectangle 240663372 [Figma 9971:34298]" descr="Rectangle 240663372. градиент"/>
            <p:cNvPicPr>
              <a:picLocks noChangeAspect="1"/>
            </p:cNvPicPr>
            <p:nvPr/>
          </p:nvPicPr>
          <p:blipFill>
            <a:blip r:embed="rId231">
              <a:extLst>
                <a:ext uri="{96DAC541-7B7A-43D3-8B79-37D633B846F1}">
                  <asvg:svgBlip xmlns:asvg="http://schemas.microsoft.com/office/drawing/2016/SVG/main" r:embed="rId232"/>
                </a:ext>
              </a:extLst>
            </a:blip>
            <a:stretch>
              <a:fillRect/>
            </a:stretch>
          </p:blipFill>
          <p:spPr>
            <a:xfrm>
              <a:off x="8639089" y="4866211"/>
              <a:ext cx="601995" cy="367894"/>
            </a:xfrm>
            <a:prstGeom prst="rect">
              <a:avLst/>
            </a:prstGeom>
          </p:spPr>
        </p:pic>
        <p:pic>
          <p:nvPicPr>
            <p:cNvPr id="168" name="Rectangle 240663373 (Stroke) [Figma 9974:38599]" descr="Rectangle 240663373 (Stroke). векторный контур"/>
            <p:cNvPicPr>
              <a:picLocks noChangeAspect="1"/>
            </p:cNvPicPr>
            <p:nvPr/>
          </p:nvPicPr>
          <p:blipFill>
            <a:blip r:embed="rId233">
              <a:extLst>
                <a:ext uri="{96DAC541-7B7A-43D3-8B79-37D633B846F1}">
                  <asvg:svgBlip xmlns:asvg="http://schemas.microsoft.com/office/drawing/2016/SVG/main" r:embed="rId234"/>
                </a:ext>
              </a:extLst>
            </a:blip>
            <a:stretch>
              <a:fillRect/>
            </a:stretch>
          </p:blipFill>
          <p:spPr>
            <a:xfrm>
              <a:off x="8716013" y="5023419"/>
              <a:ext cx="597611" cy="239806"/>
            </a:xfrm>
            <a:prstGeom prst="rect">
              <a:avLst/>
            </a:prstGeom>
          </p:spPr>
        </p:pic>
        <p:pic>
          <p:nvPicPr>
            <p:cNvPr id="169" name="Rectangle 240663371 [Figma 9971:34300]" descr="Rectangle 240663371. градиент"/>
            <p:cNvPicPr>
              <a:picLocks noChangeAspect="1"/>
            </p:cNvPicPr>
            <p:nvPr/>
          </p:nvPicPr>
          <p:blipFill>
            <a:blip r:embed="rId235">
              <a:extLst>
                <a:ext uri="{96DAC541-7B7A-43D3-8B79-37D633B846F1}">
                  <asvg:svgBlip xmlns:asvg="http://schemas.microsoft.com/office/drawing/2016/SVG/main" r:embed="rId236"/>
                </a:ext>
              </a:extLst>
            </a:blip>
            <a:stretch>
              <a:fillRect/>
            </a:stretch>
          </p:blipFill>
          <p:spPr>
            <a:xfrm>
              <a:off x="8719355" y="5026743"/>
              <a:ext cx="601995" cy="367894"/>
            </a:xfrm>
            <a:prstGeom prst="rect">
              <a:avLst/>
            </a:prstGeom>
          </p:spPr>
        </p:pic>
        <p:pic>
          <p:nvPicPr>
            <p:cNvPr id="170" name="Rectangle 240663276 [Figma 9971:34301]" descr="Rectangle 240663276. градиент"/>
            <p:cNvPicPr>
              <a:picLocks noChangeAspect="1"/>
            </p:cNvPicPr>
            <p:nvPr/>
          </p:nvPicPr>
          <p:blipFill>
            <a:blip r:embed="rId237">
              <a:extLst>
                <a:ext uri="{96DAC541-7B7A-43D3-8B79-37D633B846F1}">
                  <asvg:svgBlip xmlns:asvg="http://schemas.microsoft.com/office/drawing/2016/SVG/main" r:embed="rId238"/>
                </a:ext>
              </a:extLst>
            </a:blip>
            <a:stretch>
              <a:fillRect/>
            </a:stretch>
          </p:blipFill>
          <p:spPr>
            <a:xfrm>
              <a:off x="8799621" y="5133747"/>
              <a:ext cx="107023" cy="107005"/>
            </a:xfrm>
            <a:prstGeom prst="rect">
              <a:avLst/>
            </a:prstGeom>
          </p:spPr>
        </p:pic>
        <p:pic>
          <p:nvPicPr>
            <p:cNvPr id="171" name="Rectangle 240663370 [Figma 9971:34302]" descr="Rectangle 240663370. градиент"/>
            <p:cNvPicPr>
              <a:picLocks noChangeAspect="1"/>
            </p:cNvPicPr>
            <p:nvPr/>
          </p:nvPicPr>
          <p:blipFill>
            <a:blip r:embed="rId239">
              <a:extLst>
                <a:ext uri="{96DAC541-7B7A-43D3-8B79-37D633B846F1}">
                  <asvg:svgBlip xmlns:asvg="http://schemas.microsoft.com/office/drawing/2016/SVG/main" r:embed="rId240"/>
                </a:ext>
              </a:extLst>
            </a:blip>
            <a:stretch>
              <a:fillRect/>
            </a:stretch>
          </p:blipFill>
          <p:spPr>
            <a:xfrm>
              <a:off x="8639089" y="4906344"/>
              <a:ext cx="601995" cy="80266"/>
            </a:xfrm>
            <a:prstGeom prst="rect">
              <a:avLst/>
            </a:prstGeom>
          </p:spPr>
        </p:pic>
        <p:sp>
          <p:nvSpPr>
            <p:cNvPr id="172" name="Ellipse 5039 [Figma 9971:34303]"/>
            <p:cNvSpPr/>
            <p:nvPr/>
          </p:nvSpPr>
          <p:spPr>
            <a:xfrm>
              <a:off x="8799621" y="5307674"/>
              <a:ext cx="33444" cy="33444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173" name="Ellipse 5044 [Figma 9971:34304]"/>
            <p:cNvSpPr/>
            <p:nvPr/>
          </p:nvSpPr>
          <p:spPr>
            <a:xfrm>
              <a:off x="9107309" y="5307674"/>
              <a:ext cx="33444" cy="33444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174" name="Ellipse 5041 [Figma 9971:34305]"/>
            <p:cNvSpPr/>
            <p:nvPr/>
          </p:nvSpPr>
          <p:spPr>
            <a:xfrm>
              <a:off x="8926711" y="5307674"/>
              <a:ext cx="33444" cy="33444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175" name="Ellipse 5040 [Figma 9971:34306]"/>
            <p:cNvSpPr/>
            <p:nvPr/>
          </p:nvSpPr>
          <p:spPr>
            <a:xfrm>
              <a:off x="8853130" y="5307674"/>
              <a:ext cx="33444" cy="33444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176" name="Ellipse 5045 [Figma 9971:34307]"/>
            <p:cNvSpPr/>
            <p:nvPr/>
          </p:nvSpPr>
          <p:spPr>
            <a:xfrm>
              <a:off x="9160818" y="5307674"/>
              <a:ext cx="33444" cy="33444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177" name="Ellipse 5042 [Figma 9971:34308]"/>
            <p:cNvSpPr/>
            <p:nvPr/>
          </p:nvSpPr>
          <p:spPr>
            <a:xfrm>
              <a:off x="8980220" y="5307674"/>
              <a:ext cx="33444" cy="33444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178" name="Ellipse 5043 [Figma 9971:34309]"/>
            <p:cNvSpPr/>
            <p:nvPr/>
          </p:nvSpPr>
          <p:spPr>
            <a:xfrm>
              <a:off x="9033728" y="5307674"/>
              <a:ext cx="33444" cy="33444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</p:grpSp>
      <p:grpSp>
        <p:nvGrpSpPr>
          <p:cNvPr id="324" name="Группа 323">
            <a:extLst>
              <a:ext uri="{FF2B5EF4-FFF2-40B4-BE49-F238E27FC236}">
                <a16:creationId xmlns:a16="http://schemas.microsoft.com/office/drawing/2014/main" id="{1EA529E9-17FC-4A50-9526-E6600F4C8155}"/>
              </a:ext>
            </a:extLst>
          </p:cNvPr>
          <p:cNvGrpSpPr/>
          <p:nvPr/>
        </p:nvGrpSpPr>
        <p:grpSpPr>
          <a:xfrm>
            <a:off x="10647840" y="4866211"/>
            <a:ext cx="506388" cy="535123"/>
            <a:chOff x="10647840" y="4866211"/>
            <a:chExt cx="506388" cy="535123"/>
          </a:xfrm>
        </p:grpSpPr>
        <p:pic>
          <p:nvPicPr>
            <p:cNvPr id="179" name="Rectangle 240663380 [Figma 9971:34313]" descr="Rectangle 240663380. градиент"/>
            <p:cNvPicPr>
              <a:picLocks noChangeAspect="1"/>
            </p:cNvPicPr>
            <p:nvPr/>
          </p:nvPicPr>
          <p:blipFill>
            <a:blip r:embed="rId241">
              <a:extLst>
                <a:ext uri="{96DAC541-7B7A-43D3-8B79-37D633B846F1}">
                  <asvg:svgBlip xmlns:asvg="http://schemas.microsoft.com/office/drawing/2016/SVG/main" r:embed="rId242"/>
                </a:ext>
              </a:extLst>
            </a:blip>
            <a:stretch>
              <a:fillRect/>
            </a:stretch>
          </p:blipFill>
          <p:spPr>
            <a:xfrm>
              <a:off x="10647840" y="4866211"/>
              <a:ext cx="414978" cy="535123"/>
            </a:xfrm>
            <a:prstGeom prst="rect">
              <a:avLst/>
            </a:prstGeom>
          </p:spPr>
        </p:pic>
        <p:pic>
          <p:nvPicPr>
            <p:cNvPr id="180" name="Rectangle 240663381 [Figma 9971:34314]" descr="Rectangle 240663381. градиент"/>
            <p:cNvPicPr>
              <a:picLocks noChangeAspect="1"/>
            </p:cNvPicPr>
            <p:nvPr/>
          </p:nvPicPr>
          <p:blipFill>
            <a:blip r:embed="rId243">
              <a:extLst>
                <a:ext uri="{96DAC541-7B7A-43D3-8B79-37D633B846F1}">
                  <asvg:svgBlip xmlns:asvg="http://schemas.microsoft.com/office/drawing/2016/SVG/main" r:embed="rId244"/>
                </a:ext>
              </a:extLst>
            </a:blip>
            <a:stretch>
              <a:fillRect/>
            </a:stretch>
          </p:blipFill>
          <p:spPr>
            <a:xfrm>
              <a:off x="10684240" y="4902623"/>
              <a:ext cx="342178" cy="138307"/>
            </a:xfrm>
            <a:prstGeom prst="rect">
              <a:avLst/>
            </a:prstGeom>
          </p:spPr>
        </p:pic>
        <p:pic>
          <p:nvPicPr>
            <p:cNvPr id="181" name="Rectangle 240663382 [Figma 9971:34315]" descr="Rectangle 240663382. градиент"/>
            <p:cNvPicPr>
              <a:picLocks noChangeAspect="1"/>
            </p:cNvPicPr>
            <p:nvPr/>
          </p:nvPicPr>
          <p:blipFill>
            <a:blip r:embed="rId245">
              <a:extLst>
                <a:ext uri="{96DAC541-7B7A-43D3-8B79-37D633B846F1}">
                  <asvg:svgBlip xmlns:asvg="http://schemas.microsoft.com/office/drawing/2016/SVG/main" r:embed="rId246"/>
                </a:ext>
              </a:extLst>
            </a:blip>
            <a:stretch>
              <a:fillRect/>
            </a:stretch>
          </p:blipFill>
          <p:spPr>
            <a:xfrm>
              <a:off x="10684240" y="5077393"/>
              <a:ext cx="94646" cy="50055"/>
            </a:xfrm>
            <a:prstGeom prst="rect">
              <a:avLst/>
            </a:prstGeom>
          </p:spPr>
        </p:pic>
        <p:pic>
          <p:nvPicPr>
            <p:cNvPr id="182" name="Rectangle 240663383 [Figma 9971:34316]" descr="Rectangle 240663383. градиент"/>
            <p:cNvPicPr>
              <a:picLocks noChangeAspect="1"/>
            </p:cNvPicPr>
            <p:nvPr/>
          </p:nvPicPr>
          <p:blipFill>
            <a:blip r:embed="rId247">
              <a:extLst>
                <a:ext uri="{96DAC541-7B7A-43D3-8B79-37D633B846F1}">
                  <asvg:svgBlip xmlns:asvg="http://schemas.microsoft.com/office/drawing/2016/SVG/main" r:embed="rId248"/>
                </a:ext>
              </a:extLst>
            </a:blip>
            <a:stretch>
              <a:fillRect/>
            </a:stretch>
          </p:blipFill>
          <p:spPr>
            <a:xfrm>
              <a:off x="10808013" y="5077393"/>
              <a:ext cx="94646" cy="50055"/>
            </a:xfrm>
            <a:prstGeom prst="rect">
              <a:avLst/>
            </a:prstGeom>
          </p:spPr>
        </p:pic>
        <p:pic>
          <p:nvPicPr>
            <p:cNvPr id="183" name="Rectangle 240663384 [Figma 9971:34317]" descr="Rectangle 240663384. градиент"/>
            <p:cNvPicPr>
              <a:picLocks noChangeAspect="1"/>
            </p:cNvPicPr>
            <p:nvPr/>
          </p:nvPicPr>
          <p:blipFill>
            <a:blip r:embed="rId247">
              <a:extLst>
                <a:ext uri="{96DAC541-7B7A-43D3-8B79-37D633B846F1}">
                  <asvg:svgBlip xmlns:asvg="http://schemas.microsoft.com/office/drawing/2016/SVG/main" r:embed="rId249"/>
                </a:ext>
              </a:extLst>
            </a:blip>
            <a:stretch>
              <a:fillRect/>
            </a:stretch>
          </p:blipFill>
          <p:spPr>
            <a:xfrm>
              <a:off x="10931773" y="5077393"/>
              <a:ext cx="94646" cy="50055"/>
            </a:xfrm>
            <a:prstGeom prst="rect">
              <a:avLst/>
            </a:prstGeom>
          </p:spPr>
        </p:pic>
        <p:pic>
          <p:nvPicPr>
            <p:cNvPr id="184" name="Rectangle 240663394 [Figma 9971:34318]" descr="Rectangle 240663394. градиент"/>
            <p:cNvPicPr>
              <a:picLocks noChangeAspect="1"/>
            </p:cNvPicPr>
            <p:nvPr/>
          </p:nvPicPr>
          <p:blipFill>
            <a:blip r:embed="rId250">
              <a:extLst>
                <a:ext uri="{96DAC541-7B7A-43D3-8B79-37D633B846F1}">
                  <asvg:svgBlip xmlns:asvg="http://schemas.microsoft.com/office/drawing/2016/SVG/main" r:embed="rId251"/>
                </a:ext>
              </a:extLst>
            </a:blip>
            <a:stretch>
              <a:fillRect/>
            </a:stretch>
          </p:blipFill>
          <p:spPr>
            <a:xfrm>
              <a:off x="10768239" y="4936456"/>
              <a:ext cx="224074" cy="23415"/>
            </a:xfrm>
            <a:prstGeom prst="rect">
              <a:avLst/>
            </a:prstGeom>
          </p:spPr>
        </p:pic>
        <p:pic>
          <p:nvPicPr>
            <p:cNvPr id="185" name="Rectangle 240663395 [Figma 9971:34319]" descr="Rectangle 240663395. градиент"/>
            <p:cNvPicPr>
              <a:picLocks noChangeAspect="1"/>
            </p:cNvPicPr>
            <p:nvPr/>
          </p:nvPicPr>
          <p:blipFill>
            <a:blip r:embed="rId252">
              <a:extLst>
                <a:ext uri="{96DAC541-7B7A-43D3-8B79-37D633B846F1}">
                  <asvg:svgBlip xmlns:asvg="http://schemas.microsoft.com/office/drawing/2016/SVG/main" r:embed="rId253"/>
                </a:ext>
              </a:extLst>
            </a:blip>
            <a:stretch>
              <a:fillRect/>
            </a:stretch>
          </p:blipFill>
          <p:spPr>
            <a:xfrm>
              <a:off x="10878605" y="4983286"/>
              <a:ext cx="113708" cy="23415"/>
            </a:xfrm>
            <a:prstGeom prst="rect">
              <a:avLst/>
            </a:prstGeom>
          </p:spPr>
        </p:pic>
        <p:pic>
          <p:nvPicPr>
            <p:cNvPr id="186" name="Rectangle 240663385 [Figma 9971:34320]" descr="Rectangle 240663385. градиент"/>
            <p:cNvPicPr>
              <a:picLocks noChangeAspect="1"/>
            </p:cNvPicPr>
            <p:nvPr/>
          </p:nvPicPr>
          <p:blipFill>
            <a:blip r:embed="rId247">
              <a:extLst>
                <a:ext uri="{96DAC541-7B7A-43D3-8B79-37D633B846F1}">
                  <asvg:svgBlip xmlns:asvg="http://schemas.microsoft.com/office/drawing/2016/SVG/main" r:embed="rId254"/>
                </a:ext>
              </a:extLst>
            </a:blip>
            <a:stretch>
              <a:fillRect/>
            </a:stretch>
          </p:blipFill>
          <p:spPr>
            <a:xfrm>
              <a:off x="10684240" y="5156567"/>
              <a:ext cx="94646" cy="50055"/>
            </a:xfrm>
            <a:prstGeom prst="rect">
              <a:avLst/>
            </a:prstGeom>
          </p:spPr>
        </p:pic>
        <p:pic>
          <p:nvPicPr>
            <p:cNvPr id="187" name="Rectangle 240663386 [Figma 9971:34321]" descr="Rectangle 240663386. градиент"/>
            <p:cNvPicPr>
              <a:picLocks noChangeAspect="1"/>
            </p:cNvPicPr>
            <p:nvPr/>
          </p:nvPicPr>
          <p:blipFill>
            <a:blip r:embed="rId247">
              <a:extLst>
                <a:ext uri="{96DAC541-7B7A-43D3-8B79-37D633B846F1}">
                  <asvg:svgBlip xmlns:asvg="http://schemas.microsoft.com/office/drawing/2016/SVG/main" r:embed="rId255"/>
                </a:ext>
              </a:extLst>
            </a:blip>
            <a:stretch>
              <a:fillRect/>
            </a:stretch>
          </p:blipFill>
          <p:spPr>
            <a:xfrm>
              <a:off x="10808013" y="5156567"/>
              <a:ext cx="94646" cy="50055"/>
            </a:xfrm>
            <a:prstGeom prst="rect">
              <a:avLst/>
            </a:prstGeom>
          </p:spPr>
        </p:pic>
        <p:pic>
          <p:nvPicPr>
            <p:cNvPr id="188" name="Rectangle 240663387 [Figma 9971:34322]" descr="Rectangle 240663387. градиент"/>
            <p:cNvPicPr>
              <a:picLocks noChangeAspect="1"/>
            </p:cNvPicPr>
            <p:nvPr/>
          </p:nvPicPr>
          <p:blipFill>
            <a:blip r:embed="rId247">
              <a:extLst>
                <a:ext uri="{96DAC541-7B7A-43D3-8B79-37D633B846F1}">
                  <asvg:svgBlip xmlns:asvg="http://schemas.microsoft.com/office/drawing/2016/SVG/main" r:embed="rId256"/>
                </a:ext>
              </a:extLst>
            </a:blip>
            <a:stretch>
              <a:fillRect/>
            </a:stretch>
          </p:blipFill>
          <p:spPr>
            <a:xfrm>
              <a:off x="10931773" y="5156567"/>
              <a:ext cx="94646" cy="50055"/>
            </a:xfrm>
            <a:prstGeom prst="rect">
              <a:avLst/>
            </a:prstGeom>
          </p:spPr>
        </p:pic>
        <p:pic>
          <p:nvPicPr>
            <p:cNvPr id="189" name="Rectangle 240663388 [Figma 9971:34323]" descr="Rectangle 240663388. градиент"/>
            <p:cNvPicPr>
              <a:picLocks noChangeAspect="1"/>
            </p:cNvPicPr>
            <p:nvPr/>
          </p:nvPicPr>
          <p:blipFill>
            <a:blip r:embed="rId247">
              <a:extLst>
                <a:ext uri="{96DAC541-7B7A-43D3-8B79-37D633B846F1}">
                  <asvg:svgBlip xmlns:asvg="http://schemas.microsoft.com/office/drawing/2016/SVG/main" r:embed="rId257"/>
                </a:ext>
              </a:extLst>
            </a:blip>
            <a:stretch>
              <a:fillRect/>
            </a:stretch>
          </p:blipFill>
          <p:spPr>
            <a:xfrm>
              <a:off x="10684240" y="5235692"/>
              <a:ext cx="94646" cy="50055"/>
            </a:xfrm>
            <a:prstGeom prst="rect">
              <a:avLst/>
            </a:prstGeom>
          </p:spPr>
        </p:pic>
        <p:pic>
          <p:nvPicPr>
            <p:cNvPr id="190" name="Rectangle 240663389 [Figma 9971:34324]" descr="Rectangle 240663389. градиент"/>
            <p:cNvPicPr>
              <a:picLocks noChangeAspect="1"/>
            </p:cNvPicPr>
            <p:nvPr/>
          </p:nvPicPr>
          <p:blipFill>
            <a:blip r:embed="rId247">
              <a:extLst>
                <a:ext uri="{96DAC541-7B7A-43D3-8B79-37D633B846F1}">
                  <asvg:svgBlip xmlns:asvg="http://schemas.microsoft.com/office/drawing/2016/SVG/main" r:embed="rId258"/>
                </a:ext>
              </a:extLst>
            </a:blip>
            <a:stretch>
              <a:fillRect/>
            </a:stretch>
          </p:blipFill>
          <p:spPr>
            <a:xfrm>
              <a:off x="10808013" y="5235692"/>
              <a:ext cx="94646" cy="50055"/>
            </a:xfrm>
            <a:prstGeom prst="rect">
              <a:avLst/>
            </a:prstGeom>
          </p:spPr>
        </p:pic>
        <p:pic>
          <p:nvPicPr>
            <p:cNvPr id="191" name="Rectangle 240663390 [Figma 9971:34325]" descr="Rectangle 240663390. градиент"/>
            <p:cNvPicPr>
              <a:picLocks noChangeAspect="1"/>
            </p:cNvPicPr>
            <p:nvPr/>
          </p:nvPicPr>
          <p:blipFill>
            <a:blip r:embed="rId247">
              <a:extLst>
                <a:ext uri="{96DAC541-7B7A-43D3-8B79-37D633B846F1}">
                  <asvg:svgBlip xmlns:asvg="http://schemas.microsoft.com/office/drawing/2016/SVG/main" r:embed="rId259"/>
                </a:ext>
              </a:extLst>
            </a:blip>
            <a:stretch>
              <a:fillRect/>
            </a:stretch>
          </p:blipFill>
          <p:spPr>
            <a:xfrm>
              <a:off x="10931773" y="5235692"/>
              <a:ext cx="94646" cy="50055"/>
            </a:xfrm>
            <a:prstGeom prst="rect">
              <a:avLst/>
            </a:prstGeom>
          </p:spPr>
        </p:pic>
        <p:pic>
          <p:nvPicPr>
            <p:cNvPr id="192" name="Rectangle 240663391 [Figma 9971:34326]" descr="Rectangle 240663391. градиент"/>
            <p:cNvPicPr>
              <a:picLocks noChangeAspect="1"/>
            </p:cNvPicPr>
            <p:nvPr/>
          </p:nvPicPr>
          <p:blipFill>
            <a:blip r:embed="rId247">
              <a:extLst>
                <a:ext uri="{96DAC541-7B7A-43D3-8B79-37D633B846F1}">
                  <asvg:svgBlip xmlns:asvg="http://schemas.microsoft.com/office/drawing/2016/SVG/main" r:embed="rId260"/>
                </a:ext>
              </a:extLst>
            </a:blip>
            <a:stretch>
              <a:fillRect/>
            </a:stretch>
          </p:blipFill>
          <p:spPr>
            <a:xfrm>
              <a:off x="10684240" y="5314867"/>
              <a:ext cx="94646" cy="50055"/>
            </a:xfrm>
            <a:prstGeom prst="rect">
              <a:avLst/>
            </a:prstGeom>
          </p:spPr>
        </p:pic>
        <p:pic>
          <p:nvPicPr>
            <p:cNvPr id="193" name="Rectangle 240663392 [Figma 9971:34327]" descr="Rectangle 240663392. градиент"/>
            <p:cNvPicPr>
              <a:picLocks noChangeAspect="1"/>
            </p:cNvPicPr>
            <p:nvPr/>
          </p:nvPicPr>
          <p:blipFill>
            <a:blip r:embed="rId247">
              <a:extLst>
                <a:ext uri="{96DAC541-7B7A-43D3-8B79-37D633B846F1}">
                  <asvg:svgBlip xmlns:asvg="http://schemas.microsoft.com/office/drawing/2016/SVG/main" r:embed="rId261"/>
                </a:ext>
              </a:extLst>
            </a:blip>
            <a:stretch>
              <a:fillRect/>
            </a:stretch>
          </p:blipFill>
          <p:spPr>
            <a:xfrm>
              <a:off x="10808013" y="5314867"/>
              <a:ext cx="94646" cy="50055"/>
            </a:xfrm>
            <a:prstGeom prst="rect">
              <a:avLst/>
            </a:prstGeom>
          </p:spPr>
        </p:pic>
        <p:pic>
          <p:nvPicPr>
            <p:cNvPr id="194" name="Rectangle 240663393 [Figma 9971:34328]" descr="Rectangle 240663393. градиент"/>
            <p:cNvPicPr>
              <a:picLocks noChangeAspect="1"/>
            </p:cNvPicPr>
            <p:nvPr/>
          </p:nvPicPr>
          <p:blipFill>
            <a:blip r:embed="rId247">
              <a:extLst>
                <a:ext uri="{96DAC541-7B7A-43D3-8B79-37D633B846F1}">
                  <asvg:svgBlip xmlns:asvg="http://schemas.microsoft.com/office/drawing/2016/SVG/main" r:embed="rId262"/>
                </a:ext>
              </a:extLst>
            </a:blip>
            <a:stretch>
              <a:fillRect/>
            </a:stretch>
          </p:blipFill>
          <p:spPr>
            <a:xfrm>
              <a:off x="10931773" y="5314867"/>
              <a:ext cx="94646" cy="50055"/>
            </a:xfrm>
            <a:prstGeom prst="rect">
              <a:avLst/>
            </a:prstGeom>
          </p:spPr>
        </p:pic>
        <p:pic>
          <p:nvPicPr>
            <p:cNvPr id="195" name="Union [Figma 9971:34330]" descr="Union. градиент"/>
            <p:cNvPicPr>
              <a:picLocks noChangeAspect="1"/>
            </p:cNvPicPr>
            <p:nvPr/>
          </p:nvPicPr>
          <p:blipFill>
            <a:blip r:embed="rId263">
              <a:extLst>
                <a:ext uri="{96DAC541-7B7A-43D3-8B79-37D633B846F1}">
                  <asvg:svgBlip xmlns:asvg="http://schemas.microsoft.com/office/drawing/2016/SVG/main" r:embed="rId264"/>
                </a:ext>
              </a:extLst>
            </a:blip>
            <a:stretch>
              <a:fillRect/>
            </a:stretch>
          </p:blipFill>
          <p:spPr>
            <a:xfrm>
              <a:off x="11099225" y="4924947"/>
              <a:ext cx="55003" cy="429011"/>
            </a:xfrm>
            <a:prstGeom prst="rect">
              <a:avLst/>
            </a:prstGeom>
          </p:spPr>
        </p:pic>
        <p:pic>
          <p:nvPicPr>
            <p:cNvPr id="196" name="Union [Figma 9971:34333]" descr="Union. градиент"/>
            <p:cNvPicPr>
              <a:picLocks noChangeAspect="1"/>
            </p:cNvPicPr>
            <p:nvPr/>
          </p:nvPicPr>
          <p:blipFill>
            <a:blip r:embed="rId265">
              <a:extLst>
                <a:ext uri="{96DAC541-7B7A-43D3-8B79-37D633B846F1}">
                  <asvg:svgBlip xmlns:asvg="http://schemas.microsoft.com/office/drawing/2016/SVG/main" r:embed="rId266"/>
                </a:ext>
              </a:extLst>
            </a:blip>
            <a:stretch>
              <a:fillRect/>
            </a:stretch>
          </p:blipFill>
          <p:spPr>
            <a:xfrm>
              <a:off x="11099225" y="4866211"/>
              <a:ext cx="55003" cy="534925"/>
            </a:xfrm>
            <a:prstGeom prst="rect">
              <a:avLst/>
            </a:prstGeom>
          </p:spPr>
        </p:pic>
      </p:grpSp>
      <p:grpSp>
        <p:nvGrpSpPr>
          <p:cNvPr id="345" name="Группа 344">
            <a:extLst>
              <a:ext uri="{FF2B5EF4-FFF2-40B4-BE49-F238E27FC236}">
                <a16:creationId xmlns:a16="http://schemas.microsoft.com/office/drawing/2014/main" id="{907BF28F-3C9D-42C7-860C-5AB368C2AC07}"/>
              </a:ext>
            </a:extLst>
          </p:cNvPr>
          <p:cNvGrpSpPr/>
          <p:nvPr/>
        </p:nvGrpSpPr>
        <p:grpSpPr>
          <a:xfrm>
            <a:off x="2937112" y="5700421"/>
            <a:ext cx="558748" cy="557199"/>
            <a:chOff x="2937112" y="5700421"/>
            <a:chExt cx="558748" cy="557199"/>
          </a:xfrm>
        </p:grpSpPr>
        <p:pic>
          <p:nvPicPr>
            <p:cNvPr id="197" name="Subtract [Figma 9974:38596]" descr="Subtract. векторный контур"/>
            <p:cNvPicPr>
              <a:picLocks noChangeAspect="1"/>
            </p:cNvPicPr>
            <p:nvPr/>
          </p:nvPicPr>
          <p:blipFill>
            <a:blip r:embed="rId267">
              <a:extLst>
                <a:ext uri="{96DAC541-7B7A-43D3-8B79-37D633B846F1}">
                  <asvg:svgBlip xmlns:asvg="http://schemas.microsoft.com/office/drawing/2016/SVG/main" r:embed="rId268"/>
                </a:ext>
              </a:extLst>
            </a:blip>
            <a:stretch>
              <a:fillRect/>
            </a:stretch>
          </p:blipFill>
          <p:spPr>
            <a:xfrm>
              <a:off x="3219171" y="5784160"/>
              <a:ext cx="276689" cy="473460"/>
            </a:xfrm>
            <a:prstGeom prst="rect">
              <a:avLst/>
            </a:prstGeom>
          </p:spPr>
        </p:pic>
        <p:pic>
          <p:nvPicPr>
            <p:cNvPr id="198" name="Subtract [Figma 9974:38594]" descr="Subtract. векторный контур"/>
            <p:cNvPicPr>
              <a:picLocks noChangeAspect="1"/>
            </p:cNvPicPr>
            <p:nvPr/>
          </p:nvPicPr>
          <p:blipFill>
            <a:blip r:embed="rId269">
              <a:extLst>
                <a:ext uri="{96DAC541-7B7A-43D3-8B79-37D633B846F1}">
                  <asvg:svgBlip xmlns:asvg="http://schemas.microsoft.com/office/drawing/2016/SVG/main" r:embed="rId270"/>
                </a:ext>
              </a:extLst>
            </a:blip>
            <a:stretch>
              <a:fillRect/>
            </a:stretch>
          </p:blipFill>
          <p:spPr>
            <a:xfrm>
              <a:off x="3058292" y="5700421"/>
              <a:ext cx="352367" cy="274135"/>
            </a:xfrm>
            <a:prstGeom prst="rect">
              <a:avLst/>
            </a:prstGeom>
          </p:spPr>
        </p:pic>
        <p:pic>
          <p:nvPicPr>
            <p:cNvPr id="199" name="Subtract [Figma 9974:38593]" descr="Subtract. векторный контур"/>
            <p:cNvPicPr>
              <a:picLocks noChangeAspect="1"/>
            </p:cNvPicPr>
            <p:nvPr/>
          </p:nvPicPr>
          <p:blipFill>
            <a:blip r:embed="rId271">
              <a:extLst>
                <a:ext uri="{96DAC541-7B7A-43D3-8B79-37D633B846F1}">
                  <asvg:svgBlip xmlns:asvg="http://schemas.microsoft.com/office/drawing/2016/SVG/main" r:embed="rId272"/>
                </a:ext>
              </a:extLst>
            </a:blip>
            <a:stretch>
              <a:fillRect/>
            </a:stretch>
          </p:blipFill>
          <p:spPr>
            <a:xfrm>
              <a:off x="2937112" y="5752460"/>
              <a:ext cx="273973" cy="307967"/>
            </a:xfrm>
            <a:prstGeom prst="rect">
              <a:avLst/>
            </a:prstGeom>
          </p:spPr>
        </p:pic>
        <p:pic>
          <p:nvPicPr>
            <p:cNvPr id="200" name="Subtract [Figma 9974:38592]" descr="Subtract. векторный контур"/>
            <p:cNvPicPr>
              <a:picLocks noChangeAspect="1"/>
            </p:cNvPicPr>
            <p:nvPr/>
          </p:nvPicPr>
          <p:blipFill>
            <a:blip r:embed="rId273">
              <a:extLst>
                <a:ext uri="{96DAC541-7B7A-43D3-8B79-37D633B846F1}">
                  <asvg:svgBlip xmlns:asvg="http://schemas.microsoft.com/office/drawing/2016/SVG/main" r:embed="rId274"/>
                </a:ext>
              </a:extLst>
            </a:blip>
            <a:stretch>
              <a:fillRect/>
            </a:stretch>
          </p:blipFill>
          <p:spPr>
            <a:xfrm>
              <a:off x="2950754" y="5982989"/>
              <a:ext cx="262067" cy="274631"/>
            </a:xfrm>
            <a:prstGeom prst="rect">
              <a:avLst/>
            </a:prstGeom>
          </p:spPr>
        </p:pic>
        <p:pic>
          <p:nvPicPr>
            <p:cNvPr id="201" name="Vector [Figma 9974:38450]" descr="Vector. векторный контур"/>
            <p:cNvPicPr>
              <a:picLocks noChangeAspect="1"/>
            </p:cNvPicPr>
            <p:nvPr/>
          </p:nvPicPr>
          <p:blipFill>
            <a:blip r:embed="rId195">
              <a:extLst>
                <a:ext uri="{96DAC541-7B7A-43D3-8B79-37D633B846F1}">
                  <asvg:svgBlip xmlns:asvg="http://schemas.microsoft.com/office/drawing/2016/SVG/main" r:embed="rId196"/>
                </a:ext>
              </a:extLst>
            </a:blip>
            <a:stretch>
              <a:fillRect/>
            </a:stretch>
          </p:blipFill>
          <p:spPr>
            <a:xfrm>
              <a:off x="3290408" y="6006553"/>
              <a:ext cx="134444" cy="28326"/>
            </a:xfrm>
            <a:prstGeom prst="rect">
              <a:avLst/>
            </a:prstGeom>
          </p:spPr>
        </p:pic>
      </p:grpSp>
      <p:grpSp>
        <p:nvGrpSpPr>
          <p:cNvPr id="336" name="Группа 335">
            <a:extLst>
              <a:ext uri="{FF2B5EF4-FFF2-40B4-BE49-F238E27FC236}">
                <a16:creationId xmlns:a16="http://schemas.microsoft.com/office/drawing/2014/main" id="{15643FE2-C53E-41E3-8477-1721D91557CB}"/>
              </a:ext>
            </a:extLst>
          </p:cNvPr>
          <p:cNvGrpSpPr/>
          <p:nvPr/>
        </p:nvGrpSpPr>
        <p:grpSpPr>
          <a:xfrm>
            <a:off x="4830499" y="5671152"/>
            <a:ext cx="610651" cy="610676"/>
            <a:chOff x="4830499" y="5671152"/>
            <a:chExt cx="610651" cy="610676"/>
          </a:xfrm>
        </p:grpSpPr>
        <p:pic>
          <p:nvPicPr>
            <p:cNvPr id="202" name="Vector 49 [Figma 9971:36474]" descr="Vector 49. векторный контур"/>
            <p:cNvPicPr>
              <a:picLocks noChangeAspect="1"/>
            </p:cNvPicPr>
            <p:nvPr/>
          </p:nvPicPr>
          <p:blipFill>
            <a:blip r:embed="rId275">
              <a:extLst>
                <a:ext uri="{96DAC541-7B7A-43D3-8B79-37D633B846F1}">
                  <asvg:svgBlip xmlns:asvg="http://schemas.microsoft.com/office/drawing/2016/SVG/main" r:embed="rId276"/>
                </a:ext>
              </a:extLst>
            </a:blip>
            <a:stretch>
              <a:fillRect/>
            </a:stretch>
          </p:blipFill>
          <p:spPr>
            <a:xfrm>
              <a:off x="5013076" y="5846021"/>
              <a:ext cx="209061" cy="283858"/>
            </a:xfrm>
            <a:prstGeom prst="rect">
              <a:avLst/>
            </a:prstGeom>
          </p:spPr>
        </p:pic>
        <p:pic>
          <p:nvPicPr>
            <p:cNvPr id="203" name="Vector 50 [Figma 9971:36475]" descr="Vector 50. векторный контур"/>
            <p:cNvPicPr>
              <a:picLocks noChangeAspect="1"/>
            </p:cNvPicPr>
            <p:nvPr/>
          </p:nvPicPr>
          <p:blipFill>
            <a:blip r:embed="rId277">
              <a:extLst>
                <a:ext uri="{96DAC541-7B7A-43D3-8B79-37D633B846F1}">
                  <asvg:svgBlip xmlns:asvg="http://schemas.microsoft.com/office/drawing/2016/SVG/main" r:embed="rId278"/>
                </a:ext>
              </a:extLst>
            </a:blip>
            <a:stretch>
              <a:fillRect/>
            </a:stretch>
          </p:blipFill>
          <p:spPr>
            <a:xfrm>
              <a:off x="5222137" y="5826872"/>
              <a:ext cx="33219" cy="303056"/>
            </a:xfrm>
            <a:prstGeom prst="rect">
              <a:avLst/>
            </a:prstGeom>
          </p:spPr>
        </p:pic>
        <p:pic>
          <p:nvPicPr>
            <p:cNvPr id="204" name="Vector [Figma 9971:36476]" descr="Vector. векторный контур"/>
            <p:cNvPicPr>
              <a:picLocks noChangeAspect="1"/>
            </p:cNvPicPr>
            <p:nvPr/>
          </p:nvPicPr>
          <p:blipFill>
            <a:blip r:embed="rId279">
              <a:extLst>
                <a:ext uri="{96DAC541-7B7A-43D3-8B79-37D633B846F1}">
                  <asvg:svgBlip xmlns:asvg="http://schemas.microsoft.com/office/drawing/2016/SVG/main" r:embed="rId280"/>
                </a:ext>
              </a:extLst>
            </a:blip>
            <a:stretch>
              <a:fillRect/>
            </a:stretch>
          </p:blipFill>
          <p:spPr>
            <a:xfrm>
              <a:off x="5013076" y="5826872"/>
              <a:ext cx="242286" cy="19198"/>
            </a:xfrm>
            <a:prstGeom prst="rect">
              <a:avLst/>
            </a:prstGeom>
          </p:spPr>
        </p:pic>
        <p:pic>
          <p:nvPicPr>
            <p:cNvPr id="205" name="Union [Figma 9971:36477]" descr="Union. векторный контур"/>
            <p:cNvPicPr>
              <a:picLocks noChangeAspect="1"/>
            </p:cNvPicPr>
            <p:nvPr/>
          </p:nvPicPr>
          <p:blipFill>
            <a:blip r:embed="rId281">
              <a:extLst>
                <a:ext uri="{96DAC541-7B7A-43D3-8B79-37D633B846F1}">
                  <asvg:svgBlip xmlns:asvg="http://schemas.microsoft.com/office/drawing/2016/SVG/main" r:embed="rId282"/>
                </a:ext>
              </a:extLst>
            </a:blip>
            <a:stretch>
              <a:fillRect/>
            </a:stretch>
          </p:blipFill>
          <p:spPr>
            <a:xfrm>
              <a:off x="5010012" y="5823797"/>
              <a:ext cx="248413" cy="309158"/>
            </a:xfrm>
            <a:prstGeom prst="rect">
              <a:avLst/>
            </a:prstGeom>
          </p:spPr>
        </p:pic>
        <p:pic>
          <p:nvPicPr>
            <p:cNvPr id="206" name="Ellipse 39 (Stroke) [Figma 9971:36478]" descr="Ellipse 39 (Stroke). векторный контур"/>
            <p:cNvPicPr>
              <a:picLocks noChangeAspect="1"/>
            </p:cNvPicPr>
            <p:nvPr/>
          </p:nvPicPr>
          <p:blipFill>
            <a:blip r:embed="rId283">
              <a:extLst>
                <a:ext uri="{96DAC541-7B7A-43D3-8B79-37D633B846F1}">
                  <asvg:svgBlip xmlns:asvg="http://schemas.microsoft.com/office/drawing/2016/SVG/main" r:embed="rId284"/>
                </a:ext>
              </a:extLst>
            </a:blip>
            <a:stretch>
              <a:fillRect/>
            </a:stretch>
          </p:blipFill>
          <p:spPr>
            <a:xfrm>
              <a:off x="5329786" y="5805789"/>
              <a:ext cx="105250" cy="375782"/>
            </a:xfrm>
            <a:prstGeom prst="rect">
              <a:avLst/>
            </a:prstGeom>
          </p:spPr>
        </p:pic>
        <p:pic>
          <p:nvPicPr>
            <p:cNvPr id="207" name="Ellipse 39 (Stroke) (Stroke) [Figma 9971:36479]" descr="Ellipse 39 (Stroke) (Stroke). векторный контур"/>
            <p:cNvPicPr>
              <a:picLocks noChangeAspect="1"/>
            </p:cNvPicPr>
            <p:nvPr/>
          </p:nvPicPr>
          <p:blipFill>
            <a:blip r:embed="rId285">
              <a:extLst>
                <a:ext uri="{96DAC541-7B7A-43D3-8B79-37D633B846F1}">
                  <asvg:svgBlip xmlns:asvg="http://schemas.microsoft.com/office/drawing/2016/SVG/main" r:embed="rId286"/>
                </a:ext>
              </a:extLst>
            </a:blip>
            <a:stretch>
              <a:fillRect/>
            </a:stretch>
          </p:blipFill>
          <p:spPr>
            <a:xfrm>
              <a:off x="5322624" y="5798298"/>
              <a:ext cx="118526" cy="390614"/>
            </a:xfrm>
            <a:prstGeom prst="rect">
              <a:avLst/>
            </a:prstGeom>
          </p:spPr>
        </p:pic>
        <p:pic>
          <p:nvPicPr>
            <p:cNvPr id="208" name="Ellipse 39 (Stroke) [Figma 9971:36480]" descr="Ellipse 39 (Stroke). векторный контур"/>
            <p:cNvPicPr>
              <a:picLocks noChangeAspect="1"/>
            </p:cNvPicPr>
            <p:nvPr/>
          </p:nvPicPr>
          <p:blipFill>
            <a:blip r:embed="rId287">
              <a:extLst>
                <a:ext uri="{96DAC541-7B7A-43D3-8B79-37D633B846F1}">
                  <asvg:svgBlip xmlns:asvg="http://schemas.microsoft.com/office/drawing/2016/SVG/main" r:embed="rId288"/>
                </a:ext>
              </a:extLst>
            </a:blip>
            <a:stretch>
              <a:fillRect/>
            </a:stretch>
          </p:blipFill>
          <p:spPr>
            <a:xfrm>
              <a:off x="4958656" y="5677254"/>
              <a:ext cx="409986" cy="134240"/>
            </a:xfrm>
            <a:prstGeom prst="rect">
              <a:avLst/>
            </a:prstGeom>
          </p:spPr>
        </p:pic>
        <p:pic>
          <p:nvPicPr>
            <p:cNvPr id="209" name="Ellipse 39 (Stroke) (Stroke) [Figma 9971:36481]" descr="Ellipse 39 (Stroke) (Stroke). векторный контур"/>
            <p:cNvPicPr>
              <a:picLocks noChangeAspect="1"/>
            </p:cNvPicPr>
            <p:nvPr/>
          </p:nvPicPr>
          <p:blipFill>
            <a:blip r:embed="rId289">
              <a:extLst>
                <a:ext uri="{96DAC541-7B7A-43D3-8B79-37D633B846F1}">
                  <asvg:svgBlip xmlns:asvg="http://schemas.microsoft.com/office/drawing/2016/SVG/main" r:embed="rId290"/>
                </a:ext>
              </a:extLst>
            </a:blip>
            <a:stretch>
              <a:fillRect/>
            </a:stretch>
          </p:blipFill>
          <p:spPr>
            <a:xfrm>
              <a:off x="4951103" y="5671152"/>
              <a:ext cx="424701" cy="147733"/>
            </a:xfrm>
            <a:prstGeom prst="rect">
              <a:avLst/>
            </a:prstGeom>
          </p:spPr>
        </p:pic>
        <p:pic>
          <p:nvPicPr>
            <p:cNvPr id="210" name="Ellipse 39 (Stroke) [Figma 9971:36482]" descr="Ellipse 39 (Stroke). векторный контур"/>
            <p:cNvPicPr>
              <a:picLocks noChangeAspect="1"/>
            </p:cNvPicPr>
            <p:nvPr/>
          </p:nvPicPr>
          <p:blipFill>
            <a:blip r:embed="rId291">
              <a:extLst>
                <a:ext uri="{96DAC541-7B7A-43D3-8B79-37D633B846F1}">
                  <asvg:svgBlip xmlns:asvg="http://schemas.microsoft.com/office/drawing/2016/SVG/main" r:embed="rId292"/>
                </a:ext>
              </a:extLst>
            </a:blip>
            <a:stretch>
              <a:fillRect/>
            </a:stretch>
          </p:blipFill>
          <p:spPr>
            <a:xfrm>
              <a:off x="4836620" y="5748442"/>
              <a:ext cx="502518" cy="527235"/>
            </a:xfrm>
            <a:prstGeom prst="rect">
              <a:avLst/>
            </a:prstGeom>
          </p:spPr>
        </p:pic>
        <p:pic>
          <p:nvPicPr>
            <p:cNvPr id="211" name="Ellipse 39 (Stroke) (Stroke) [Figma 9971:36483]" descr="Ellipse 39 (Stroke) (Stroke). векторный контур"/>
            <p:cNvPicPr>
              <a:picLocks noChangeAspect="1"/>
            </p:cNvPicPr>
            <p:nvPr/>
          </p:nvPicPr>
          <p:blipFill>
            <a:blip r:embed="rId293">
              <a:extLst>
                <a:ext uri="{96DAC541-7B7A-43D3-8B79-37D633B846F1}">
                  <asvg:svgBlip xmlns:asvg="http://schemas.microsoft.com/office/drawing/2016/SVG/main" r:embed="rId294"/>
                </a:ext>
              </a:extLst>
            </a:blip>
            <a:stretch>
              <a:fillRect/>
            </a:stretch>
          </p:blipFill>
          <p:spPr>
            <a:xfrm>
              <a:off x="4830499" y="5741298"/>
              <a:ext cx="515937" cy="540530"/>
            </a:xfrm>
            <a:prstGeom prst="rect">
              <a:avLst/>
            </a:prstGeom>
          </p:spPr>
        </p:pic>
        <p:pic>
          <p:nvPicPr>
            <p:cNvPr id="212" name="Vector 51 (Stroke) [Figma 9971:36484]" descr="Vector 51 (Stroke). векторный контур"/>
            <p:cNvPicPr>
              <a:picLocks noChangeAspect="1"/>
            </p:cNvPicPr>
            <p:nvPr/>
          </p:nvPicPr>
          <p:blipFill>
            <a:blip r:embed="rId209">
              <a:extLst>
                <a:ext uri="{96DAC541-7B7A-43D3-8B79-37D633B846F1}">
                  <asvg:svgBlip xmlns:asvg="http://schemas.microsoft.com/office/drawing/2016/SVG/main" r:embed="rId210"/>
                </a:ext>
              </a:extLst>
            </a:blip>
            <a:stretch>
              <a:fillRect/>
            </a:stretch>
          </p:blipFill>
          <p:spPr>
            <a:xfrm>
              <a:off x="5054653" y="5881640"/>
              <a:ext cx="126507" cy="90832"/>
            </a:xfrm>
            <a:prstGeom prst="rect">
              <a:avLst/>
            </a:prstGeom>
          </p:spPr>
        </p:pic>
        <p:pic>
          <p:nvPicPr>
            <p:cNvPr id="213" name="Vector 52 (Stroke) [Figma 9971:36485]" descr="Vector 52 (Stroke). векторный контур"/>
            <p:cNvPicPr>
              <a:picLocks noChangeAspect="1"/>
            </p:cNvPicPr>
            <p:nvPr/>
          </p:nvPicPr>
          <p:blipFill>
            <a:blip r:embed="rId211">
              <a:extLst>
                <a:ext uri="{96DAC541-7B7A-43D3-8B79-37D633B846F1}">
                  <asvg:svgBlip xmlns:asvg="http://schemas.microsoft.com/office/drawing/2016/SVG/main" r:embed="rId295"/>
                </a:ext>
              </a:extLst>
            </a:blip>
            <a:stretch>
              <a:fillRect/>
            </a:stretch>
          </p:blipFill>
          <p:spPr>
            <a:xfrm>
              <a:off x="5045681" y="6015135"/>
              <a:ext cx="140013" cy="81853"/>
            </a:xfrm>
            <a:prstGeom prst="rect">
              <a:avLst/>
            </a:prstGeom>
          </p:spPr>
        </p:pic>
      </p:grpSp>
      <p:grpSp>
        <p:nvGrpSpPr>
          <p:cNvPr id="350" name="Группа 349">
            <a:extLst>
              <a:ext uri="{FF2B5EF4-FFF2-40B4-BE49-F238E27FC236}">
                <a16:creationId xmlns:a16="http://schemas.microsoft.com/office/drawing/2014/main" id="{661D278D-F95F-4E95-B31C-82E378EFC245}"/>
              </a:ext>
            </a:extLst>
          </p:cNvPr>
          <p:cNvGrpSpPr/>
          <p:nvPr/>
        </p:nvGrpSpPr>
        <p:grpSpPr>
          <a:xfrm>
            <a:off x="1041021" y="2309159"/>
            <a:ext cx="500298" cy="565533"/>
            <a:chOff x="1041021" y="2309159"/>
            <a:chExt cx="500298" cy="565533"/>
          </a:xfrm>
        </p:grpSpPr>
        <p:pic>
          <p:nvPicPr>
            <p:cNvPr id="218" name="Vector (Stroke) [Figma 9971:36417]" descr="Vector (Stroke). векторный контур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296"/>
                </a:ext>
              </a:extLst>
            </a:blip>
            <a:stretch>
              <a:fillRect/>
            </a:stretch>
          </p:blipFill>
          <p:spPr>
            <a:xfrm>
              <a:off x="1291120" y="2309159"/>
              <a:ext cx="188530" cy="364421"/>
            </a:xfrm>
            <a:prstGeom prst="rect">
              <a:avLst/>
            </a:prstGeom>
          </p:spPr>
        </p:pic>
        <p:pic>
          <p:nvPicPr>
            <p:cNvPr id="219" name="Vector [Figma 9971:36424]" descr="Vector. векторный контур"/>
            <p:cNvPicPr>
              <a:picLocks noChangeAspect="1"/>
            </p:cNvPicPr>
            <p:nvPr/>
          </p:nvPicPr>
          <p:blipFill>
            <a:blip r:embed="rId297">
              <a:extLst>
                <a:ext uri="{96DAC541-7B7A-43D3-8B79-37D633B846F1}">
                  <asvg:svgBlip xmlns:asvg="http://schemas.microsoft.com/office/drawing/2016/SVG/main" r:embed="rId298"/>
                </a:ext>
              </a:extLst>
            </a:blip>
            <a:stretch>
              <a:fillRect/>
            </a:stretch>
          </p:blipFill>
          <p:spPr>
            <a:xfrm>
              <a:off x="1041021" y="2677847"/>
              <a:ext cx="178106" cy="67368"/>
            </a:xfrm>
            <a:prstGeom prst="rect">
              <a:avLst/>
            </a:prstGeom>
          </p:spPr>
        </p:pic>
        <p:pic>
          <p:nvPicPr>
            <p:cNvPr id="220" name="Vector [Figma 9987:20608]" descr="Vector. векторный контур"/>
            <p:cNvPicPr>
              <a:picLocks noChangeAspect="1"/>
            </p:cNvPicPr>
            <p:nvPr/>
          </p:nvPicPr>
          <p:blipFill>
            <a:blip r:embed="rId297">
              <a:extLst>
                <a:ext uri="{96DAC541-7B7A-43D3-8B79-37D633B846F1}">
                  <asvg:svgBlip xmlns:asvg="http://schemas.microsoft.com/office/drawing/2016/SVG/main" r:embed="rId299"/>
                </a:ext>
              </a:extLst>
            </a:blip>
            <a:stretch>
              <a:fillRect/>
            </a:stretch>
          </p:blipFill>
          <p:spPr>
            <a:xfrm>
              <a:off x="1363213" y="2807324"/>
              <a:ext cx="178106" cy="67368"/>
            </a:xfrm>
            <a:prstGeom prst="rect">
              <a:avLst/>
            </a:prstGeom>
          </p:spPr>
        </p:pic>
        <p:pic>
          <p:nvPicPr>
            <p:cNvPr id="221" name="Vector [Figma 9987:20620]" descr="Vector. векторный контур"/>
            <p:cNvPicPr>
              <a:picLocks noChangeAspect="1"/>
            </p:cNvPicPr>
            <p:nvPr/>
          </p:nvPicPr>
          <p:blipFill>
            <a:blip r:embed="rId300">
              <a:extLst>
                <a:ext uri="{96DAC541-7B7A-43D3-8B79-37D633B846F1}">
                  <asvg:svgBlip xmlns:asvg="http://schemas.microsoft.com/office/drawing/2016/SVG/main" r:embed="rId301"/>
                </a:ext>
              </a:extLst>
            </a:blip>
            <a:stretch>
              <a:fillRect/>
            </a:stretch>
          </p:blipFill>
          <p:spPr>
            <a:xfrm>
              <a:off x="1363213" y="2704536"/>
              <a:ext cx="178106" cy="90138"/>
            </a:xfrm>
            <a:prstGeom prst="rect">
              <a:avLst/>
            </a:prstGeom>
          </p:spPr>
        </p:pic>
        <p:pic>
          <p:nvPicPr>
            <p:cNvPr id="222" name="Vector [Figma 9987:20680]" descr="Vector. векторный контур"/>
            <p:cNvPicPr>
              <a:picLocks noChangeAspect="1"/>
            </p:cNvPicPr>
            <p:nvPr/>
          </p:nvPicPr>
          <p:blipFill>
            <a:blip r:embed="rId297">
              <a:extLst>
                <a:ext uri="{96DAC541-7B7A-43D3-8B79-37D633B846F1}">
                  <asvg:svgBlip xmlns:asvg="http://schemas.microsoft.com/office/drawing/2016/SVG/main" r:embed="rId299"/>
                </a:ext>
              </a:extLst>
            </a:blip>
            <a:stretch>
              <a:fillRect/>
            </a:stretch>
          </p:blipFill>
          <p:spPr>
            <a:xfrm>
              <a:off x="1041021" y="2597928"/>
              <a:ext cx="178106" cy="67368"/>
            </a:xfrm>
            <a:prstGeom prst="rect">
              <a:avLst/>
            </a:prstGeom>
          </p:spPr>
        </p:pic>
        <p:pic>
          <p:nvPicPr>
            <p:cNvPr id="223" name="Vector [Figma 9987:20711]" descr="Vector. векторный контур"/>
            <p:cNvPicPr>
              <a:picLocks noChangeAspect="1"/>
            </p:cNvPicPr>
            <p:nvPr/>
          </p:nvPicPr>
          <p:blipFill>
            <a:blip r:embed="rId300">
              <a:extLst>
                <a:ext uri="{96DAC541-7B7A-43D3-8B79-37D633B846F1}">
                  <asvg:svgBlip xmlns:asvg="http://schemas.microsoft.com/office/drawing/2016/SVG/main" r:embed="rId302"/>
                </a:ext>
              </a:extLst>
            </a:blip>
            <a:stretch>
              <a:fillRect/>
            </a:stretch>
          </p:blipFill>
          <p:spPr>
            <a:xfrm>
              <a:off x="1041021" y="2495190"/>
              <a:ext cx="178106" cy="90138"/>
            </a:xfrm>
            <a:prstGeom prst="rect">
              <a:avLst/>
            </a:prstGeom>
          </p:spPr>
        </p:pic>
      </p:grpSp>
      <p:grpSp>
        <p:nvGrpSpPr>
          <p:cNvPr id="346" name="Группа 345">
            <a:extLst>
              <a:ext uri="{FF2B5EF4-FFF2-40B4-BE49-F238E27FC236}">
                <a16:creationId xmlns:a16="http://schemas.microsoft.com/office/drawing/2014/main" id="{4117280A-6B45-4E57-9AF6-5E00F753C51B}"/>
              </a:ext>
            </a:extLst>
          </p:cNvPr>
          <p:cNvGrpSpPr/>
          <p:nvPr/>
        </p:nvGrpSpPr>
        <p:grpSpPr>
          <a:xfrm>
            <a:off x="1009147" y="5696453"/>
            <a:ext cx="566072" cy="565085"/>
            <a:chOff x="1009147" y="5696453"/>
            <a:chExt cx="566072" cy="565085"/>
          </a:xfrm>
        </p:grpSpPr>
        <p:pic>
          <p:nvPicPr>
            <p:cNvPr id="238" name="Ellipse 64 [Figma 9987:21798]" descr="Ellipse 64. векторный контур"/>
            <p:cNvPicPr>
              <a:picLocks noChangeAspect="1"/>
            </p:cNvPicPr>
            <p:nvPr/>
          </p:nvPicPr>
          <p:blipFill>
            <a:blip r:embed="rId303">
              <a:extLst>
                <a:ext uri="{96DAC541-7B7A-43D3-8B79-37D633B846F1}">
                  <asvg:svgBlip xmlns:asvg="http://schemas.microsoft.com/office/drawing/2016/SVG/main" r:embed="rId304"/>
                </a:ext>
              </a:extLst>
            </a:blip>
            <a:stretch>
              <a:fillRect/>
            </a:stretch>
          </p:blipFill>
          <p:spPr>
            <a:xfrm>
              <a:off x="1066829" y="5753105"/>
              <a:ext cx="450709" cy="450690"/>
            </a:xfrm>
            <a:prstGeom prst="rect">
              <a:avLst/>
            </a:prstGeom>
          </p:spPr>
        </p:pic>
        <p:pic>
          <p:nvPicPr>
            <p:cNvPr id="239" name="Ellipse 65 (Stroke) [Figma 9987:21837]" descr="Ellipse 65 (Stroke). векторный контур"/>
            <p:cNvPicPr>
              <a:picLocks noChangeAspect="1"/>
            </p:cNvPicPr>
            <p:nvPr/>
          </p:nvPicPr>
          <p:blipFill>
            <a:blip r:embed="rId305">
              <a:extLst>
                <a:ext uri="{96DAC541-7B7A-43D3-8B79-37D633B846F1}">
                  <asvg:svgBlip xmlns:asvg="http://schemas.microsoft.com/office/drawing/2016/SVG/main" r:embed="rId306"/>
                </a:ext>
              </a:extLst>
            </a:blip>
            <a:stretch>
              <a:fillRect/>
            </a:stretch>
          </p:blipFill>
          <p:spPr>
            <a:xfrm>
              <a:off x="1009147" y="5696453"/>
              <a:ext cx="279058" cy="410358"/>
            </a:xfrm>
            <a:prstGeom prst="rect">
              <a:avLst/>
            </a:prstGeom>
          </p:spPr>
        </p:pic>
        <p:pic>
          <p:nvPicPr>
            <p:cNvPr id="240" name="Ellipse 66 (Stroke) [Figma 9987:21843]" descr="Ellipse 66 (Stroke). векторный контур"/>
            <p:cNvPicPr>
              <a:picLocks noChangeAspect="1"/>
            </p:cNvPicPr>
            <p:nvPr/>
          </p:nvPicPr>
          <p:blipFill>
            <a:blip r:embed="rId307">
              <a:extLst>
                <a:ext uri="{96DAC541-7B7A-43D3-8B79-37D633B846F1}">
                  <asvg:svgBlip xmlns:asvg="http://schemas.microsoft.com/office/drawing/2016/SVG/main" r:embed="rId308"/>
                </a:ext>
              </a:extLst>
            </a:blip>
            <a:stretch>
              <a:fillRect/>
            </a:stretch>
          </p:blipFill>
          <p:spPr>
            <a:xfrm>
              <a:off x="1296409" y="5696502"/>
              <a:ext cx="278810" cy="410408"/>
            </a:xfrm>
            <a:prstGeom prst="rect">
              <a:avLst/>
            </a:prstGeom>
          </p:spPr>
        </p:pic>
        <p:pic>
          <p:nvPicPr>
            <p:cNvPr id="241" name="Ellipse 67 (Stroke) [Figma 9987:21849]" descr="Ellipse 67 (Stroke). векторный контур"/>
            <p:cNvPicPr>
              <a:picLocks noChangeAspect="1"/>
            </p:cNvPicPr>
            <p:nvPr/>
          </p:nvPicPr>
          <p:blipFill>
            <a:blip r:embed="rId309">
              <a:extLst>
                <a:ext uri="{96DAC541-7B7A-43D3-8B79-37D633B846F1}">
                  <asvg:svgBlip xmlns:asvg="http://schemas.microsoft.com/office/drawing/2016/SVG/main" r:embed="rId310"/>
                </a:ext>
              </a:extLst>
            </a:blip>
            <a:stretch>
              <a:fillRect/>
            </a:stretch>
          </p:blipFill>
          <p:spPr>
            <a:xfrm>
              <a:off x="1057342" y="6104876"/>
              <a:ext cx="468735" cy="156662"/>
            </a:xfrm>
            <a:prstGeom prst="rect">
              <a:avLst/>
            </a:prstGeom>
          </p:spPr>
        </p:pic>
      </p:grpSp>
      <p:grpSp>
        <p:nvGrpSpPr>
          <p:cNvPr id="326" name="Группа 325">
            <a:extLst>
              <a:ext uri="{FF2B5EF4-FFF2-40B4-BE49-F238E27FC236}">
                <a16:creationId xmlns:a16="http://schemas.microsoft.com/office/drawing/2014/main" id="{6F380076-A7A1-4DDA-806B-8723CF5857F5}"/>
              </a:ext>
            </a:extLst>
          </p:cNvPr>
          <p:cNvGrpSpPr/>
          <p:nvPr/>
        </p:nvGrpSpPr>
        <p:grpSpPr>
          <a:xfrm>
            <a:off x="8639089" y="5711732"/>
            <a:ext cx="682261" cy="528426"/>
            <a:chOff x="8639089" y="5711732"/>
            <a:chExt cx="682261" cy="528426"/>
          </a:xfrm>
        </p:grpSpPr>
        <p:pic>
          <p:nvPicPr>
            <p:cNvPr id="271" name="Rectangle 240663372 [Figma 9987:23035]" descr="Rectangle 240663372. векторный контур"/>
            <p:cNvPicPr>
              <a:picLocks noChangeAspect="1"/>
            </p:cNvPicPr>
            <p:nvPr/>
          </p:nvPicPr>
          <p:blipFill>
            <a:blip r:embed="rId155"/>
            <a:stretch>
              <a:fillRect/>
            </a:stretch>
          </p:blipFill>
          <p:spPr>
            <a:xfrm>
              <a:off x="8799677" y="6077294"/>
              <a:ext cx="63" cy="198"/>
            </a:xfrm>
            <a:prstGeom prst="rect">
              <a:avLst/>
            </a:prstGeom>
          </p:spPr>
        </p:pic>
        <p:pic>
          <p:nvPicPr>
            <p:cNvPr id="272" name="Rectangle 240663371 [Figma 9987:23331]" descr="Rectangle 240663371. векторный контур"/>
            <p:cNvPicPr>
              <a:picLocks noChangeAspect="1"/>
            </p:cNvPicPr>
            <p:nvPr/>
          </p:nvPicPr>
          <p:blipFill>
            <a:blip r:embed="rId311">
              <a:extLst>
                <a:ext uri="{96DAC541-7B7A-43D3-8B79-37D633B846F1}">
                  <asvg:svgBlip xmlns:asvg="http://schemas.microsoft.com/office/drawing/2016/SVG/main" r:embed="rId312"/>
                </a:ext>
              </a:extLst>
            </a:blip>
            <a:stretch>
              <a:fillRect/>
            </a:stretch>
          </p:blipFill>
          <p:spPr>
            <a:xfrm>
              <a:off x="8719355" y="5872264"/>
              <a:ext cx="601995" cy="367894"/>
            </a:xfrm>
            <a:prstGeom prst="rect">
              <a:avLst/>
            </a:prstGeom>
          </p:spPr>
        </p:pic>
        <p:pic>
          <p:nvPicPr>
            <p:cNvPr id="273" name="Rectangle 240663372 [Figma 9987:23336]" descr="Rectangle 240663372. векторный контур"/>
            <p:cNvPicPr>
              <a:picLocks noChangeAspect="1"/>
            </p:cNvPicPr>
            <p:nvPr/>
          </p:nvPicPr>
          <p:blipFill>
            <a:blip r:embed="rId313">
              <a:extLst>
                <a:ext uri="{96DAC541-7B7A-43D3-8B79-37D633B846F1}">
                  <asvg:svgBlip xmlns:asvg="http://schemas.microsoft.com/office/drawing/2016/SVG/main" r:embed="rId314"/>
                </a:ext>
              </a:extLst>
            </a:blip>
            <a:stretch>
              <a:fillRect/>
            </a:stretch>
          </p:blipFill>
          <p:spPr>
            <a:xfrm>
              <a:off x="8639089" y="5832131"/>
              <a:ext cx="601995" cy="247495"/>
            </a:xfrm>
            <a:prstGeom prst="rect">
              <a:avLst/>
            </a:prstGeom>
          </p:spPr>
        </p:pic>
        <p:pic>
          <p:nvPicPr>
            <p:cNvPr id="274" name="Rectangle 240663370 [Figma 9987:23341]" descr="Rectangle 240663370. векторный контур"/>
            <p:cNvPicPr>
              <a:picLocks noChangeAspect="1"/>
            </p:cNvPicPr>
            <p:nvPr/>
          </p:nvPicPr>
          <p:blipFill>
            <a:blip r:embed="rId315">
              <a:extLst>
                <a:ext uri="{96DAC541-7B7A-43D3-8B79-37D633B846F1}">
                  <asvg:svgBlip xmlns:asvg="http://schemas.microsoft.com/office/drawing/2016/SVG/main" r:embed="rId316"/>
                </a:ext>
              </a:extLst>
            </a:blip>
            <a:stretch>
              <a:fillRect/>
            </a:stretch>
          </p:blipFill>
          <p:spPr>
            <a:xfrm>
              <a:off x="8639089" y="5751865"/>
              <a:ext cx="601995" cy="80266"/>
            </a:xfrm>
            <a:prstGeom prst="rect">
              <a:avLst/>
            </a:prstGeom>
          </p:spPr>
        </p:pic>
        <p:pic>
          <p:nvPicPr>
            <p:cNvPr id="275" name="Rectangle 240663372 [Figma 9987:23348]" descr="Rectangle 240663372. векторный контур"/>
            <p:cNvPicPr>
              <a:picLocks noChangeAspect="1"/>
            </p:cNvPicPr>
            <p:nvPr/>
          </p:nvPicPr>
          <p:blipFill>
            <a:blip r:embed="rId317">
              <a:extLst>
                <a:ext uri="{96DAC541-7B7A-43D3-8B79-37D633B846F1}">
                  <asvg:svgBlip xmlns:asvg="http://schemas.microsoft.com/office/drawing/2016/SVG/main" r:embed="rId318"/>
                </a:ext>
              </a:extLst>
            </a:blip>
            <a:stretch>
              <a:fillRect/>
            </a:stretch>
          </p:blipFill>
          <p:spPr>
            <a:xfrm>
              <a:off x="8639089" y="5711732"/>
              <a:ext cx="601995" cy="40133"/>
            </a:xfrm>
            <a:prstGeom prst="rect">
              <a:avLst/>
            </a:prstGeom>
          </p:spPr>
        </p:pic>
      </p:grpSp>
      <p:grpSp>
        <p:nvGrpSpPr>
          <p:cNvPr id="343" name="Группа 342">
            <a:extLst>
              <a:ext uri="{FF2B5EF4-FFF2-40B4-BE49-F238E27FC236}">
                <a16:creationId xmlns:a16="http://schemas.microsoft.com/office/drawing/2014/main" id="{9C5AB1B1-87F7-46E8-911E-9D7F36FD05F6}"/>
              </a:ext>
            </a:extLst>
          </p:cNvPr>
          <p:cNvGrpSpPr/>
          <p:nvPr/>
        </p:nvGrpSpPr>
        <p:grpSpPr>
          <a:xfrm>
            <a:off x="2980215" y="4006849"/>
            <a:ext cx="464022" cy="557347"/>
            <a:chOff x="2980215" y="4006849"/>
            <a:chExt cx="464022" cy="557347"/>
          </a:xfrm>
        </p:grpSpPr>
        <p:pic>
          <p:nvPicPr>
            <p:cNvPr id="276" name="Vector 74 [Figma 9987:23398]" descr="Vector 74. векторный контур"/>
            <p:cNvPicPr>
              <a:picLocks noChangeAspect="1"/>
            </p:cNvPicPr>
            <p:nvPr/>
          </p:nvPicPr>
          <p:blipFill>
            <a:blip r:embed="rId155"/>
            <a:stretch>
              <a:fillRect/>
            </a:stretch>
          </p:blipFill>
          <p:spPr>
            <a:xfrm>
              <a:off x="3083232" y="4500202"/>
              <a:ext cx="469" cy="63"/>
            </a:xfrm>
            <a:prstGeom prst="rect">
              <a:avLst/>
            </a:prstGeom>
          </p:spPr>
        </p:pic>
        <p:pic>
          <p:nvPicPr>
            <p:cNvPr id="277" name="Vector 75 (Stroke) [Figma 9974:38549]" descr="Vector 75 (Stroke). векторный контур"/>
            <p:cNvPicPr>
              <a:picLocks noChangeAspect="1"/>
            </p:cNvPicPr>
            <p:nvPr/>
          </p:nvPicPr>
          <p:blipFill>
            <a:blip r:embed="rId155"/>
            <a:stretch>
              <a:fillRect/>
            </a:stretch>
          </p:blipFill>
          <p:spPr>
            <a:xfrm>
              <a:off x="3083232" y="4500202"/>
              <a:ext cx="472" cy="63"/>
            </a:xfrm>
            <a:prstGeom prst="rect">
              <a:avLst/>
            </a:prstGeom>
          </p:spPr>
        </p:pic>
        <p:pic>
          <p:nvPicPr>
            <p:cNvPr id="278" name="Vector 74 [Figma 9974:38550]" descr="Vector 74. векторный контур"/>
            <p:cNvPicPr>
              <a:picLocks noChangeAspect="1"/>
            </p:cNvPicPr>
            <p:nvPr/>
          </p:nvPicPr>
          <p:blipFill>
            <a:blip r:embed="rId155"/>
            <a:stretch>
              <a:fillRect/>
            </a:stretch>
          </p:blipFill>
          <p:spPr>
            <a:xfrm>
              <a:off x="3083232" y="4500202"/>
              <a:ext cx="472" cy="63"/>
            </a:xfrm>
            <a:prstGeom prst="rect">
              <a:avLst/>
            </a:prstGeom>
          </p:spPr>
        </p:pic>
        <p:pic>
          <p:nvPicPr>
            <p:cNvPr id="279" name="Vector 74 [Figma 9987:23557]" descr="Vector 74. векторный контур"/>
            <p:cNvPicPr>
              <a:picLocks noChangeAspect="1"/>
            </p:cNvPicPr>
            <p:nvPr/>
          </p:nvPicPr>
          <p:blipFill>
            <a:blip r:embed="rId319">
              <a:extLst>
                <a:ext uri="{96DAC541-7B7A-43D3-8B79-37D633B846F1}">
                  <asvg:svgBlip xmlns:asvg="http://schemas.microsoft.com/office/drawing/2016/SVG/main" r:embed="rId320"/>
                </a:ext>
              </a:extLst>
            </a:blip>
            <a:stretch>
              <a:fillRect/>
            </a:stretch>
          </p:blipFill>
          <p:spPr>
            <a:xfrm>
              <a:off x="2980215" y="4092026"/>
              <a:ext cx="342011" cy="472170"/>
            </a:xfrm>
            <a:prstGeom prst="rect">
              <a:avLst/>
            </a:prstGeom>
          </p:spPr>
        </p:pic>
        <p:pic>
          <p:nvPicPr>
            <p:cNvPr id="280" name="Vector 75 [Figma 9987:23697]" descr="Vector 75. векторный контур"/>
            <p:cNvPicPr>
              <a:picLocks noChangeAspect="1"/>
            </p:cNvPicPr>
            <p:nvPr/>
          </p:nvPicPr>
          <p:blipFill>
            <a:blip r:embed="rId321">
              <a:extLst>
                <a:ext uri="{96DAC541-7B7A-43D3-8B79-37D633B846F1}">
                  <asvg:svgBlip xmlns:asvg="http://schemas.microsoft.com/office/drawing/2016/SVG/main" r:embed="rId322"/>
                </a:ext>
              </a:extLst>
            </a:blip>
            <a:stretch>
              <a:fillRect/>
            </a:stretch>
          </p:blipFill>
          <p:spPr>
            <a:xfrm>
              <a:off x="3311386" y="4092026"/>
              <a:ext cx="81841" cy="402372"/>
            </a:xfrm>
            <a:prstGeom prst="rect">
              <a:avLst/>
            </a:prstGeom>
          </p:spPr>
        </p:pic>
        <p:pic>
          <p:nvPicPr>
            <p:cNvPr id="281" name="Vector 76 [Figma 9987:23704]" descr="Vector 76. векторный контур"/>
            <p:cNvPicPr>
              <a:picLocks noChangeAspect="1"/>
            </p:cNvPicPr>
            <p:nvPr/>
          </p:nvPicPr>
          <p:blipFill>
            <a:blip r:embed="rId323">
              <a:extLst>
                <a:ext uri="{96DAC541-7B7A-43D3-8B79-37D633B846F1}">
                  <asvg:svgBlip xmlns:asvg="http://schemas.microsoft.com/office/drawing/2016/SVG/main" r:embed="rId324"/>
                </a:ext>
              </a:extLst>
            </a:blip>
            <a:stretch>
              <a:fillRect/>
            </a:stretch>
          </p:blipFill>
          <p:spPr>
            <a:xfrm>
              <a:off x="3118857" y="4006849"/>
              <a:ext cx="325380" cy="487598"/>
            </a:xfrm>
            <a:prstGeom prst="rect">
              <a:avLst/>
            </a:prstGeom>
          </p:spPr>
        </p:pic>
      </p:grpSp>
      <p:grpSp>
        <p:nvGrpSpPr>
          <p:cNvPr id="328" name="Группа 327">
            <a:extLst>
              <a:ext uri="{FF2B5EF4-FFF2-40B4-BE49-F238E27FC236}">
                <a16:creationId xmlns:a16="http://schemas.microsoft.com/office/drawing/2014/main" id="{8C73D7FB-7FC9-46AA-BA3E-A3EAE7558DFE}"/>
              </a:ext>
            </a:extLst>
          </p:cNvPr>
          <p:cNvGrpSpPr/>
          <p:nvPr/>
        </p:nvGrpSpPr>
        <p:grpSpPr>
          <a:xfrm>
            <a:off x="8717594" y="3980458"/>
            <a:ext cx="498451" cy="561068"/>
            <a:chOff x="8717594" y="3980458"/>
            <a:chExt cx="498451" cy="561068"/>
          </a:xfrm>
        </p:grpSpPr>
        <p:pic>
          <p:nvPicPr>
            <p:cNvPr id="295" name="Rectangle 58 [Figma 9987:24731]" descr="Rectangle 58. векторный контур"/>
            <p:cNvPicPr>
              <a:picLocks noChangeAspect="1"/>
            </p:cNvPicPr>
            <p:nvPr/>
          </p:nvPicPr>
          <p:blipFill>
            <a:blip r:embed="rId325">
              <a:extLst>
                <a:ext uri="{96DAC541-7B7A-43D3-8B79-37D633B846F1}">
                  <asvg:svgBlip xmlns:asvg="http://schemas.microsoft.com/office/drawing/2016/SVG/main" r:embed="rId326"/>
                </a:ext>
              </a:extLst>
            </a:blip>
            <a:stretch>
              <a:fillRect/>
            </a:stretch>
          </p:blipFill>
          <p:spPr>
            <a:xfrm>
              <a:off x="8717594" y="4209201"/>
              <a:ext cx="79212" cy="332325"/>
            </a:xfrm>
            <a:prstGeom prst="rect">
              <a:avLst/>
            </a:prstGeom>
          </p:spPr>
        </p:pic>
        <p:pic>
          <p:nvPicPr>
            <p:cNvPr id="296" name="Rectangle 60 [Figma 9987:24743]" descr="Rectangle 60. векторный контур"/>
            <p:cNvPicPr>
              <a:picLocks noChangeAspect="1"/>
            </p:cNvPicPr>
            <p:nvPr/>
          </p:nvPicPr>
          <p:blipFill>
            <a:blip r:embed="rId327">
              <a:extLst>
                <a:ext uri="{96DAC541-7B7A-43D3-8B79-37D633B846F1}">
                  <asvg:svgBlip xmlns:asvg="http://schemas.microsoft.com/office/drawing/2016/SVG/main" r:embed="rId328"/>
                </a:ext>
              </a:extLst>
            </a:blip>
            <a:stretch>
              <a:fillRect/>
            </a:stretch>
          </p:blipFill>
          <p:spPr>
            <a:xfrm>
              <a:off x="8744420" y="3980458"/>
              <a:ext cx="440613" cy="222989"/>
            </a:xfrm>
            <a:prstGeom prst="rect">
              <a:avLst/>
            </a:prstGeom>
          </p:spPr>
        </p:pic>
        <p:pic>
          <p:nvPicPr>
            <p:cNvPr id="297" name="Ellipse 82 [Figma 9987:24784]" descr="Ellipse 82. векторный контур"/>
            <p:cNvPicPr>
              <a:picLocks noChangeAspect="1"/>
            </p:cNvPicPr>
            <p:nvPr/>
          </p:nvPicPr>
          <p:blipFill>
            <a:blip r:embed="rId329">
              <a:extLst>
                <a:ext uri="{96DAC541-7B7A-43D3-8B79-37D633B846F1}">
                  <asvg:svgBlip xmlns:asvg="http://schemas.microsoft.com/office/drawing/2016/SVG/main" r:embed="rId330"/>
                </a:ext>
              </a:extLst>
            </a:blip>
            <a:stretch>
              <a:fillRect/>
            </a:stretch>
          </p:blipFill>
          <p:spPr>
            <a:xfrm>
              <a:off x="9113653" y="4352171"/>
              <a:ext cx="48300" cy="46384"/>
            </a:xfrm>
            <a:prstGeom prst="rect">
              <a:avLst/>
            </a:prstGeom>
          </p:spPr>
        </p:pic>
        <p:pic>
          <p:nvPicPr>
            <p:cNvPr id="298" name="Rectangle 57 [Figma 9987:24794]" descr="Rectangle 57. векторный контур"/>
            <p:cNvPicPr>
              <a:picLocks noChangeAspect="1"/>
            </p:cNvPicPr>
            <p:nvPr/>
          </p:nvPicPr>
          <p:blipFill>
            <a:blip r:embed="rId331">
              <a:extLst>
                <a:ext uri="{96DAC541-7B7A-43D3-8B79-37D633B846F1}">
                  <asvg:svgBlip xmlns:asvg="http://schemas.microsoft.com/office/drawing/2016/SVG/main" r:embed="rId332"/>
                </a:ext>
              </a:extLst>
            </a:blip>
            <a:stretch>
              <a:fillRect/>
            </a:stretch>
          </p:blipFill>
          <p:spPr>
            <a:xfrm>
              <a:off x="8808396" y="4209201"/>
              <a:ext cx="407649" cy="332325"/>
            </a:xfrm>
            <a:prstGeom prst="rect">
              <a:avLst/>
            </a:prstGeom>
          </p:spPr>
        </p:pic>
      </p:grpSp>
      <p:grpSp>
        <p:nvGrpSpPr>
          <p:cNvPr id="323" name="Группа 322">
            <a:extLst>
              <a:ext uri="{FF2B5EF4-FFF2-40B4-BE49-F238E27FC236}">
                <a16:creationId xmlns:a16="http://schemas.microsoft.com/office/drawing/2014/main" id="{3D9CD258-4FC4-47A8-871F-8EE7AB35C56C}"/>
              </a:ext>
            </a:extLst>
          </p:cNvPr>
          <p:cNvGrpSpPr/>
          <p:nvPr/>
        </p:nvGrpSpPr>
        <p:grpSpPr>
          <a:xfrm>
            <a:off x="10567767" y="4007891"/>
            <a:ext cx="667099" cy="565532"/>
            <a:chOff x="10567767" y="4007891"/>
            <a:chExt cx="667099" cy="565532"/>
          </a:xfrm>
        </p:grpSpPr>
        <p:pic>
          <p:nvPicPr>
            <p:cNvPr id="136" name="Rectangle 49 [Figma 9974:38480]" descr="Rectangle 49. векторный контур"/>
            <p:cNvPicPr>
              <a:picLocks noChangeAspect="1"/>
            </p:cNvPicPr>
            <p:nvPr/>
          </p:nvPicPr>
          <p:blipFill>
            <a:blip r:embed="rId155"/>
            <a:stretch>
              <a:fillRect/>
            </a:stretch>
          </p:blipFill>
          <p:spPr>
            <a:xfrm>
              <a:off x="10915309" y="4187026"/>
              <a:ext cx="412" cy="167"/>
            </a:xfrm>
            <a:prstGeom prst="rect">
              <a:avLst/>
            </a:prstGeom>
          </p:spPr>
        </p:pic>
        <p:pic>
          <p:nvPicPr>
            <p:cNvPr id="137" name="Rectangle 49 (Stroke) [Figma 9974:38481]" descr="Rectangle 49 (Stroke). векторный контур"/>
            <p:cNvPicPr>
              <a:picLocks noChangeAspect="1"/>
            </p:cNvPicPr>
            <p:nvPr/>
          </p:nvPicPr>
          <p:blipFill>
            <a:blip r:embed="rId155"/>
            <a:stretch>
              <a:fillRect/>
            </a:stretch>
          </p:blipFill>
          <p:spPr>
            <a:xfrm>
              <a:off x="10915309" y="4187026"/>
              <a:ext cx="381" cy="155"/>
            </a:xfrm>
            <a:prstGeom prst="rect">
              <a:avLst/>
            </a:prstGeom>
          </p:spPr>
        </p:pic>
        <p:pic>
          <p:nvPicPr>
            <p:cNvPr id="299" name="Rectangle 49 [Figma 9987:25370]" descr="Rectangle 49. векторный контур"/>
            <p:cNvPicPr>
              <a:picLocks noChangeAspect="1"/>
            </p:cNvPicPr>
            <p:nvPr/>
          </p:nvPicPr>
          <p:blipFill>
            <a:blip r:embed="rId155"/>
            <a:stretch>
              <a:fillRect/>
            </a:stretch>
          </p:blipFill>
          <p:spPr>
            <a:xfrm>
              <a:off x="10915309" y="4187026"/>
              <a:ext cx="412" cy="167"/>
            </a:xfrm>
            <a:prstGeom prst="rect">
              <a:avLst/>
            </a:prstGeom>
          </p:spPr>
        </p:pic>
        <p:pic>
          <p:nvPicPr>
            <p:cNvPr id="300" name="Rectangle 51 [Figma 9987:25640]" descr="Rectangle 51. векторный контур"/>
            <p:cNvPicPr>
              <a:picLocks noChangeAspect="1"/>
            </p:cNvPicPr>
            <p:nvPr/>
          </p:nvPicPr>
          <p:blipFill>
            <a:blip r:embed="rId155"/>
            <a:stretch>
              <a:fillRect/>
            </a:stretch>
          </p:blipFill>
          <p:spPr>
            <a:xfrm>
              <a:off x="10915309" y="4180081"/>
              <a:ext cx="1603" cy="7081"/>
            </a:xfrm>
            <a:prstGeom prst="rect">
              <a:avLst/>
            </a:prstGeom>
          </p:spPr>
        </p:pic>
        <p:pic>
          <p:nvPicPr>
            <p:cNvPr id="301" name="Rectangle 51 [Figma 9974:38482]" descr="Rectangle 51. векторный контур"/>
            <p:cNvPicPr>
              <a:picLocks noChangeAspect="1"/>
            </p:cNvPicPr>
            <p:nvPr/>
          </p:nvPicPr>
          <p:blipFill>
            <a:blip r:embed="rId155"/>
            <a:stretch>
              <a:fillRect/>
            </a:stretch>
          </p:blipFill>
          <p:spPr>
            <a:xfrm>
              <a:off x="10870711" y="4179237"/>
              <a:ext cx="63" cy="63"/>
            </a:xfrm>
            <a:prstGeom prst="rect">
              <a:avLst/>
            </a:prstGeom>
          </p:spPr>
        </p:pic>
        <p:pic>
          <p:nvPicPr>
            <p:cNvPr id="302" name="Rectangle 51 (Stroke) [Figma 9974:38483]" descr="Rectangle 51 (Stroke). векторный контур"/>
            <p:cNvPicPr>
              <a:picLocks noChangeAspect="1"/>
            </p:cNvPicPr>
            <p:nvPr/>
          </p:nvPicPr>
          <p:blipFill>
            <a:blip r:embed="rId333">
              <a:extLst>
                <a:ext uri="{96DAC541-7B7A-43D3-8B79-37D633B846F1}">
                  <asvg:svgBlip xmlns:asvg="http://schemas.microsoft.com/office/drawing/2016/SVG/main" r:embed="rId334"/>
                </a:ext>
              </a:extLst>
            </a:blip>
            <a:stretch>
              <a:fillRect/>
            </a:stretch>
          </p:blipFill>
          <p:spPr>
            <a:xfrm>
              <a:off x="10915390" y="4180527"/>
              <a:ext cx="676" cy="298"/>
            </a:xfrm>
            <a:prstGeom prst="rect">
              <a:avLst/>
            </a:prstGeom>
          </p:spPr>
        </p:pic>
        <p:pic>
          <p:nvPicPr>
            <p:cNvPr id="303" name="Vector 83 (Stroke) [Figma 9987:25357]" descr="Vector 83 (Stroke). векторный контур"/>
            <p:cNvPicPr>
              <a:picLocks noChangeAspect="1"/>
            </p:cNvPicPr>
            <p:nvPr/>
          </p:nvPicPr>
          <p:blipFill>
            <a:blip r:embed="rId335">
              <a:extLst>
                <a:ext uri="{96DAC541-7B7A-43D3-8B79-37D633B846F1}">
                  <asvg:svgBlip xmlns:asvg="http://schemas.microsoft.com/office/drawing/2016/SVG/main" r:embed="rId336"/>
                </a:ext>
              </a:extLst>
            </a:blip>
            <a:stretch>
              <a:fillRect/>
            </a:stretch>
          </p:blipFill>
          <p:spPr>
            <a:xfrm>
              <a:off x="10567767" y="4257420"/>
              <a:ext cx="224855" cy="171297"/>
            </a:xfrm>
            <a:prstGeom prst="rect">
              <a:avLst/>
            </a:prstGeom>
          </p:spPr>
        </p:pic>
        <p:pic>
          <p:nvPicPr>
            <p:cNvPr id="304" name="Rectangle 48 [Figma 9987:25383]" descr="Rectangle 48. векторный контур"/>
            <p:cNvPicPr>
              <a:picLocks noChangeAspect="1"/>
            </p:cNvPicPr>
            <p:nvPr/>
          </p:nvPicPr>
          <p:blipFill>
            <a:blip r:embed="rId337">
              <a:extLst>
                <a:ext uri="{96DAC541-7B7A-43D3-8B79-37D633B846F1}">
                  <asvg:svgBlip xmlns:asvg="http://schemas.microsoft.com/office/drawing/2016/SVG/main" r:embed="rId338"/>
                </a:ext>
              </a:extLst>
            </a:blip>
            <a:stretch>
              <a:fillRect/>
            </a:stretch>
          </p:blipFill>
          <p:spPr>
            <a:xfrm>
              <a:off x="10742902" y="4509181"/>
              <a:ext cx="303459" cy="29219"/>
            </a:xfrm>
            <a:prstGeom prst="rect">
              <a:avLst/>
            </a:prstGeom>
          </p:spPr>
        </p:pic>
        <p:pic>
          <p:nvPicPr>
            <p:cNvPr id="305" name="Rectangle 47 [Figma 9987:25397]" descr="Rectangle 47. векторный контур"/>
            <p:cNvPicPr>
              <a:picLocks noChangeAspect="1"/>
            </p:cNvPicPr>
            <p:nvPr/>
          </p:nvPicPr>
          <p:blipFill>
            <a:blip r:embed="rId339">
              <a:extLst>
                <a:ext uri="{96DAC541-7B7A-43D3-8B79-37D633B846F1}">
                  <asvg:svgBlip xmlns:asvg="http://schemas.microsoft.com/office/drawing/2016/SVG/main" r:embed="rId340"/>
                </a:ext>
              </a:extLst>
            </a:blip>
            <a:stretch>
              <a:fillRect/>
            </a:stretch>
          </p:blipFill>
          <p:spPr>
            <a:xfrm>
              <a:off x="10707891" y="4544204"/>
              <a:ext cx="385145" cy="29219"/>
            </a:xfrm>
            <a:prstGeom prst="rect">
              <a:avLst/>
            </a:prstGeom>
          </p:spPr>
        </p:pic>
        <p:pic>
          <p:nvPicPr>
            <p:cNvPr id="306" name="Ellipse 66 [Figma 9987:25551]" descr="Ellipse 66. векторный контур"/>
            <p:cNvPicPr>
              <a:picLocks noChangeAspect="1"/>
            </p:cNvPicPr>
            <p:nvPr/>
          </p:nvPicPr>
          <p:blipFill>
            <a:blip r:embed="rId341">
              <a:extLst>
                <a:ext uri="{96DAC541-7B7A-43D3-8B79-37D633B846F1}">
                  <asvg:svgBlip xmlns:asvg="http://schemas.microsoft.com/office/drawing/2016/SVG/main" r:embed="rId342"/>
                </a:ext>
              </a:extLst>
            </a:blip>
            <a:stretch>
              <a:fillRect/>
            </a:stretch>
          </p:blipFill>
          <p:spPr>
            <a:xfrm>
              <a:off x="11002576" y="4248093"/>
              <a:ext cx="232290" cy="69997"/>
            </a:xfrm>
            <a:prstGeom prst="rect">
              <a:avLst/>
            </a:prstGeom>
          </p:spPr>
        </p:pic>
        <p:pic>
          <p:nvPicPr>
            <p:cNvPr id="307" name="Vector 84 (Stroke) [Figma 9987:25569]" descr="Vector 84 (Stroke). векторный контур"/>
            <p:cNvPicPr>
              <a:picLocks noChangeAspect="1"/>
            </p:cNvPicPr>
            <p:nvPr/>
          </p:nvPicPr>
          <p:blipFill>
            <a:blip r:embed="rId335">
              <a:extLst>
                <a:ext uri="{96DAC541-7B7A-43D3-8B79-37D633B846F1}">
                  <asvg:svgBlip xmlns:asvg="http://schemas.microsoft.com/office/drawing/2016/SVG/main" r:embed="rId343"/>
                </a:ext>
              </a:extLst>
            </a:blip>
            <a:stretch>
              <a:fillRect/>
            </a:stretch>
          </p:blipFill>
          <p:spPr>
            <a:xfrm>
              <a:off x="11006296" y="4073919"/>
              <a:ext cx="224855" cy="171297"/>
            </a:xfrm>
            <a:prstGeom prst="rect">
              <a:avLst/>
            </a:prstGeom>
          </p:spPr>
        </p:pic>
        <p:pic>
          <p:nvPicPr>
            <p:cNvPr id="308" name="Rectangle 51 [Figma 9987:25611]" descr="Rectangle 51. векторный контур"/>
            <p:cNvPicPr>
              <a:picLocks noChangeAspect="1"/>
            </p:cNvPicPr>
            <p:nvPr/>
          </p:nvPicPr>
          <p:blipFill>
            <a:blip r:embed="rId333">
              <a:extLst>
                <a:ext uri="{96DAC541-7B7A-43D3-8B79-37D633B846F1}">
                  <asvg:svgBlip xmlns:asvg="http://schemas.microsoft.com/office/drawing/2016/SVG/main" r:embed="rId344"/>
                </a:ext>
              </a:extLst>
            </a:blip>
            <a:stretch>
              <a:fillRect/>
            </a:stretch>
          </p:blipFill>
          <p:spPr>
            <a:xfrm>
              <a:off x="10915390" y="4180478"/>
              <a:ext cx="794" cy="347"/>
            </a:xfrm>
            <a:prstGeom prst="rect">
              <a:avLst/>
            </a:prstGeom>
          </p:spPr>
        </p:pic>
        <p:pic>
          <p:nvPicPr>
            <p:cNvPr id="309" name="Rectangle 51 [Figma 9987:25904]" descr="Rectangle 51. векторный контур"/>
            <p:cNvPicPr>
              <a:picLocks noChangeAspect="1"/>
            </p:cNvPicPr>
            <p:nvPr/>
          </p:nvPicPr>
          <p:blipFill>
            <a:blip r:embed="rId345">
              <a:extLst>
                <a:ext uri="{96DAC541-7B7A-43D3-8B79-37D633B846F1}">
                  <asvg:svgBlip xmlns:asvg="http://schemas.microsoft.com/office/drawing/2016/SVG/main" r:embed="rId346"/>
                </a:ext>
              </a:extLst>
            </a:blip>
            <a:stretch>
              <a:fillRect/>
            </a:stretch>
          </p:blipFill>
          <p:spPr>
            <a:xfrm>
              <a:off x="10617964" y="4007891"/>
              <a:ext cx="555400" cy="255879"/>
            </a:xfrm>
            <a:prstGeom prst="rect">
              <a:avLst/>
            </a:prstGeom>
          </p:spPr>
        </p:pic>
        <p:pic>
          <p:nvPicPr>
            <p:cNvPr id="310" name="Rectangle 49 [Figma 9987:25921]" descr="Rectangle 49. векторный контур"/>
            <p:cNvPicPr>
              <a:picLocks noChangeAspect="1"/>
            </p:cNvPicPr>
            <p:nvPr/>
          </p:nvPicPr>
          <p:blipFill>
            <a:blip r:embed="rId347">
              <a:extLst>
                <a:ext uri="{96DAC541-7B7A-43D3-8B79-37D633B846F1}">
                  <asvg:svgBlip xmlns:asvg="http://schemas.microsoft.com/office/drawing/2016/SVG/main" r:embed="rId348"/>
                </a:ext>
              </a:extLst>
            </a:blip>
            <a:stretch>
              <a:fillRect/>
            </a:stretch>
          </p:blipFill>
          <p:spPr>
            <a:xfrm>
              <a:off x="10880019" y="4121146"/>
              <a:ext cx="29213" cy="29219"/>
            </a:xfrm>
            <a:prstGeom prst="rect">
              <a:avLst/>
            </a:prstGeom>
          </p:spPr>
        </p:pic>
        <p:pic>
          <p:nvPicPr>
            <p:cNvPr id="311" name="Rectangle 49 [Figma 9987:25939]" descr="Rectangle 49. векторный контур"/>
            <p:cNvPicPr>
              <a:picLocks noChangeAspect="1"/>
            </p:cNvPicPr>
            <p:nvPr/>
          </p:nvPicPr>
          <p:blipFill>
            <a:blip r:embed="rId349">
              <a:extLst>
                <a:ext uri="{96DAC541-7B7A-43D3-8B79-37D633B846F1}">
                  <asvg:svgBlip xmlns:asvg="http://schemas.microsoft.com/office/drawing/2016/SVG/main" r:embed="rId350"/>
                </a:ext>
              </a:extLst>
            </a:blip>
            <a:stretch>
              <a:fillRect/>
            </a:stretch>
          </p:blipFill>
          <p:spPr>
            <a:xfrm>
              <a:off x="10874190" y="4019053"/>
              <a:ext cx="40883" cy="65185"/>
            </a:xfrm>
            <a:prstGeom prst="rect">
              <a:avLst/>
            </a:prstGeom>
          </p:spPr>
        </p:pic>
        <p:pic>
          <p:nvPicPr>
            <p:cNvPr id="312" name="Rectangle 49 [Figma 9987:25957]" descr="Rectangle 49. векторный контур"/>
            <p:cNvPicPr>
              <a:picLocks noChangeAspect="1"/>
            </p:cNvPicPr>
            <p:nvPr/>
          </p:nvPicPr>
          <p:blipFill>
            <a:blip r:embed="rId351">
              <a:extLst>
                <a:ext uri="{96DAC541-7B7A-43D3-8B79-37D633B846F1}">
                  <asvg:svgBlip xmlns:asvg="http://schemas.microsoft.com/office/drawing/2016/SVG/main" r:embed="rId352"/>
                </a:ext>
              </a:extLst>
            </a:blip>
            <a:stretch>
              <a:fillRect/>
            </a:stretch>
          </p:blipFill>
          <p:spPr>
            <a:xfrm>
              <a:off x="10783742" y="4187274"/>
              <a:ext cx="221767" cy="316103"/>
            </a:xfrm>
            <a:prstGeom prst="rect">
              <a:avLst/>
            </a:prstGeom>
          </p:spPr>
        </p:pic>
        <p:pic>
          <p:nvPicPr>
            <p:cNvPr id="313" name="Ellipse 65 [Figma 9987:25975]" descr="Ellipse 65. векторный контур"/>
            <p:cNvPicPr>
              <a:picLocks noChangeAspect="1"/>
            </p:cNvPicPr>
            <p:nvPr/>
          </p:nvPicPr>
          <p:blipFill>
            <a:blip r:embed="rId353">
              <a:extLst>
                <a:ext uri="{96DAC541-7B7A-43D3-8B79-37D633B846F1}">
                  <asvg:svgBlip xmlns:asvg="http://schemas.microsoft.com/office/drawing/2016/SVG/main" r:embed="rId354"/>
                </a:ext>
              </a:extLst>
            </a:blip>
            <a:stretch>
              <a:fillRect/>
            </a:stretch>
          </p:blipFill>
          <p:spPr>
            <a:xfrm>
              <a:off x="10568964" y="4434521"/>
              <a:ext cx="222455" cy="64243"/>
            </a:xfrm>
            <a:prstGeom prst="rect">
              <a:avLst/>
            </a:prstGeom>
          </p:spPr>
        </p:pic>
      </p:grpSp>
      <p:sp>
        <p:nvSpPr>
          <p:cNvPr id="314" name="Заголовок 313">
            <a:extLst>
              <a:ext uri="{FF2B5EF4-FFF2-40B4-BE49-F238E27FC236}">
                <a16:creationId xmlns:a16="http://schemas.microsoft.com/office/drawing/2014/main" id="{CCBDB777-F9A8-4C23-B9AB-E3C7175CD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effectLst/>
              </a:rPr>
              <a:t>Иллюстрации </a:t>
            </a:r>
            <a:r>
              <a:rPr lang="ru-RU" dirty="0"/>
              <a:t>финансы</a:t>
            </a:r>
          </a:p>
        </p:txBody>
      </p:sp>
      <p:grpSp>
        <p:nvGrpSpPr>
          <p:cNvPr id="363" name="Группа 362">
            <a:extLst>
              <a:ext uri="{FF2B5EF4-FFF2-40B4-BE49-F238E27FC236}">
                <a16:creationId xmlns:a16="http://schemas.microsoft.com/office/drawing/2014/main" id="{C8A59F12-1239-4DAD-9621-068572DBB156}"/>
              </a:ext>
            </a:extLst>
          </p:cNvPr>
          <p:cNvGrpSpPr/>
          <p:nvPr/>
        </p:nvGrpSpPr>
        <p:grpSpPr>
          <a:xfrm>
            <a:off x="6770767" y="3981250"/>
            <a:ext cx="583200" cy="576000"/>
            <a:chOff x="1044059" y="5338183"/>
            <a:chExt cx="857687" cy="849093"/>
          </a:xfrm>
        </p:grpSpPr>
        <p:pic>
          <p:nvPicPr>
            <p:cNvPr id="364" name="Rectangle 30 [Figma 9974:38708]" descr="Rectangle 30. отражение или наклон">
              <a:extLst>
                <a:ext uri="{FF2B5EF4-FFF2-40B4-BE49-F238E27FC236}">
                  <a16:creationId xmlns:a16="http://schemas.microsoft.com/office/drawing/2014/main" id="{888265E6-4A79-4E54-999B-782CFA77D8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55">
              <a:extLst>
                <a:ext uri="{96DAC541-7B7A-43D3-8B79-37D633B846F1}">
                  <asvg:svgBlip xmlns:asvg="http://schemas.microsoft.com/office/drawing/2016/SVG/main" r:embed="rId356"/>
                </a:ext>
              </a:extLst>
            </a:blip>
            <a:stretch>
              <a:fillRect/>
            </a:stretch>
          </p:blipFill>
          <p:spPr>
            <a:xfrm>
              <a:off x="1044065" y="5338183"/>
              <a:ext cx="570351" cy="278550"/>
            </a:xfrm>
            <a:prstGeom prst="rect">
              <a:avLst/>
            </a:prstGeom>
          </p:spPr>
        </p:pic>
        <p:pic>
          <p:nvPicPr>
            <p:cNvPr id="365" name="Rectangle 30 (Stroke) [Figma 9974:38709]" descr="Rectangle 30 (Stroke). отражение или наклон">
              <a:extLst>
                <a:ext uri="{FF2B5EF4-FFF2-40B4-BE49-F238E27FC236}">
                  <a16:creationId xmlns:a16="http://schemas.microsoft.com/office/drawing/2014/main" id="{38B70162-D442-4DF3-A167-26D9DBF012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57">
              <a:extLst>
                <a:ext uri="{96DAC541-7B7A-43D3-8B79-37D633B846F1}">
                  <asvg:svgBlip xmlns:asvg="http://schemas.microsoft.com/office/drawing/2016/SVG/main" r:embed="rId358"/>
                </a:ext>
              </a:extLst>
            </a:blip>
            <a:stretch>
              <a:fillRect/>
            </a:stretch>
          </p:blipFill>
          <p:spPr>
            <a:xfrm>
              <a:off x="1733959" y="6114302"/>
              <a:ext cx="8688" cy="8681"/>
            </a:xfrm>
            <a:prstGeom prst="rect">
              <a:avLst/>
            </a:prstGeom>
          </p:spPr>
        </p:pic>
        <p:pic>
          <p:nvPicPr>
            <p:cNvPr id="366" name="Rectangle 31 [Figma 9974:38710]" descr="Rectangle 31. отражение или наклон">
              <a:extLst>
                <a:ext uri="{FF2B5EF4-FFF2-40B4-BE49-F238E27FC236}">
                  <a16:creationId xmlns:a16="http://schemas.microsoft.com/office/drawing/2014/main" id="{F8A6906E-C8DE-497A-BD02-ED476FF380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59">
              <a:extLst>
                <a:ext uri="{96DAC541-7B7A-43D3-8B79-37D633B846F1}">
                  <asvg:svgBlip xmlns:asvg="http://schemas.microsoft.com/office/drawing/2016/SVG/main" r:embed="rId360"/>
                </a:ext>
              </a:extLst>
            </a:blip>
            <a:stretch>
              <a:fillRect/>
            </a:stretch>
          </p:blipFill>
          <p:spPr>
            <a:xfrm>
              <a:off x="1044059" y="5338183"/>
              <a:ext cx="150691" cy="150710"/>
            </a:xfrm>
            <a:prstGeom prst="rect">
              <a:avLst/>
            </a:prstGeom>
          </p:spPr>
        </p:pic>
        <p:pic>
          <p:nvPicPr>
            <p:cNvPr id="367" name="Rectangle 30 [Figma 9974:38714]" descr="Rectangle 30. векторный контур">
              <a:extLst>
                <a:ext uri="{FF2B5EF4-FFF2-40B4-BE49-F238E27FC236}">
                  <a16:creationId xmlns:a16="http://schemas.microsoft.com/office/drawing/2014/main" id="{733DBB23-6E15-4A61-9649-78282FB590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61">
              <a:extLst>
                <a:ext uri="{96DAC541-7B7A-43D3-8B79-37D633B846F1}">
                  <asvg:svgBlip xmlns:asvg="http://schemas.microsoft.com/office/drawing/2016/SVG/main" r:embed="rId362"/>
                </a:ext>
              </a:extLst>
            </a:blip>
            <a:stretch>
              <a:fillRect/>
            </a:stretch>
          </p:blipFill>
          <p:spPr>
            <a:xfrm>
              <a:off x="1833132" y="5625414"/>
              <a:ext cx="68614" cy="68608"/>
            </a:xfrm>
            <a:prstGeom prst="rect">
              <a:avLst/>
            </a:prstGeom>
          </p:spPr>
        </p:pic>
        <p:pic>
          <p:nvPicPr>
            <p:cNvPr id="368" name="Rectangle 30 (Stroke) [Figma 9974:38715]" descr="Rectangle 30 (Stroke). векторный контур">
              <a:extLst>
                <a:ext uri="{FF2B5EF4-FFF2-40B4-BE49-F238E27FC236}">
                  <a16:creationId xmlns:a16="http://schemas.microsoft.com/office/drawing/2014/main" id="{CDD82659-2E6A-4295-9A21-6753AF6D60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3">
              <a:extLst>
                <a:ext uri="{96DAC541-7B7A-43D3-8B79-37D633B846F1}">
                  <asvg:svgBlip xmlns:asvg="http://schemas.microsoft.com/office/drawing/2016/SVG/main" r:embed="rId364"/>
                </a:ext>
              </a:extLst>
            </a:blip>
            <a:stretch>
              <a:fillRect/>
            </a:stretch>
          </p:blipFill>
          <p:spPr>
            <a:xfrm>
              <a:off x="1733966" y="6114302"/>
              <a:ext cx="8681" cy="8681"/>
            </a:xfrm>
            <a:prstGeom prst="rect">
              <a:avLst/>
            </a:prstGeom>
          </p:spPr>
        </p:pic>
        <p:pic>
          <p:nvPicPr>
            <p:cNvPr id="369" name="Rectangle 31 [Figma 9974:38716]" descr="Rectangle 31. векторный контур">
              <a:extLst>
                <a:ext uri="{FF2B5EF4-FFF2-40B4-BE49-F238E27FC236}">
                  <a16:creationId xmlns:a16="http://schemas.microsoft.com/office/drawing/2014/main" id="{74ED1868-2133-4026-B1DF-217A72FCB2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65">
              <a:extLst>
                <a:ext uri="{96DAC541-7B7A-43D3-8B79-37D633B846F1}">
                  <asvg:svgBlip xmlns:asvg="http://schemas.microsoft.com/office/drawing/2016/SVG/main" r:embed="rId366"/>
                </a:ext>
              </a:extLst>
            </a:blip>
            <a:stretch>
              <a:fillRect/>
            </a:stretch>
          </p:blipFill>
          <p:spPr>
            <a:xfrm>
              <a:off x="1833132" y="5625414"/>
              <a:ext cx="68614" cy="68608"/>
            </a:xfrm>
            <a:prstGeom prst="rect">
              <a:avLst/>
            </a:prstGeom>
          </p:spPr>
        </p:pic>
        <p:pic>
          <p:nvPicPr>
            <p:cNvPr id="370" name="Ellipse 41 [Figma 9974:42410]" descr="Ellipse 41. отражение или наклон">
              <a:extLst>
                <a:ext uri="{FF2B5EF4-FFF2-40B4-BE49-F238E27FC236}">
                  <a16:creationId xmlns:a16="http://schemas.microsoft.com/office/drawing/2014/main" id="{8ED38B63-B02A-4008-B8BE-BAE6E4EB78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67">
              <a:extLst>
                <a:ext uri="{96DAC541-7B7A-43D3-8B79-37D633B846F1}">
                  <asvg:svgBlip xmlns:asvg="http://schemas.microsoft.com/office/drawing/2016/SVG/main" r:embed="rId368"/>
                </a:ext>
              </a:extLst>
            </a:blip>
            <a:stretch>
              <a:fillRect/>
            </a:stretch>
          </p:blipFill>
          <p:spPr>
            <a:xfrm>
              <a:off x="1627463" y="5362193"/>
              <a:ext cx="31793" cy="31799"/>
            </a:xfrm>
            <a:prstGeom prst="rect">
              <a:avLst/>
            </a:prstGeom>
          </p:spPr>
        </p:pic>
        <p:pic>
          <p:nvPicPr>
            <p:cNvPr id="371" name="Ellipse 40 [Figma 9974:42422]" descr="Ellipse 40. отражение или наклон">
              <a:extLst>
                <a:ext uri="{FF2B5EF4-FFF2-40B4-BE49-F238E27FC236}">
                  <a16:creationId xmlns:a16="http://schemas.microsoft.com/office/drawing/2014/main" id="{2D5134F6-429D-4C46-95A9-6976A75358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67">
              <a:extLst>
                <a:ext uri="{96DAC541-7B7A-43D3-8B79-37D633B846F1}">
                  <asvg:svgBlip xmlns:asvg="http://schemas.microsoft.com/office/drawing/2016/SVG/main" r:embed="rId368"/>
                </a:ext>
              </a:extLst>
            </a:blip>
            <a:stretch>
              <a:fillRect/>
            </a:stretch>
          </p:blipFill>
          <p:spPr>
            <a:xfrm>
              <a:off x="1675155" y="5362193"/>
              <a:ext cx="31793" cy="31799"/>
            </a:xfrm>
            <a:prstGeom prst="rect">
              <a:avLst/>
            </a:prstGeom>
          </p:spPr>
        </p:pic>
        <p:pic>
          <p:nvPicPr>
            <p:cNvPr id="372" name="Ellipse 40 [Figma 9974:42443]" descr="Ellipse 40. отражение или наклон">
              <a:extLst>
                <a:ext uri="{FF2B5EF4-FFF2-40B4-BE49-F238E27FC236}">
                  <a16:creationId xmlns:a16="http://schemas.microsoft.com/office/drawing/2014/main" id="{19B40126-8340-4ADF-8B68-3893A390FB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69">
              <a:extLst>
                <a:ext uri="{96DAC541-7B7A-43D3-8B79-37D633B846F1}">
                  <asvg:svgBlip xmlns:asvg="http://schemas.microsoft.com/office/drawing/2016/SVG/main" r:embed="rId370"/>
                </a:ext>
              </a:extLst>
            </a:blip>
            <a:stretch>
              <a:fillRect/>
            </a:stretch>
          </p:blipFill>
          <p:spPr>
            <a:xfrm>
              <a:off x="1557261" y="5782473"/>
              <a:ext cx="200082" cy="174720"/>
            </a:xfrm>
            <a:prstGeom prst="rect">
              <a:avLst/>
            </a:prstGeom>
          </p:spPr>
        </p:pic>
        <p:pic>
          <p:nvPicPr>
            <p:cNvPr id="373" name="Rectangle 30 [Figma 9974:42470]" descr="Rectangle 30. векторный контур">
              <a:extLst>
                <a:ext uri="{FF2B5EF4-FFF2-40B4-BE49-F238E27FC236}">
                  <a16:creationId xmlns:a16="http://schemas.microsoft.com/office/drawing/2014/main" id="{746905F5-B46D-4B39-9B08-2CC5B48678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71">
              <a:extLst>
                <a:ext uri="{96DAC541-7B7A-43D3-8B79-37D633B846F1}">
                  <asvg:svgBlip xmlns:asvg="http://schemas.microsoft.com/office/drawing/2016/SVG/main" r:embed="rId372"/>
                </a:ext>
              </a:extLst>
            </a:blip>
            <a:stretch>
              <a:fillRect/>
            </a:stretch>
          </p:blipFill>
          <p:spPr>
            <a:xfrm>
              <a:off x="1562960" y="5625414"/>
              <a:ext cx="51456" cy="107203"/>
            </a:xfrm>
            <a:prstGeom prst="rect">
              <a:avLst/>
            </a:prstGeom>
          </p:spPr>
        </p:pic>
        <p:pic>
          <p:nvPicPr>
            <p:cNvPr id="374" name="Rectangle 30 [Figma 9974:42496]" descr="Rectangle 30. векторный контур">
              <a:extLst>
                <a:ext uri="{FF2B5EF4-FFF2-40B4-BE49-F238E27FC236}">
                  <a16:creationId xmlns:a16="http://schemas.microsoft.com/office/drawing/2014/main" id="{89B3ED3E-459B-4976-9575-6F72959BD3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73">
              <a:extLst>
                <a:ext uri="{96DAC541-7B7A-43D3-8B79-37D633B846F1}">
                  <asvg:svgBlip xmlns:asvg="http://schemas.microsoft.com/office/drawing/2016/SVG/main" r:embed="rId374"/>
                </a:ext>
              </a:extLst>
            </a:blip>
            <a:stretch>
              <a:fillRect/>
            </a:stretch>
          </p:blipFill>
          <p:spPr>
            <a:xfrm>
              <a:off x="1412858" y="5625414"/>
              <a:ext cx="488882" cy="488888"/>
            </a:xfrm>
            <a:prstGeom prst="rect">
              <a:avLst/>
            </a:prstGeom>
          </p:spPr>
        </p:pic>
        <p:pic>
          <p:nvPicPr>
            <p:cNvPr id="375" name="Rectangle 30 [Figma 9974:42607]" descr="Rectangle 30. отражение или наклон">
              <a:extLst>
                <a:ext uri="{FF2B5EF4-FFF2-40B4-BE49-F238E27FC236}">
                  <a16:creationId xmlns:a16="http://schemas.microsoft.com/office/drawing/2014/main" id="{998D7FB6-51C8-470D-B95D-DCCB286949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75">
              <a:extLst>
                <a:ext uri="{96DAC541-7B7A-43D3-8B79-37D633B846F1}">
                  <asvg:svgBlip xmlns:asvg="http://schemas.microsoft.com/office/drawing/2016/SVG/main" r:embed="rId376"/>
                </a:ext>
              </a:extLst>
            </a:blip>
            <a:stretch>
              <a:fillRect/>
            </a:stretch>
          </p:blipFill>
          <p:spPr>
            <a:xfrm>
              <a:off x="1044059" y="5338183"/>
              <a:ext cx="689907" cy="849093"/>
            </a:xfrm>
            <a:prstGeom prst="rect">
              <a:avLst/>
            </a:prstGeom>
          </p:spPr>
        </p:pic>
      </p:grpSp>
      <p:grpSp>
        <p:nvGrpSpPr>
          <p:cNvPr id="376" name="Группа 375">
            <a:extLst>
              <a:ext uri="{FF2B5EF4-FFF2-40B4-BE49-F238E27FC236}">
                <a16:creationId xmlns:a16="http://schemas.microsoft.com/office/drawing/2014/main" id="{5558A474-0C49-41B0-8DA1-9D800D49F4FA}"/>
              </a:ext>
            </a:extLst>
          </p:cNvPr>
          <p:cNvGrpSpPr/>
          <p:nvPr/>
        </p:nvGrpSpPr>
        <p:grpSpPr>
          <a:xfrm>
            <a:off x="2940057" y="2253549"/>
            <a:ext cx="550159" cy="630866"/>
            <a:chOff x="2940057" y="2253549"/>
            <a:chExt cx="550159" cy="630866"/>
          </a:xfrm>
        </p:grpSpPr>
        <p:pic>
          <p:nvPicPr>
            <p:cNvPr id="377" name="Ellipse 89 [Figma 9987:20739]" descr="Ellipse 89. векторный контур">
              <a:extLst>
                <a:ext uri="{FF2B5EF4-FFF2-40B4-BE49-F238E27FC236}">
                  <a16:creationId xmlns:a16="http://schemas.microsoft.com/office/drawing/2014/main" id="{D721343A-FB56-4B50-99D8-85072A687A7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5"/>
            <a:stretch>
              <a:fillRect/>
            </a:stretch>
          </p:blipFill>
          <p:spPr>
            <a:xfrm>
              <a:off x="3222761" y="2397611"/>
              <a:ext cx="63" cy="216"/>
            </a:xfrm>
            <a:prstGeom prst="rect">
              <a:avLst/>
            </a:prstGeom>
          </p:spPr>
        </p:pic>
        <p:pic>
          <p:nvPicPr>
            <p:cNvPr id="378" name="Subtract [Figma 10019:16913]" descr="Subtract. векторный контур">
              <a:extLst>
                <a:ext uri="{FF2B5EF4-FFF2-40B4-BE49-F238E27FC236}">
                  <a16:creationId xmlns:a16="http://schemas.microsoft.com/office/drawing/2014/main" id="{5DC879C4-B134-46D1-B02F-CE9DEBE653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77">
              <a:extLst>
                <a:ext uri="{96DAC541-7B7A-43D3-8B79-37D633B846F1}">
                  <asvg:svgBlip xmlns:asvg="http://schemas.microsoft.com/office/drawing/2016/SVG/main" r:embed="rId378"/>
                </a:ext>
              </a:extLst>
            </a:blip>
            <a:stretch>
              <a:fillRect/>
            </a:stretch>
          </p:blipFill>
          <p:spPr>
            <a:xfrm>
              <a:off x="3023132" y="2403266"/>
              <a:ext cx="258886" cy="423108"/>
            </a:xfrm>
            <a:prstGeom prst="rect">
              <a:avLst/>
            </a:prstGeom>
          </p:spPr>
        </p:pic>
        <p:pic>
          <p:nvPicPr>
            <p:cNvPr id="379" name="Subtract [Figma 10019:16925]" descr="Subtract. векторный контур">
              <a:extLst>
                <a:ext uri="{FF2B5EF4-FFF2-40B4-BE49-F238E27FC236}">
                  <a16:creationId xmlns:a16="http://schemas.microsoft.com/office/drawing/2014/main" id="{DB7471B6-01A3-44B2-AC19-29B489C39A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79">
              <a:extLst>
                <a:ext uri="{96DAC541-7B7A-43D3-8B79-37D633B846F1}">
                  <asvg:svgBlip xmlns:asvg="http://schemas.microsoft.com/office/drawing/2016/SVG/main" r:embed="rId380"/>
                </a:ext>
              </a:extLst>
            </a:blip>
            <a:stretch>
              <a:fillRect/>
            </a:stretch>
          </p:blipFill>
          <p:spPr>
            <a:xfrm>
              <a:off x="3287810" y="2443846"/>
              <a:ext cx="100463" cy="138704"/>
            </a:xfrm>
            <a:prstGeom prst="rect">
              <a:avLst/>
            </a:prstGeom>
          </p:spPr>
        </p:pic>
        <p:pic>
          <p:nvPicPr>
            <p:cNvPr id="380" name="Subtract [Figma 10019:16897]" descr="Subtract. векторный контур">
              <a:extLst>
                <a:ext uri="{FF2B5EF4-FFF2-40B4-BE49-F238E27FC236}">
                  <a16:creationId xmlns:a16="http://schemas.microsoft.com/office/drawing/2014/main" id="{53307282-AE80-4FAF-B6F8-D72A97D4B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81">
              <a:extLst>
                <a:ext uri="{96DAC541-7B7A-43D3-8B79-37D633B846F1}">
                  <asvg:svgBlip xmlns:asvg="http://schemas.microsoft.com/office/drawing/2016/SVG/main" r:embed="rId382"/>
                </a:ext>
              </a:extLst>
            </a:blip>
            <a:stretch>
              <a:fillRect/>
            </a:stretch>
          </p:blipFill>
          <p:spPr>
            <a:xfrm>
              <a:off x="2965171" y="2443846"/>
              <a:ext cx="52163" cy="138704"/>
            </a:xfrm>
            <a:prstGeom prst="rect">
              <a:avLst/>
            </a:prstGeom>
          </p:spPr>
        </p:pic>
        <p:pic>
          <p:nvPicPr>
            <p:cNvPr id="381" name="Subtract [Figma 10019:16889]" descr="Subtract. векторный контур">
              <a:extLst>
                <a:ext uri="{FF2B5EF4-FFF2-40B4-BE49-F238E27FC236}">
                  <a16:creationId xmlns:a16="http://schemas.microsoft.com/office/drawing/2014/main" id="{0FA2C1A8-1B9B-4125-A0A0-655DA2BE3A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83">
              <a:extLst>
                <a:ext uri="{96DAC541-7B7A-43D3-8B79-37D633B846F1}">
                  <asvg:svgBlip xmlns:asvg="http://schemas.microsoft.com/office/drawing/2016/SVG/main" r:embed="rId384"/>
                </a:ext>
              </a:extLst>
            </a:blip>
            <a:stretch>
              <a:fillRect/>
            </a:stretch>
          </p:blipFill>
          <p:spPr>
            <a:xfrm>
              <a:off x="2940057" y="2515380"/>
              <a:ext cx="527427" cy="369035"/>
            </a:xfrm>
            <a:prstGeom prst="rect">
              <a:avLst/>
            </a:prstGeom>
          </p:spPr>
        </p:pic>
        <p:pic>
          <p:nvPicPr>
            <p:cNvPr id="382" name="Vector 149 [Figma 10019:16878]" descr="Vector 149. векторный контур">
              <a:extLst>
                <a:ext uri="{FF2B5EF4-FFF2-40B4-BE49-F238E27FC236}">
                  <a16:creationId xmlns:a16="http://schemas.microsoft.com/office/drawing/2014/main" id="{ABEADC2D-AD68-4B40-896D-293A50FD54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85">
              <a:extLst>
                <a:ext uri="{96DAC541-7B7A-43D3-8B79-37D633B846F1}">
                  <asvg:svgBlip xmlns:asvg="http://schemas.microsoft.com/office/drawing/2016/SVG/main" r:embed="rId386"/>
                </a:ext>
              </a:extLst>
            </a:blip>
            <a:stretch>
              <a:fillRect/>
            </a:stretch>
          </p:blipFill>
          <p:spPr>
            <a:xfrm>
              <a:off x="3217261" y="2253549"/>
              <a:ext cx="146586" cy="147584"/>
            </a:xfrm>
            <a:prstGeom prst="rect">
              <a:avLst/>
            </a:prstGeom>
          </p:spPr>
        </p:pic>
        <p:pic>
          <p:nvPicPr>
            <p:cNvPr id="383" name="Ellipse 5046 [Figma 10019:16912]" descr="Ellipse 5046. векторный контур">
              <a:extLst>
                <a:ext uri="{FF2B5EF4-FFF2-40B4-BE49-F238E27FC236}">
                  <a16:creationId xmlns:a16="http://schemas.microsoft.com/office/drawing/2014/main" id="{D6A7EC9D-AB1D-46F6-A1E5-EAD2C7117D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87">
              <a:extLst>
                <a:ext uri="{96DAC541-7B7A-43D3-8B79-37D633B846F1}">
                  <asvg:svgBlip xmlns:asvg="http://schemas.microsoft.com/office/drawing/2016/SVG/main" r:embed="rId388"/>
                </a:ext>
              </a:extLst>
            </a:blip>
            <a:stretch>
              <a:fillRect/>
            </a:stretch>
          </p:blipFill>
          <p:spPr>
            <a:xfrm>
              <a:off x="3222774" y="2334956"/>
              <a:ext cx="136112" cy="136125"/>
            </a:xfrm>
            <a:prstGeom prst="rect">
              <a:avLst/>
            </a:prstGeom>
          </p:spPr>
        </p:pic>
        <p:pic>
          <p:nvPicPr>
            <p:cNvPr id="384" name="Ellipse 90 [Figma 10019:16881]" descr="Ellipse 90. векторный контур">
              <a:extLst>
                <a:ext uri="{FF2B5EF4-FFF2-40B4-BE49-F238E27FC236}">
                  <a16:creationId xmlns:a16="http://schemas.microsoft.com/office/drawing/2014/main" id="{D46D9578-C79D-4424-B7C4-F36EDA07D1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89">
              <a:extLst>
                <a:ext uri="{96DAC541-7B7A-43D3-8B79-37D633B846F1}">
                  <asvg:svgBlip xmlns:asvg="http://schemas.microsoft.com/office/drawing/2016/SVG/main" r:embed="rId390"/>
                </a:ext>
              </a:extLst>
            </a:blip>
            <a:stretch>
              <a:fillRect/>
            </a:stretch>
          </p:blipFill>
          <p:spPr>
            <a:xfrm>
              <a:off x="3275489" y="2351326"/>
              <a:ext cx="70760" cy="70741"/>
            </a:xfrm>
            <a:prstGeom prst="rect">
              <a:avLst/>
            </a:prstGeom>
          </p:spPr>
        </p:pic>
        <p:pic>
          <p:nvPicPr>
            <p:cNvPr id="385" name="Subtract [Figma 10019:16892]" descr="Subtract. векторный контур">
              <a:extLst>
                <a:ext uri="{FF2B5EF4-FFF2-40B4-BE49-F238E27FC236}">
                  <a16:creationId xmlns:a16="http://schemas.microsoft.com/office/drawing/2014/main" id="{A77F5AAC-CC32-4CB3-ADB1-304C2E9C39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91">
              <a:extLst>
                <a:ext uri="{96DAC541-7B7A-43D3-8B79-37D633B846F1}">
                  <asvg:svgBlip xmlns:asvg="http://schemas.microsoft.com/office/drawing/2016/SVG/main" r:embed="rId392"/>
                </a:ext>
              </a:extLst>
            </a:blip>
            <a:stretch>
              <a:fillRect/>
            </a:stretch>
          </p:blipFill>
          <p:spPr>
            <a:xfrm>
              <a:off x="3331799" y="2643617"/>
              <a:ext cx="158417" cy="112065"/>
            </a:xfrm>
            <a:prstGeom prst="rect">
              <a:avLst/>
            </a:prstGeom>
          </p:spPr>
        </p:pic>
      </p:grpSp>
      <p:grpSp>
        <p:nvGrpSpPr>
          <p:cNvPr id="386" name="Группа 385">
            <a:extLst>
              <a:ext uri="{FF2B5EF4-FFF2-40B4-BE49-F238E27FC236}">
                <a16:creationId xmlns:a16="http://schemas.microsoft.com/office/drawing/2014/main" id="{0D61E2E8-3487-49DB-8789-E596301C98F9}"/>
              </a:ext>
            </a:extLst>
          </p:cNvPr>
          <p:cNvGrpSpPr/>
          <p:nvPr/>
        </p:nvGrpSpPr>
        <p:grpSpPr>
          <a:xfrm>
            <a:off x="6699467" y="2311541"/>
            <a:ext cx="709328" cy="571896"/>
            <a:chOff x="6699467" y="2311541"/>
            <a:chExt cx="709328" cy="571896"/>
          </a:xfrm>
        </p:grpSpPr>
        <p:pic>
          <p:nvPicPr>
            <p:cNvPr id="387" name="Rectangle 37 [Figma 10019:18738]" descr="Rectangle 37. векторный контур">
              <a:extLst>
                <a:ext uri="{FF2B5EF4-FFF2-40B4-BE49-F238E27FC236}">
                  <a16:creationId xmlns:a16="http://schemas.microsoft.com/office/drawing/2014/main" id="{436E3617-6599-4905-A882-CAA00195B3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5"/>
            <a:stretch>
              <a:fillRect/>
            </a:stretch>
          </p:blipFill>
          <p:spPr>
            <a:xfrm>
              <a:off x="6699467" y="2883374"/>
              <a:ext cx="239106" cy="63"/>
            </a:xfrm>
            <a:prstGeom prst="rect">
              <a:avLst/>
            </a:prstGeom>
          </p:spPr>
        </p:pic>
        <p:pic>
          <p:nvPicPr>
            <p:cNvPr id="388" name="Rectangle 30 [Figma 10019:18741]" descr="Rectangle 30. векторный контур">
              <a:extLst>
                <a:ext uri="{FF2B5EF4-FFF2-40B4-BE49-F238E27FC236}">
                  <a16:creationId xmlns:a16="http://schemas.microsoft.com/office/drawing/2014/main" id="{2AF0EC3F-8E85-4364-AA44-BA831AE52E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5"/>
            <a:stretch>
              <a:fillRect/>
            </a:stretch>
          </p:blipFill>
          <p:spPr>
            <a:xfrm>
              <a:off x="6699467" y="2660881"/>
              <a:ext cx="239106" cy="222539"/>
            </a:xfrm>
            <a:prstGeom prst="rect">
              <a:avLst/>
            </a:prstGeom>
          </p:spPr>
        </p:pic>
        <p:pic>
          <p:nvPicPr>
            <p:cNvPr id="389" name="Rectangle 30 (Stroke) [Figma 10019:18742]" descr="Rectangle 30 (Stroke). векторный контур">
              <a:extLst>
                <a:ext uri="{FF2B5EF4-FFF2-40B4-BE49-F238E27FC236}">
                  <a16:creationId xmlns:a16="http://schemas.microsoft.com/office/drawing/2014/main" id="{424586E0-5EB2-4114-A8F9-957EF3AD8B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5"/>
            <a:stretch>
              <a:fillRect/>
            </a:stretch>
          </p:blipFill>
          <p:spPr>
            <a:xfrm>
              <a:off x="6909477" y="2485070"/>
              <a:ext cx="17212" cy="186768"/>
            </a:xfrm>
            <a:prstGeom prst="rect">
              <a:avLst/>
            </a:prstGeom>
          </p:spPr>
        </p:pic>
        <p:pic>
          <p:nvPicPr>
            <p:cNvPr id="390" name="Rectangle 31 [Figma 10019:18743]" descr="Rectangle 31. векторный контур">
              <a:extLst>
                <a:ext uri="{FF2B5EF4-FFF2-40B4-BE49-F238E27FC236}">
                  <a16:creationId xmlns:a16="http://schemas.microsoft.com/office/drawing/2014/main" id="{1C8A2120-749D-481A-8498-1A0C81C4CA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5"/>
            <a:stretch>
              <a:fillRect/>
            </a:stretch>
          </p:blipFill>
          <p:spPr>
            <a:xfrm>
              <a:off x="6926629" y="2364621"/>
              <a:ext cx="235409" cy="307254"/>
            </a:xfrm>
            <a:prstGeom prst="rect">
              <a:avLst/>
            </a:prstGeom>
          </p:spPr>
        </p:pic>
        <p:pic>
          <p:nvPicPr>
            <p:cNvPr id="391" name="Ellipse 40 [Figma 10019:18745]" descr="Ellipse 40. векторный контур">
              <a:extLst>
                <a:ext uri="{FF2B5EF4-FFF2-40B4-BE49-F238E27FC236}">
                  <a16:creationId xmlns:a16="http://schemas.microsoft.com/office/drawing/2014/main" id="{FBA676E3-6F13-45F9-89F1-868C4AE6FDE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5"/>
            <a:stretch>
              <a:fillRect/>
            </a:stretch>
          </p:blipFill>
          <p:spPr>
            <a:xfrm>
              <a:off x="6699467" y="2660881"/>
              <a:ext cx="239106" cy="222539"/>
            </a:xfrm>
            <a:prstGeom prst="rect">
              <a:avLst/>
            </a:prstGeom>
          </p:spPr>
        </p:pic>
        <p:pic>
          <p:nvPicPr>
            <p:cNvPr id="392" name="Ellipse 41 [Figma 10019:18746]" descr="Ellipse 41. векторный контур">
              <a:extLst>
                <a:ext uri="{FF2B5EF4-FFF2-40B4-BE49-F238E27FC236}">
                  <a16:creationId xmlns:a16="http://schemas.microsoft.com/office/drawing/2014/main" id="{0A187A63-645C-4578-B854-4E65912168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5"/>
            <a:stretch>
              <a:fillRect/>
            </a:stretch>
          </p:blipFill>
          <p:spPr>
            <a:xfrm>
              <a:off x="6699467" y="2660881"/>
              <a:ext cx="239106" cy="222539"/>
            </a:xfrm>
            <a:prstGeom prst="rect">
              <a:avLst/>
            </a:prstGeom>
          </p:spPr>
        </p:pic>
        <p:pic>
          <p:nvPicPr>
            <p:cNvPr id="393" name="Rectangle 30 [Figma 10019:19080]" descr="Rectangle 30. векторный контур">
              <a:extLst>
                <a:ext uri="{FF2B5EF4-FFF2-40B4-BE49-F238E27FC236}">
                  <a16:creationId xmlns:a16="http://schemas.microsoft.com/office/drawing/2014/main" id="{259A3473-CDAA-4300-A330-39C29A9F58A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5"/>
            <a:stretch>
              <a:fillRect/>
            </a:stretch>
          </p:blipFill>
          <p:spPr>
            <a:xfrm>
              <a:off x="6926629" y="2660881"/>
              <a:ext cx="63" cy="10994"/>
            </a:xfrm>
            <a:prstGeom prst="rect">
              <a:avLst/>
            </a:prstGeom>
          </p:spPr>
        </p:pic>
        <p:pic>
          <p:nvPicPr>
            <p:cNvPr id="394" name="Rectangle 30 [Figma 10019:19103]" descr="Rectangle 30. векторный контур">
              <a:extLst>
                <a:ext uri="{FF2B5EF4-FFF2-40B4-BE49-F238E27FC236}">
                  <a16:creationId xmlns:a16="http://schemas.microsoft.com/office/drawing/2014/main" id="{5F13B8F7-F999-4E2B-B41A-E343CE02F6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5"/>
            <a:stretch>
              <a:fillRect/>
            </a:stretch>
          </p:blipFill>
          <p:spPr>
            <a:xfrm>
              <a:off x="6926629" y="2660881"/>
              <a:ext cx="63" cy="10994"/>
            </a:xfrm>
            <a:prstGeom prst="rect">
              <a:avLst/>
            </a:prstGeom>
          </p:spPr>
        </p:pic>
        <p:pic>
          <p:nvPicPr>
            <p:cNvPr id="395" name="Rectangle 30 [Figma 10019:19126]" descr="Rectangle 30. векторный контур">
              <a:extLst>
                <a:ext uri="{FF2B5EF4-FFF2-40B4-BE49-F238E27FC236}">
                  <a16:creationId xmlns:a16="http://schemas.microsoft.com/office/drawing/2014/main" id="{81285F20-8DC9-4E73-BB0A-5E47B2014F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5"/>
            <a:stretch>
              <a:fillRect/>
            </a:stretch>
          </p:blipFill>
          <p:spPr>
            <a:xfrm>
              <a:off x="6926629" y="2660881"/>
              <a:ext cx="63" cy="10994"/>
            </a:xfrm>
            <a:prstGeom prst="rect">
              <a:avLst/>
            </a:prstGeom>
          </p:spPr>
        </p:pic>
        <p:pic>
          <p:nvPicPr>
            <p:cNvPr id="396" name="Rectangle 31 [Figma 10019:19679]" descr="Rectangle 31. векторный контур">
              <a:extLst>
                <a:ext uri="{FF2B5EF4-FFF2-40B4-BE49-F238E27FC236}">
                  <a16:creationId xmlns:a16="http://schemas.microsoft.com/office/drawing/2014/main" id="{2B9FBA30-63DE-45DB-AE3B-70D6CA0DE1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93">
              <a:extLst>
                <a:ext uri="{96DAC541-7B7A-43D3-8B79-37D633B846F1}">
                  <asvg:svgBlip xmlns:asvg="http://schemas.microsoft.com/office/drawing/2016/SVG/main" r:embed="rId394"/>
                </a:ext>
              </a:extLst>
            </a:blip>
            <a:stretch>
              <a:fillRect/>
            </a:stretch>
          </p:blipFill>
          <p:spPr>
            <a:xfrm>
              <a:off x="7063008" y="2311541"/>
              <a:ext cx="99024" cy="102590"/>
            </a:xfrm>
            <a:prstGeom prst="rect">
              <a:avLst/>
            </a:prstGeom>
          </p:spPr>
        </p:pic>
        <p:pic>
          <p:nvPicPr>
            <p:cNvPr id="397" name="Vector 72 (Stroke) [Figma 10019:18733]" descr="Vector 72 (Stroke). векторный контур">
              <a:extLst>
                <a:ext uri="{FF2B5EF4-FFF2-40B4-BE49-F238E27FC236}">
                  <a16:creationId xmlns:a16="http://schemas.microsoft.com/office/drawing/2014/main" id="{68A3AA39-A20F-44F5-9978-1CB627C60C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95">
              <a:extLst>
                <a:ext uri="{96DAC541-7B7A-43D3-8B79-37D633B846F1}">
                  <asvg:svgBlip xmlns:asvg="http://schemas.microsoft.com/office/drawing/2016/SVG/main" r:embed="rId396"/>
                </a:ext>
              </a:extLst>
            </a:blip>
            <a:stretch>
              <a:fillRect/>
            </a:stretch>
          </p:blipFill>
          <p:spPr>
            <a:xfrm>
              <a:off x="7167824" y="2430054"/>
              <a:ext cx="130017" cy="55015"/>
            </a:xfrm>
            <a:prstGeom prst="rect">
              <a:avLst/>
            </a:prstGeom>
          </p:spPr>
        </p:pic>
        <p:pic>
          <p:nvPicPr>
            <p:cNvPr id="398" name="Rectangle 36 [Figma 10019:19026]" descr="Rectangle 36. векторный контур">
              <a:extLst>
                <a:ext uri="{FF2B5EF4-FFF2-40B4-BE49-F238E27FC236}">
                  <a16:creationId xmlns:a16="http://schemas.microsoft.com/office/drawing/2014/main" id="{D97732DE-9781-4F6A-8F63-E259DA7079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97">
              <a:extLst>
                <a:ext uri="{96DAC541-7B7A-43D3-8B79-37D633B846F1}">
                  <asvg:svgBlip xmlns:asvg="http://schemas.microsoft.com/office/drawing/2016/SVG/main" r:embed="rId398"/>
                </a:ext>
              </a:extLst>
            </a:blip>
            <a:stretch>
              <a:fillRect/>
            </a:stretch>
          </p:blipFill>
          <p:spPr>
            <a:xfrm>
              <a:off x="7167830" y="2490874"/>
              <a:ext cx="240965" cy="148328"/>
            </a:xfrm>
            <a:prstGeom prst="rect">
              <a:avLst/>
            </a:prstGeom>
          </p:spPr>
        </p:pic>
        <p:pic>
          <p:nvPicPr>
            <p:cNvPr id="399" name="Rectangle 30 [Figma 10019:19328]" descr="Rectangle 30. векторный контур">
              <a:extLst>
                <a:ext uri="{FF2B5EF4-FFF2-40B4-BE49-F238E27FC236}">
                  <a16:creationId xmlns:a16="http://schemas.microsoft.com/office/drawing/2014/main" id="{AFB15D4F-1D6A-4C40-8A64-B8B8966BB3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99">
              <a:extLst>
                <a:ext uri="{96DAC541-7B7A-43D3-8B79-37D633B846F1}">
                  <asvg:svgBlip xmlns:asvg="http://schemas.microsoft.com/office/drawing/2016/SVG/main" r:embed="rId400"/>
                </a:ext>
              </a:extLst>
            </a:blip>
            <a:stretch>
              <a:fillRect/>
            </a:stretch>
          </p:blipFill>
          <p:spPr>
            <a:xfrm>
              <a:off x="6702096" y="2311541"/>
              <a:ext cx="459936" cy="566078"/>
            </a:xfrm>
            <a:prstGeom prst="rect">
              <a:avLst/>
            </a:prstGeom>
          </p:spPr>
        </p:pic>
        <p:pic>
          <p:nvPicPr>
            <p:cNvPr id="400" name="Rectangle 35 [Figma 10019:19594]" descr="Rectangle 35. векторный контур">
              <a:extLst>
                <a:ext uri="{FF2B5EF4-FFF2-40B4-BE49-F238E27FC236}">
                  <a16:creationId xmlns:a16="http://schemas.microsoft.com/office/drawing/2014/main" id="{C9C8E7AB-073B-4908-AADE-C43E7134D9B9}"/>
                </a:ext>
              </a:extLst>
            </p:cNvPr>
            <p:cNvPicPr>
              <a:picLocks noChangeAspect="1"/>
            </p:cNvPicPr>
            <p:nvPr/>
          </p:nvPicPr>
          <p:blipFill>
            <a:blip r:embed="rId401">
              <a:extLst>
                <a:ext uri="{96DAC541-7B7A-43D3-8B79-37D633B846F1}">
                  <asvg:svgBlip xmlns:asvg="http://schemas.microsoft.com/office/drawing/2016/SVG/main" r:embed="rId402"/>
                </a:ext>
              </a:extLst>
            </a:blip>
            <a:stretch>
              <a:fillRect/>
            </a:stretch>
          </p:blipFill>
          <p:spPr>
            <a:xfrm>
              <a:off x="7167830" y="2645007"/>
              <a:ext cx="229549" cy="232613"/>
            </a:xfrm>
            <a:prstGeom prst="rect">
              <a:avLst/>
            </a:prstGeom>
          </p:spPr>
        </p:pic>
      </p:grpSp>
      <p:grpSp>
        <p:nvGrpSpPr>
          <p:cNvPr id="401" name="Группа 400">
            <a:extLst>
              <a:ext uri="{FF2B5EF4-FFF2-40B4-BE49-F238E27FC236}">
                <a16:creationId xmlns:a16="http://schemas.microsoft.com/office/drawing/2014/main" id="{3884D039-C5A9-42B8-9624-403AC1C4CE6C}"/>
              </a:ext>
            </a:extLst>
          </p:cNvPr>
          <p:cNvGrpSpPr/>
          <p:nvPr/>
        </p:nvGrpSpPr>
        <p:grpSpPr>
          <a:xfrm>
            <a:off x="10647840" y="5711732"/>
            <a:ext cx="506388" cy="535123"/>
            <a:chOff x="10647840" y="5711732"/>
            <a:chExt cx="506388" cy="535123"/>
          </a:xfrm>
        </p:grpSpPr>
        <p:pic>
          <p:nvPicPr>
            <p:cNvPr id="402" name="Rectangle 240663380 [Figma 9987:22877]" descr="Rectangle 240663380. векторный контур">
              <a:extLst>
                <a:ext uri="{FF2B5EF4-FFF2-40B4-BE49-F238E27FC236}">
                  <a16:creationId xmlns:a16="http://schemas.microsoft.com/office/drawing/2014/main" id="{235A9274-D771-4132-BE9E-E4900C91B2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03">
              <a:extLst>
                <a:ext uri="{96DAC541-7B7A-43D3-8B79-37D633B846F1}">
                  <asvg:svgBlip xmlns:asvg="http://schemas.microsoft.com/office/drawing/2016/SVG/main" r:embed="rId404"/>
                </a:ext>
              </a:extLst>
            </a:blip>
            <a:stretch>
              <a:fillRect/>
            </a:stretch>
          </p:blipFill>
          <p:spPr>
            <a:xfrm>
              <a:off x="10647840" y="5711732"/>
              <a:ext cx="414978" cy="535123"/>
            </a:xfrm>
            <a:prstGeom prst="rect">
              <a:avLst/>
            </a:prstGeom>
          </p:spPr>
        </p:pic>
        <p:pic>
          <p:nvPicPr>
            <p:cNvPr id="403" name="Rectangle 240663384 [Figma 9987:22520]" descr="Rectangle 240663384. векторный контур">
              <a:extLst>
                <a:ext uri="{FF2B5EF4-FFF2-40B4-BE49-F238E27FC236}">
                  <a16:creationId xmlns:a16="http://schemas.microsoft.com/office/drawing/2014/main" id="{719124C3-3C34-479F-AC64-A291520ECF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05">
              <a:extLst>
                <a:ext uri="{96DAC541-7B7A-43D3-8B79-37D633B846F1}">
                  <asvg:svgBlip xmlns:asvg="http://schemas.microsoft.com/office/drawing/2016/SVG/main" r:embed="rId406"/>
                </a:ext>
              </a:extLst>
            </a:blip>
            <a:stretch>
              <a:fillRect/>
            </a:stretch>
          </p:blipFill>
          <p:spPr>
            <a:xfrm>
              <a:off x="10931779" y="5922914"/>
              <a:ext cx="94646" cy="50055"/>
            </a:xfrm>
            <a:prstGeom prst="rect">
              <a:avLst/>
            </a:prstGeom>
          </p:spPr>
        </p:pic>
        <p:pic>
          <p:nvPicPr>
            <p:cNvPr id="404" name="Rectangle 240663383 [Figma 9987:22532]" descr="Rectangle 240663383. векторный контур">
              <a:extLst>
                <a:ext uri="{FF2B5EF4-FFF2-40B4-BE49-F238E27FC236}">
                  <a16:creationId xmlns:a16="http://schemas.microsoft.com/office/drawing/2014/main" id="{F5D87199-0AB8-492D-83B1-15064E20FC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05">
              <a:extLst>
                <a:ext uri="{96DAC541-7B7A-43D3-8B79-37D633B846F1}">
                  <asvg:svgBlip xmlns:asvg="http://schemas.microsoft.com/office/drawing/2016/SVG/main" r:embed="rId407"/>
                </a:ext>
              </a:extLst>
            </a:blip>
            <a:stretch>
              <a:fillRect/>
            </a:stretch>
          </p:blipFill>
          <p:spPr>
            <a:xfrm>
              <a:off x="10808013" y="5922914"/>
              <a:ext cx="94646" cy="50055"/>
            </a:xfrm>
            <a:prstGeom prst="rect">
              <a:avLst/>
            </a:prstGeom>
          </p:spPr>
        </p:pic>
        <p:pic>
          <p:nvPicPr>
            <p:cNvPr id="405" name="Rectangle 240663382 [Figma 9987:22553]" descr="Rectangle 240663382. векторный контур">
              <a:extLst>
                <a:ext uri="{FF2B5EF4-FFF2-40B4-BE49-F238E27FC236}">
                  <a16:creationId xmlns:a16="http://schemas.microsoft.com/office/drawing/2014/main" id="{C212B12F-6142-4882-BD75-EB57B3705E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05">
              <a:extLst>
                <a:ext uri="{96DAC541-7B7A-43D3-8B79-37D633B846F1}">
                  <asvg:svgBlip xmlns:asvg="http://schemas.microsoft.com/office/drawing/2016/SVG/main" r:embed="rId407"/>
                </a:ext>
              </a:extLst>
            </a:blip>
            <a:stretch>
              <a:fillRect/>
            </a:stretch>
          </p:blipFill>
          <p:spPr>
            <a:xfrm>
              <a:off x="10684247" y="5922914"/>
              <a:ext cx="94646" cy="50055"/>
            </a:xfrm>
            <a:prstGeom prst="rect">
              <a:avLst/>
            </a:prstGeom>
          </p:spPr>
        </p:pic>
        <p:pic>
          <p:nvPicPr>
            <p:cNvPr id="406" name="Rectangle 240663385 [Figma 9987:22574]" descr="Rectangle 240663385. векторный контур">
              <a:extLst>
                <a:ext uri="{FF2B5EF4-FFF2-40B4-BE49-F238E27FC236}">
                  <a16:creationId xmlns:a16="http://schemas.microsoft.com/office/drawing/2014/main" id="{6716D939-8B6C-48EA-AA99-34DBF886D0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05">
              <a:extLst>
                <a:ext uri="{96DAC541-7B7A-43D3-8B79-37D633B846F1}">
                  <asvg:svgBlip xmlns:asvg="http://schemas.microsoft.com/office/drawing/2016/SVG/main" r:embed="rId407"/>
                </a:ext>
              </a:extLst>
            </a:blip>
            <a:stretch>
              <a:fillRect/>
            </a:stretch>
          </p:blipFill>
          <p:spPr>
            <a:xfrm>
              <a:off x="10684247" y="6002088"/>
              <a:ext cx="94646" cy="50055"/>
            </a:xfrm>
            <a:prstGeom prst="rect">
              <a:avLst/>
            </a:prstGeom>
          </p:spPr>
        </p:pic>
        <p:pic>
          <p:nvPicPr>
            <p:cNvPr id="407" name="Rectangle 240663386 [Figma 9987:22595]" descr="Rectangle 240663386. векторный контур">
              <a:extLst>
                <a:ext uri="{FF2B5EF4-FFF2-40B4-BE49-F238E27FC236}">
                  <a16:creationId xmlns:a16="http://schemas.microsoft.com/office/drawing/2014/main" id="{31CD2964-CC18-4854-B08A-D1652C89B919}"/>
                </a:ext>
              </a:extLst>
            </p:cNvPr>
            <p:cNvPicPr>
              <a:picLocks noChangeAspect="1"/>
            </p:cNvPicPr>
            <p:nvPr/>
          </p:nvPicPr>
          <p:blipFill>
            <a:blip r:embed="rId405">
              <a:extLst>
                <a:ext uri="{96DAC541-7B7A-43D3-8B79-37D633B846F1}">
                  <asvg:svgBlip xmlns:asvg="http://schemas.microsoft.com/office/drawing/2016/SVG/main" r:embed="rId407"/>
                </a:ext>
              </a:extLst>
            </a:blip>
            <a:stretch>
              <a:fillRect/>
            </a:stretch>
          </p:blipFill>
          <p:spPr>
            <a:xfrm>
              <a:off x="10808013" y="6002088"/>
              <a:ext cx="94646" cy="50055"/>
            </a:xfrm>
            <a:prstGeom prst="rect">
              <a:avLst/>
            </a:prstGeom>
          </p:spPr>
        </p:pic>
        <p:pic>
          <p:nvPicPr>
            <p:cNvPr id="408" name="Rectangle 240663387 [Figma 9987:22616]" descr="Rectangle 240663387. векторный контур">
              <a:extLst>
                <a:ext uri="{FF2B5EF4-FFF2-40B4-BE49-F238E27FC236}">
                  <a16:creationId xmlns:a16="http://schemas.microsoft.com/office/drawing/2014/main" id="{E31B10F3-EA6A-467D-AA79-8A88A1B67B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05">
              <a:extLst>
                <a:ext uri="{96DAC541-7B7A-43D3-8B79-37D633B846F1}">
                  <asvg:svgBlip xmlns:asvg="http://schemas.microsoft.com/office/drawing/2016/SVG/main" r:embed="rId407"/>
                </a:ext>
              </a:extLst>
            </a:blip>
            <a:stretch>
              <a:fillRect/>
            </a:stretch>
          </p:blipFill>
          <p:spPr>
            <a:xfrm>
              <a:off x="10931779" y="6002088"/>
              <a:ext cx="94646" cy="50055"/>
            </a:xfrm>
            <a:prstGeom prst="rect">
              <a:avLst/>
            </a:prstGeom>
          </p:spPr>
        </p:pic>
        <p:pic>
          <p:nvPicPr>
            <p:cNvPr id="409" name="Rectangle 240663390 [Figma 9987:22637]" descr="Rectangle 240663390. векторный контур">
              <a:extLst>
                <a:ext uri="{FF2B5EF4-FFF2-40B4-BE49-F238E27FC236}">
                  <a16:creationId xmlns:a16="http://schemas.microsoft.com/office/drawing/2014/main" id="{6F85F714-0889-47DA-B0DA-979DEC0BB5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05">
              <a:extLst>
                <a:ext uri="{96DAC541-7B7A-43D3-8B79-37D633B846F1}">
                  <asvg:svgBlip xmlns:asvg="http://schemas.microsoft.com/office/drawing/2016/SVG/main" r:embed="rId407"/>
                </a:ext>
              </a:extLst>
            </a:blip>
            <a:stretch>
              <a:fillRect/>
            </a:stretch>
          </p:blipFill>
          <p:spPr>
            <a:xfrm>
              <a:off x="10931779" y="6081213"/>
              <a:ext cx="94646" cy="50055"/>
            </a:xfrm>
            <a:prstGeom prst="rect">
              <a:avLst/>
            </a:prstGeom>
          </p:spPr>
        </p:pic>
        <p:pic>
          <p:nvPicPr>
            <p:cNvPr id="410" name="Rectangle 240663389 [Figma 9987:22658]" descr="Rectangle 240663389. векторный контур">
              <a:extLst>
                <a:ext uri="{FF2B5EF4-FFF2-40B4-BE49-F238E27FC236}">
                  <a16:creationId xmlns:a16="http://schemas.microsoft.com/office/drawing/2014/main" id="{DB9C91D8-AEA3-4B4C-959D-BD1157624F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05">
              <a:extLst>
                <a:ext uri="{96DAC541-7B7A-43D3-8B79-37D633B846F1}">
                  <asvg:svgBlip xmlns:asvg="http://schemas.microsoft.com/office/drawing/2016/SVG/main" r:embed="rId407"/>
                </a:ext>
              </a:extLst>
            </a:blip>
            <a:stretch>
              <a:fillRect/>
            </a:stretch>
          </p:blipFill>
          <p:spPr>
            <a:xfrm>
              <a:off x="10808013" y="6081213"/>
              <a:ext cx="94646" cy="50055"/>
            </a:xfrm>
            <a:prstGeom prst="rect">
              <a:avLst/>
            </a:prstGeom>
          </p:spPr>
        </p:pic>
        <p:pic>
          <p:nvPicPr>
            <p:cNvPr id="411" name="Rectangle 240663388 [Figma 9987:22679]" descr="Rectangle 240663388. векторный контур">
              <a:extLst>
                <a:ext uri="{FF2B5EF4-FFF2-40B4-BE49-F238E27FC236}">
                  <a16:creationId xmlns:a16="http://schemas.microsoft.com/office/drawing/2014/main" id="{19B4164C-AB4F-4343-9730-9EB917EB222D}"/>
                </a:ext>
              </a:extLst>
            </p:cNvPr>
            <p:cNvPicPr>
              <a:picLocks noChangeAspect="1"/>
            </p:cNvPicPr>
            <p:nvPr/>
          </p:nvPicPr>
          <p:blipFill>
            <a:blip r:embed="rId405">
              <a:extLst>
                <a:ext uri="{96DAC541-7B7A-43D3-8B79-37D633B846F1}">
                  <asvg:svgBlip xmlns:asvg="http://schemas.microsoft.com/office/drawing/2016/SVG/main" r:embed="rId407"/>
                </a:ext>
              </a:extLst>
            </a:blip>
            <a:stretch>
              <a:fillRect/>
            </a:stretch>
          </p:blipFill>
          <p:spPr>
            <a:xfrm>
              <a:off x="10684247" y="6081213"/>
              <a:ext cx="94646" cy="50055"/>
            </a:xfrm>
            <a:prstGeom prst="rect">
              <a:avLst/>
            </a:prstGeom>
          </p:spPr>
        </p:pic>
        <p:pic>
          <p:nvPicPr>
            <p:cNvPr id="412" name="Rectangle 240663391 [Figma 9987:22700]" descr="Rectangle 240663391. векторный контур">
              <a:extLst>
                <a:ext uri="{FF2B5EF4-FFF2-40B4-BE49-F238E27FC236}">
                  <a16:creationId xmlns:a16="http://schemas.microsoft.com/office/drawing/2014/main" id="{520442CC-C8EF-4F89-A7FE-68927F9943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05">
              <a:extLst>
                <a:ext uri="{96DAC541-7B7A-43D3-8B79-37D633B846F1}">
                  <asvg:svgBlip xmlns:asvg="http://schemas.microsoft.com/office/drawing/2016/SVG/main" r:embed="rId407"/>
                </a:ext>
              </a:extLst>
            </a:blip>
            <a:stretch>
              <a:fillRect/>
            </a:stretch>
          </p:blipFill>
          <p:spPr>
            <a:xfrm>
              <a:off x="10684247" y="6160388"/>
              <a:ext cx="94646" cy="50055"/>
            </a:xfrm>
            <a:prstGeom prst="rect">
              <a:avLst/>
            </a:prstGeom>
          </p:spPr>
        </p:pic>
        <p:pic>
          <p:nvPicPr>
            <p:cNvPr id="413" name="Rectangle 240663392 [Figma 9987:22721]" descr="Rectangle 240663392. векторный контур">
              <a:extLst>
                <a:ext uri="{FF2B5EF4-FFF2-40B4-BE49-F238E27FC236}">
                  <a16:creationId xmlns:a16="http://schemas.microsoft.com/office/drawing/2014/main" id="{BD5A1AA4-5265-460C-AA27-414D11B46E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05">
              <a:extLst>
                <a:ext uri="{96DAC541-7B7A-43D3-8B79-37D633B846F1}">
                  <asvg:svgBlip xmlns:asvg="http://schemas.microsoft.com/office/drawing/2016/SVG/main" r:embed="rId407"/>
                </a:ext>
              </a:extLst>
            </a:blip>
            <a:stretch>
              <a:fillRect/>
            </a:stretch>
          </p:blipFill>
          <p:spPr>
            <a:xfrm>
              <a:off x="10808013" y="6160388"/>
              <a:ext cx="94646" cy="50055"/>
            </a:xfrm>
            <a:prstGeom prst="rect">
              <a:avLst/>
            </a:prstGeom>
          </p:spPr>
        </p:pic>
        <p:pic>
          <p:nvPicPr>
            <p:cNvPr id="414" name="Rectangle 240663393 [Figma 9987:22742]" descr="Rectangle 240663393. векторный контур">
              <a:extLst>
                <a:ext uri="{FF2B5EF4-FFF2-40B4-BE49-F238E27FC236}">
                  <a16:creationId xmlns:a16="http://schemas.microsoft.com/office/drawing/2014/main" id="{FF7B456F-93CE-427D-8C8E-E6EC35469E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05">
              <a:extLst>
                <a:ext uri="{96DAC541-7B7A-43D3-8B79-37D633B846F1}">
                  <asvg:svgBlip xmlns:asvg="http://schemas.microsoft.com/office/drawing/2016/SVG/main" r:embed="rId407"/>
                </a:ext>
              </a:extLst>
            </a:blip>
            <a:stretch>
              <a:fillRect/>
            </a:stretch>
          </p:blipFill>
          <p:spPr>
            <a:xfrm>
              <a:off x="10931779" y="6160388"/>
              <a:ext cx="94646" cy="50055"/>
            </a:xfrm>
            <a:prstGeom prst="rect">
              <a:avLst/>
            </a:prstGeom>
          </p:spPr>
        </p:pic>
        <p:pic>
          <p:nvPicPr>
            <p:cNvPr id="415" name="Rectangle 240663381 [Figma 9987:22858]" descr="Rectangle 240663381. векторный контур">
              <a:extLst>
                <a:ext uri="{FF2B5EF4-FFF2-40B4-BE49-F238E27FC236}">
                  <a16:creationId xmlns:a16="http://schemas.microsoft.com/office/drawing/2014/main" id="{5E5DB4B8-207B-4014-ABFA-21571B9DCF92}"/>
                </a:ext>
              </a:extLst>
            </p:cNvPr>
            <p:cNvPicPr>
              <a:picLocks noChangeAspect="1"/>
            </p:cNvPicPr>
            <p:nvPr/>
          </p:nvPicPr>
          <p:blipFill>
            <a:blip r:embed="rId408">
              <a:extLst>
                <a:ext uri="{96DAC541-7B7A-43D3-8B79-37D633B846F1}">
                  <asvg:svgBlip xmlns:asvg="http://schemas.microsoft.com/office/drawing/2016/SVG/main" r:embed="rId409"/>
                </a:ext>
              </a:extLst>
            </a:blip>
            <a:stretch>
              <a:fillRect/>
            </a:stretch>
          </p:blipFill>
          <p:spPr>
            <a:xfrm>
              <a:off x="10684247" y="5748144"/>
              <a:ext cx="342178" cy="138307"/>
            </a:xfrm>
            <a:prstGeom prst="rect">
              <a:avLst/>
            </a:prstGeom>
          </p:spPr>
        </p:pic>
        <p:pic>
          <p:nvPicPr>
            <p:cNvPr id="416" name="Rectangle 240663394 [Figma 10019:20321]" descr="Rectangle 240663394. векторный контур">
              <a:extLst>
                <a:ext uri="{FF2B5EF4-FFF2-40B4-BE49-F238E27FC236}">
                  <a16:creationId xmlns:a16="http://schemas.microsoft.com/office/drawing/2014/main" id="{4B09CC84-064D-426E-98DD-2AE5F29310EF}"/>
                </a:ext>
              </a:extLst>
            </p:cNvPr>
            <p:cNvPicPr>
              <a:picLocks noChangeAspect="1"/>
            </p:cNvPicPr>
            <p:nvPr/>
          </p:nvPicPr>
          <p:blipFill>
            <a:blip r:embed="rId410">
              <a:extLst>
                <a:ext uri="{96DAC541-7B7A-43D3-8B79-37D633B846F1}">
                  <asvg:svgBlip xmlns:asvg="http://schemas.microsoft.com/office/drawing/2016/SVG/main" r:embed="rId411"/>
                </a:ext>
              </a:extLst>
            </a:blip>
            <a:stretch>
              <a:fillRect/>
            </a:stretch>
          </p:blipFill>
          <p:spPr>
            <a:xfrm>
              <a:off x="10768239" y="5781977"/>
              <a:ext cx="224074" cy="70245"/>
            </a:xfrm>
            <a:prstGeom prst="rect">
              <a:avLst/>
            </a:prstGeom>
          </p:spPr>
        </p:pic>
        <p:pic>
          <p:nvPicPr>
            <p:cNvPr id="417" name="Union [Figma 10019:20326]" descr="Union. векторный контур">
              <a:extLst>
                <a:ext uri="{FF2B5EF4-FFF2-40B4-BE49-F238E27FC236}">
                  <a16:creationId xmlns:a16="http://schemas.microsoft.com/office/drawing/2014/main" id="{F37AFBAD-151D-4231-B1D8-A333581A5DE8}"/>
                </a:ext>
              </a:extLst>
            </p:cNvPr>
            <p:cNvPicPr>
              <a:picLocks noChangeAspect="1"/>
            </p:cNvPicPr>
            <p:nvPr/>
          </p:nvPicPr>
          <p:blipFill>
            <a:blip r:embed="rId412">
              <a:extLst>
                <a:ext uri="{96DAC541-7B7A-43D3-8B79-37D633B846F1}">
                  <asvg:svgBlip xmlns:asvg="http://schemas.microsoft.com/office/drawing/2016/SVG/main" r:embed="rId413"/>
                </a:ext>
              </a:extLst>
            </a:blip>
            <a:stretch>
              <a:fillRect/>
            </a:stretch>
          </p:blipFill>
          <p:spPr>
            <a:xfrm>
              <a:off x="11099225" y="5711732"/>
              <a:ext cx="55003" cy="534925"/>
            </a:xfrm>
            <a:prstGeom prst="rect">
              <a:avLst/>
            </a:prstGeom>
          </p:spPr>
        </p:pic>
        <p:pic>
          <p:nvPicPr>
            <p:cNvPr id="418" name="Union [Figma 9987:22914]" descr="Union. векторный контур">
              <a:extLst>
                <a:ext uri="{FF2B5EF4-FFF2-40B4-BE49-F238E27FC236}">
                  <a16:creationId xmlns:a16="http://schemas.microsoft.com/office/drawing/2014/main" id="{EC5402E6-F789-4442-B694-393CD88EFF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14">
              <a:extLst>
                <a:ext uri="{96DAC541-7B7A-43D3-8B79-37D633B846F1}">
                  <asvg:svgBlip xmlns:asvg="http://schemas.microsoft.com/office/drawing/2016/SVG/main" r:embed="rId415"/>
                </a:ext>
              </a:extLst>
            </a:blip>
            <a:stretch>
              <a:fillRect/>
            </a:stretch>
          </p:blipFill>
          <p:spPr>
            <a:xfrm>
              <a:off x="11099225" y="5770468"/>
              <a:ext cx="55003" cy="14684"/>
            </a:xfrm>
            <a:prstGeom prst="rect">
              <a:avLst/>
            </a:prstGeom>
          </p:spPr>
        </p:pic>
        <p:pic>
          <p:nvPicPr>
            <p:cNvPr id="419" name="Union [Figma 9987:22934]" descr="Union. векторный контур">
              <a:extLst>
                <a:ext uri="{FF2B5EF4-FFF2-40B4-BE49-F238E27FC236}">
                  <a16:creationId xmlns:a16="http://schemas.microsoft.com/office/drawing/2014/main" id="{FE078B78-6C97-4EE8-8F31-F0C7662E10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14">
              <a:extLst>
                <a:ext uri="{96DAC541-7B7A-43D3-8B79-37D633B846F1}">
                  <asvg:svgBlip xmlns:asvg="http://schemas.microsoft.com/office/drawing/2016/SVG/main" r:embed="rId416"/>
                </a:ext>
              </a:extLst>
            </a:blip>
            <a:stretch>
              <a:fillRect/>
            </a:stretch>
          </p:blipFill>
          <p:spPr>
            <a:xfrm>
              <a:off x="11099225" y="6184795"/>
              <a:ext cx="55003" cy="14684"/>
            </a:xfrm>
            <a:prstGeom prst="rect">
              <a:avLst/>
            </a:prstGeom>
          </p:spPr>
        </p:pic>
      </p:grpSp>
      <p:pic>
        <p:nvPicPr>
          <p:cNvPr id="420" name="Rectangle 240663378 [Figma 9987:21993]" descr="Rectangle 240663378. векторный контур">
            <a:extLst>
              <a:ext uri="{FF2B5EF4-FFF2-40B4-BE49-F238E27FC236}">
                <a16:creationId xmlns:a16="http://schemas.microsoft.com/office/drawing/2014/main" id="{08285A7F-9CDC-4A11-9108-B2D3B812D908}"/>
              </a:ext>
            </a:extLst>
          </p:cNvPr>
          <p:cNvPicPr>
            <a:picLocks noChangeAspect="1"/>
          </p:cNvPicPr>
          <p:nvPr/>
        </p:nvPicPr>
        <p:blipFill>
          <a:blip r:embed="rId155"/>
          <a:stretch>
            <a:fillRect/>
          </a:stretch>
        </p:blipFill>
        <p:spPr>
          <a:xfrm>
            <a:off x="6885243" y="6192683"/>
            <a:ext cx="82465" cy="8605"/>
          </a:xfrm>
          <a:prstGeom prst="rect">
            <a:avLst/>
          </a:prstGeom>
        </p:spPr>
      </p:pic>
      <p:pic>
        <p:nvPicPr>
          <p:cNvPr id="421" name="Union [Figma 9987:21995]" descr="Union. векторный контур">
            <a:extLst>
              <a:ext uri="{FF2B5EF4-FFF2-40B4-BE49-F238E27FC236}">
                <a16:creationId xmlns:a16="http://schemas.microsoft.com/office/drawing/2014/main" id="{C95DF7EF-59EF-4630-B9FA-327FD88ED0FB}"/>
              </a:ext>
            </a:extLst>
          </p:cNvPr>
          <p:cNvPicPr>
            <a:picLocks noChangeAspect="1"/>
          </p:cNvPicPr>
          <p:nvPr/>
        </p:nvPicPr>
        <p:blipFill>
          <a:blip r:embed="rId155"/>
          <a:stretch>
            <a:fillRect/>
          </a:stretch>
        </p:blipFill>
        <p:spPr>
          <a:xfrm>
            <a:off x="6942969" y="5859068"/>
            <a:ext cx="148436" cy="24739"/>
          </a:xfrm>
          <a:prstGeom prst="rect">
            <a:avLst/>
          </a:prstGeom>
        </p:spPr>
      </p:pic>
      <p:pic>
        <p:nvPicPr>
          <p:cNvPr id="422" name="Union (Stroke) [Figma 9987:21996]" descr="Union (Stroke). векторный контур">
            <a:extLst>
              <a:ext uri="{FF2B5EF4-FFF2-40B4-BE49-F238E27FC236}">
                <a16:creationId xmlns:a16="http://schemas.microsoft.com/office/drawing/2014/main" id="{224F39E0-F16F-4BAF-A023-0BE57732DF67}"/>
              </a:ext>
            </a:extLst>
          </p:cNvPr>
          <p:cNvPicPr>
            <a:picLocks noChangeAspect="1"/>
          </p:cNvPicPr>
          <p:nvPr/>
        </p:nvPicPr>
        <p:blipFill>
          <a:blip r:embed="rId155"/>
          <a:stretch>
            <a:fillRect/>
          </a:stretch>
        </p:blipFill>
        <p:spPr>
          <a:xfrm>
            <a:off x="6830209" y="6164108"/>
            <a:ext cx="6522" cy="4723"/>
          </a:xfrm>
          <a:prstGeom prst="rect">
            <a:avLst/>
          </a:prstGeom>
        </p:spPr>
      </p:pic>
      <p:pic>
        <p:nvPicPr>
          <p:cNvPr id="423" name="Subtract [Figma 9987:21997]" descr="Subtract. векторный контур">
            <a:extLst>
              <a:ext uri="{FF2B5EF4-FFF2-40B4-BE49-F238E27FC236}">
                <a16:creationId xmlns:a16="http://schemas.microsoft.com/office/drawing/2014/main" id="{C6CE46E6-6167-4CAF-9322-F00993CF5C2C}"/>
              </a:ext>
            </a:extLst>
          </p:cNvPr>
          <p:cNvPicPr>
            <a:picLocks noChangeAspect="1"/>
          </p:cNvPicPr>
          <p:nvPr/>
        </p:nvPicPr>
        <p:blipFill>
          <a:blip r:embed="rId155"/>
          <a:stretch>
            <a:fillRect/>
          </a:stretch>
        </p:blipFill>
        <p:spPr>
          <a:xfrm>
            <a:off x="7263828" y="5896175"/>
            <a:ext cx="1779" cy="2047"/>
          </a:xfrm>
          <a:prstGeom prst="rect">
            <a:avLst/>
          </a:prstGeom>
        </p:spPr>
      </p:pic>
      <p:pic>
        <p:nvPicPr>
          <p:cNvPr id="424" name="Subtract [Figma 9987:22047]" descr="Subtract. векторный контур">
            <a:extLst>
              <a:ext uri="{FF2B5EF4-FFF2-40B4-BE49-F238E27FC236}">
                <a16:creationId xmlns:a16="http://schemas.microsoft.com/office/drawing/2014/main" id="{5A9B7C02-17DC-4F96-90C9-2293F8358E9C}"/>
              </a:ext>
            </a:extLst>
          </p:cNvPr>
          <p:cNvPicPr>
            <a:picLocks noChangeAspect="1"/>
          </p:cNvPicPr>
          <p:nvPr/>
        </p:nvPicPr>
        <p:blipFill>
          <a:blip r:embed="rId155"/>
          <a:stretch>
            <a:fillRect/>
          </a:stretch>
        </p:blipFill>
        <p:spPr>
          <a:xfrm>
            <a:off x="6804593" y="6140594"/>
            <a:ext cx="25644" cy="23551"/>
          </a:xfrm>
          <a:prstGeom prst="rect">
            <a:avLst/>
          </a:prstGeom>
        </p:spPr>
      </p:pic>
      <p:pic>
        <p:nvPicPr>
          <p:cNvPr id="425" name="Ellipse 5047 [Figma 10019:20318]" descr="Ellipse 5047. векторный контур">
            <a:extLst>
              <a:ext uri="{FF2B5EF4-FFF2-40B4-BE49-F238E27FC236}">
                <a16:creationId xmlns:a16="http://schemas.microsoft.com/office/drawing/2014/main" id="{2DBF5280-2318-45D1-A1E5-293AB9A905AC}"/>
              </a:ext>
            </a:extLst>
          </p:cNvPr>
          <p:cNvPicPr>
            <a:picLocks noChangeAspect="1"/>
          </p:cNvPicPr>
          <p:nvPr/>
        </p:nvPicPr>
        <p:blipFill>
          <a:blip r:embed="rId417">
            <a:extLst>
              <a:ext uri="{96DAC541-7B7A-43D3-8B79-37D633B846F1}">
                <asvg:svgBlip xmlns:asvg="http://schemas.microsoft.com/office/drawing/2016/SVG/main" r:embed="rId418"/>
              </a:ext>
            </a:extLst>
          </a:blip>
          <a:stretch>
            <a:fillRect/>
          </a:stretch>
        </p:blipFill>
        <p:spPr>
          <a:xfrm>
            <a:off x="6965267" y="5690202"/>
            <a:ext cx="108530" cy="108543"/>
          </a:xfrm>
          <a:prstGeom prst="rect">
            <a:avLst/>
          </a:prstGeom>
        </p:spPr>
      </p:pic>
      <p:pic>
        <p:nvPicPr>
          <p:cNvPr id="426" name="Ellipse 90 [Figma 10019:20285]" descr="Ellipse 90. векторный контур">
            <a:extLst>
              <a:ext uri="{FF2B5EF4-FFF2-40B4-BE49-F238E27FC236}">
                <a16:creationId xmlns:a16="http://schemas.microsoft.com/office/drawing/2014/main" id="{F863F02B-1991-4A68-A94B-6C1D60884181}"/>
              </a:ext>
            </a:extLst>
          </p:cNvPr>
          <p:cNvPicPr>
            <a:picLocks noChangeAspect="1"/>
          </p:cNvPicPr>
          <p:nvPr/>
        </p:nvPicPr>
        <p:blipFill>
          <a:blip r:embed="rId419">
            <a:extLst>
              <a:ext uri="{96DAC541-7B7A-43D3-8B79-37D633B846F1}">
                <asvg:svgBlip xmlns:asvg="http://schemas.microsoft.com/office/drawing/2016/SVG/main" r:embed="rId420"/>
              </a:ext>
            </a:extLst>
          </a:blip>
          <a:stretch>
            <a:fillRect/>
          </a:stretch>
        </p:blipFill>
        <p:spPr>
          <a:xfrm>
            <a:off x="7007496" y="5704836"/>
            <a:ext cx="55524" cy="55512"/>
          </a:xfrm>
          <a:prstGeom prst="rect">
            <a:avLst/>
          </a:prstGeom>
        </p:spPr>
      </p:pic>
      <p:pic>
        <p:nvPicPr>
          <p:cNvPr id="427" name="Rectangle 240663378 [Figma 10019:20257]" descr="Rectangle 240663378. векторный контур">
            <a:extLst>
              <a:ext uri="{FF2B5EF4-FFF2-40B4-BE49-F238E27FC236}">
                <a16:creationId xmlns:a16="http://schemas.microsoft.com/office/drawing/2014/main" id="{07256535-BDC6-437A-A2EB-8319CDB18D28}"/>
              </a:ext>
            </a:extLst>
          </p:cNvPr>
          <p:cNvPicPr>
            <a:picLocks noChangeAspect="1"/>
          </p:cNvPicPr>
          <p:nvPr/>
        </p:nvPicPr>
        <p:blipFill>
          <a:blip r:embed="rId421">
            <a:extLst>
              <a:ext uri="{96DAC541-7B7A-43D3-8B79-37D633B846F1}">
                <asvg:svgBlip xmlns:asvg="http://schemas.microsoft.com/office/drawing/2016/SVG/main" r:embed="rId422"/>
              </a:ext>
            </a:extLst>
          </a:blip>
          <a:stretch>
            <a:fillRect/>
          </a:stretch>
        </p:blipFill>
        <p:spPr>
          <a:xfrm>
            <a:off x="6887593" y="6155923"/>
            <a:ext cx="82467" cy="103086"/>
          </a:xfrm>
          <a:prstGeom prst="rect">
            <a:avLst/>
          </a:prstGeom>
        </p:spPr>
      </p:pic>
      <p:pic>
        <p:nvPicPr>
          <p:cNvPr id="428" name="Subtract [Figma 10019:20302]" descr="Subtract. векторный контур">
            <a:extLst>
              <a:ext uri="{FF2B5EF4-FFF2-40B4-BE49-F238E27FC236}">
                <a16:creationId xmlns:a16="http://schemas.microsoft.com/office/drawing/2014/main" id="{6C414CF4-E727-470B-8CCC-D4B57731C766}"/>
              </a:ext>
            </a:extLst>
          </p:cNvPr>
          <p:cNvPicPr>
            <a:picLocks noChangeAspect="1"/>
          </p:cNvPicPr>
          <p:nvPr/>
        </p:nvPicPr>
        <p:blipFill>
          <a:blip r:embed="rId423">
            <a:extLst>
              <a:ext uri="{96DAC541-7B7A-43D3-8B79-37D633B846F1}">
                <asvg:svgBlip xmlns:asvg="http://schemas.microsoft.com/office/drawing/2016/SVG/main" r:embed="rId424"/>
              </a:ext>
            </a:extLst>
          </a:blip>
          <a:stretch>
            <a:fillRect/>
          </a:stretch>
        </p:blipFill>
        <p:spPr>
          <a:xfrm>
            <a:off x="6759772" y="5797207"/>
            <a:ext cx="601989" cy="461802"/>
          </a:xfrm>
          <a:prstGeom prst="rect">
            <a:avLst/>
          </a:prstGeom>
        </p:spPr>
      </p:pic>
      <p:pic>
        <p:nvPicPr>
          <p:cNvPr id="429" name="Subtract [Figma 10019:20301]" descr="Subtract. векторный контур">
            <a:extLst>
              <a:ext uri="{FF2B5EF4-FFF2-40B4-BE49-F238E27FC236}">
                <a16:creationId xmlns:a16="http://schemas.microsoft.com/office/drawing/2014/main" id="{71D9C3B9-FA94-4788-AB5B-EC65D6E96073}"/>
              </a:ext>
            </a:extLst>
          </p:cNvPr>
          <p:cNvPicPr>
            <a:picLocks noChangeAspect="1"/>
          </p:cNvPicPr>
          <p:nvPr/>
        </p:nvPicPr>
        <p:blipFill>
          <a:blip r:embed="rId425">
            <a:extLst>
              <a:ext uri="{96DAC541-7B7A-43D3-8B79-37D633B846F1}">
                <asvg:svgBlip xmlns:asvg="http://schemas.microsoft.com/office/drawing/2016/SVG/main" r:embed="rId426"/>
              </a:ext>
            </a:extLst>
          </a:blip>
          <a:stretch>
            <a:fillRect/>
          </a:stretch>
        </p:blipFill>
        <p:spPr>
          <a:xfrm>
            <a:off x="7191933" y="5813677"/>
            <a:ext cx="37882" cy="46979"/>
          </a:xfrm>
          <a:prstGeom prst="rect">
            <a:avLst/>
          </a:prstGeom>
        </p:spPr>
      </p:pic>
      <p:pic>
        <p:nvPicPr>
          <p:cNvPr id="430" name="Subtract [Figma 10019:20292]" descr="Subtract. векторный контур">
            <a:extLst>
              <a:ext uri="{FF2B5EF4-FFF2-40B4-BE49-F238E27FC236}">
                <a16:creationId xmlns:a16="http://schemas.microsoft.com/office/drawing/2014/main" id="{88642EA2-C8A4-42D3-B18A-ABF48478C196}"/>
              </a:ext>
            </a:extLst>
          </p:cNvPr>
          <p:cNvPicPr>
            <a:picLocks noChangeAspect="1"/>
          </p:cNvPicPr>
          <p:nvPr/>
        </p:nvPicPr>
        <p:blipFill>
          <a:blip r:embed="rId427">
            <a:extLst>
              <a:ext uri="{96DAC541-7B7A-43D3-8B79-37D633B846F1}">
                <asvg:svgBlip xmlns:asvg="http://schemas.microsoft.com/office/drawing/2016/SVG/main" r:embed="rId428"/>
              </a:ext>
            </a:extLst>
          </a:blip>
          <a:stretch>
            <a:fillRect/>
          </a:stretch>
        </p:blipFill>
        <p:spPr>
          <a:xfrm>
            <a:off x="6759766" y="5797157"/>
            <a:ext cx="428869" cy="317492"/>
          </a:xfrm>
          <a:prstGeom prst="rect">
            <a:avLst/>
          </a:prstGeom>
        </p:spPr>
      </p:pic>
      <p:sp>
        <p:nvSpPr>
          <p:cNvPr id="431" name="Ellipse 5046 [Figma 10019:20280]">
            <a:extLst>
              <a:ext uri="{FF2B5EF4-FFF2-40B4-BE49-F238E27FC236}">
                <a16:creationId xmlns:a16="http://schemas.microsoft.com/office/drawing/2014/main" id="{0CA99872-8B80-4D14-A9B2-052E1BD4A1B5}"/>
              </a:ext>
            </a:extLst>
          </p:cNvPr>
          <p:cNvSpPr/>
          <p:nvPr/>
        </p:nvSpPr>
        <p:spPr>
          <a:xfrm>
            <a:off x="7188585" y="5924997"/>
            <a:ext cx="41232" cy="41232"/>
          </a:xfrm>
          <a:prstGeom prst="ellipse">
            <a:avLst/>
          </a:prstGeom>
          <a:solidFill>
            <a:srgbClr val="00AA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32" name="Vector 149 [Figma 10019:20283]" descr="Vector 149. векторный контур">
            <a:extLst>
              <a:ext uri="{FF2B5EF4-FFF2-40B4-BE49-F238E27FC236}">
                <a16:creationId xmlns:a16="http://schemas.microsoft.com/office/drawing/2014/main" id="{51978FA8-DCAB-435D-A534-7E951063E426}"/>
              </a:ext>
            </a:extLst>
          </p:cNvPr>
          <p:cNvPicPr>
            <a:picLocks noChangeAspect="1"/>
          </p:cNvPicPr>
          <p:nvPr/>
        </p:nvPicPr>
        <p:blipFill>
          <a:blip r:embed="rId429">
            <a:extLst>
              <a:ext uri="{96DAC541-7B7A-43D3-8B79-37D633B846F1}">
                <asvg:svgBlip xmlns:asvg="http://schemas.microsoft.com/office/drawing/2016/SVG/main" r:embed="rId430"/>
              </a:ext>
            </a:extLst>
          </a:blip>
          <a:stretch>
            <a:fillRect/>
          </a:stretch>
        </p:blipFill>
        <p:spPr>
          <a:xfrm>
            <a:off x="6961807" y="5628142"/>
            <a:ext cx="115016" cy="115785"/>
          </a:xfrm>
          <a:prstGeom prst="rect">
            <a:avLst/>
          </a:prstGeom>
        </p:spPr>
      </p:pic>
      <p:grpSp>
        <p:nvGrpSpPr>
          <p:cNvPr id="433" name="Группа 432">
            <a:extLst>
              <a:ext uri="{FF2B5EF4-FFF2-40B4-BE49-F238E27FC236}">
                <a16:creationId xmlns:a16="http://schemas.microsoft.com/office/drawing/2014/main" id="{58ABD756-9692-4E6F-9126-14AE116D7BDA}"/>
              </a:ext>
            </a:extLst>
          </p:cNvPr>
          <p:cNvGrpSpPr/>
          <p:nvPr/>
        </p:nvGrpSpPr>
        <p:grpSpPr>
          <a:xfrm>
            <a:off x="4819343" y="4005410"/>
            <a:ext cx="634303" cy="563154"/>
            <a:chOff x="4819343" y="4005410"/>
            <a:chExt cx="634303" cy="563154"/>
          </a:xfrm>
        </p:grpSpPr>
        <p:pic>
          <p:nvPicPr>
            <p:cNvPr id="434" name="Rectangle 30 [Figma 9987:23993]" descr="Rectangle 30. векторный контур">
              <a:extLst>
                <a:ext uri="{FF2B5EF4-FFF2-40B4-BE49-F238E27FC236}">
                  <a16:creationId xmlns:a16="http://schemas.microsoft.com/office/drawing/2014/main" id="{216C71DB-B036-4B7F-A3DE-F108F8E965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5"/>
            <a:stretch>
              <a:fillRect/>
            </a:stretch>
          </p:blipFill>
          <p:spPr>
            <a:xfrm>
              <a:off x="4939122" y="4056755"/>
              <a:ext cx="332027" cy="511809"/>
            </a:xfrm>
            <a:prstGeom prst="rect">
              <a:avLst/>
            </a:prstGeom>
          </p:spPr>
        </p:pic>
        <p:pic>
          <p:nvPicPr>
            <p:cNvPr id="435" name="Rectangle 31 [Figma 10019:20207]" descr="Rectangle 31. векторный контур">
              <a:extLst>
                <a:ext uri="{FF2B5EF4-FFF2-40B4-BE49-F238E27FC236}">
                  <a16:creationId xmlns:a16="http://schemas.microsoft.com/office/drawing/2014/main" id="{3B06D9DE-F707-4A07-94EB-B0168D6FE2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31">
              <a:extLst>
                <a:ext uri="{96DAC541-7B7A-43D3-8B79-37D633B846F1}">
                  <asvg:svgBlip xmlns:asvg="http://schemas.microsoft.com/office/drawing/2016/SVG/main" r:embed="rId432"/>
                </a:ext>
              </a:extLst>
            </a:blip>
            <a:stretch>
              <a:fillRect/>
            </a:stretch>
          </p:blipFill>
          <p:spPr>
            <a:xfrm>
              <a:off x="5193916" y="4005460"/>
              <a:ext cx="79571" cy="83887"/>
            </a:xfrm>
            <a:prstGeom prst="rect">
              <a:avLst/>
            </a:prstGeom>
          </p:spPr>
        </p:pic>
        <p:pic>
          <p:nvPicPr>
            <p:cNvPr id="436" name="Rectangle 30 [Figma 10019:20145]" descr="Rectangle 30. векторный контур">
              <a:extLst>
                <a:ext uri="{FF2B5EF4-FFF2-40B4-BE49-F238E27FC236}">
                  <a16:creationId xmlns:a16="http://schemas.microsoft.com/office/drawing/2014/main" id="{68DF96F3-064D-4D20-BA46-DF1ED7AFBE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33">
              <a:extLst>
                <a:ext uri="{96DAC541-7B7A-43D3-8B79-37D633B846F1}">
                  <asvg:svgBlip xmlns:asvg="http://schemas.microsoft.com/office/drawing/2016/SVG/main" r:embed="rId434"/>
                </a:ext>
              </a:extLst>
            </a:blip>
            <a:stretch>
              <a:fillRect/>
            </a:stretch>
          </p:blipFill>
          <p:spPr>
            <a:xfrm>
              <a:off x="4819343" y="4005410"/>
              <a:ext cx="454144" cy="560274"/>
            </a:xfrm>
            <a:prstGeom prst="rect">
              <a:avLst/>
            </a:prstGeom>
          </p:spPr>
        </p:pic>
        <p:pic>
          <p:nvPicPr>
            <p:cNvPr id="437" name="Vector 72 (Stroke) [Figma 10019:19772]" descr="Vector 72 (Stroke). векторный контур">
              <a:extLst>
                <a:ext uri="{FF2B5EF4-FFF2-40B4-BE49-F238E27FC236}">
                  <a16:creationId xmlns:a16="http://schemas.microsoft.com/office/drawing/2014/main" id="{8E7F8DF1-9345-4615-A2CB-A40581DE31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35">
              <a:extLst>
                <a:ext uri="{96DAC541-7B7A-43D3-8B79-37D633B846F1}">
                  <asvg:svgBlip xmlns:asvg="http://schemas.microsoft.com/office/drawing/2016/SVG/main" r:embed="rId436"/>
                </a:ext>
              </a:extLst>
            </a:blip>
            <a:stretch>
              <a:fillRect/>
            </a:stretch>
          </p:blipFill>
          <p:spPr>
            <a:xfrm>
              <a:off x="5087165" y="4126603"/>
              <a:ext cx="207529" cy="55859"/>
            </a:xfrm>
            <a:prstGeom prst="rect">
              <a:avLst/>
            </a:prstGeom>
          </p:spPr>
        </p:pic>
        <p:pic>
          <p:nvPicPr>
            <p:cNvPr id="438" name="Rectangle 36 [Figma 10019:20053]" descr="Rectangle 36. векторный контур">
              <a:extLst>
                <a:ext uri="{FF2B5EF4-FFF2-40B4-BE49-F238E27FC236}">
                  <a16:creationId xmlns:a16="http://schemas.microsoft.com/office/drawing/2014/main" id="{572992AD-3359-4563-B12B-6BE86A358B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37">
              <a:extLst>
                <a:ext uri="{96DAC541-7B7A-43D3-8B79-37D633B846F1}">
                  <asvg:svgBlip xmlns:asvg="http://schemas.microsoft.com/office/drawing/2016/SVG/main" r:embed="rId438"/>
                </a:ext>
              </a:extLst>
            </a:blip>
            <a:stretch>
              <a:fillRect/>
            </a:stretch>
          </p:blipFill>
          <p:spPr>
            <a:xfrm>
              <a:off x="4928209" y="4188266"/>
              <a:ext cx="525437" cy="237821"/>
            </a:xfrm>
            <a:prstGeom prst="rect">
              <a:avLst/>
            </a:prstGeom>
          </p:spPr>
        </p:pic>
        <p:pic>
          <p:nvPicPr>
            <p:cNvPr id="439" name="Rectangle 35 [Figma 10019:20067]" descr="Rectangle 35. векторный контур">
              <a:extLst>
                <a:ext uri="{FF2B5EF4-FFF2-40B4-BE49-F238E27FC236}">
                  <a16:creationId xmlns:a16="http://schemas.microsoft.com/office/drawing/2014/main" id="{F9E397F1-1989-4EF3-88DD-C11B163FA869}"/>
                </a:ext>
              </a:extLst>
            </p:cNvPr>
            <p:cNvPicPr>
              <a:picLocks noChangeAspect="1"/>
            </p:cNvPicPr>
            <p:nvPr/>
          </p:nvPicPr>
          <p:blipFill>
            <a:blip r:embed="rId439">
              <a:extLst>
                <a:ext uri="{96DAC541-7B7A-43D3-8B79-37D633B846F1}">
                  <asvg:svgBlip xmlns:asvg="http://schemas.microsoft.com/office/drawing/2016/SVG/main" r:embed="rId440"/>
                </a:ext>
              </a:extLst>
            </a:blip>
            <a:stretch>
              <a:fillRect/>
            </a:stretch>
          </p:blipFill>
          <p:spPr>
            <a:xfrm>
              <a:off x="4941268" y="4342696"/>
              <a:ext cx="499312" cy="222989"/>
            </a:xfrm>
            <a:prstGeom prst="rect">
              <a:avLst/>
            </a:prstGeom>
          </p:spPr>
        </p:pic>
      </p:grpSp>
      <p:grpSp>
        <p:nvGrpSpPr>
          <p:cNvPr id="459" name="Группа 458">
            <a:extLst>
              <a:ext uri="{FF2B5EF4-FFF2-40B4-BE49-F238E27FC236}">
                <a16:creationId xmlns:a16="http://schemas.microsoft.com/office/drawing/2014/main" id="{1E9DD69B-39B9-40D0-A34C-AAB4DE490016}"/>
              </a:ext>
            </a:extLst>
          </p:cNvPr>
          <p:cNvGrpSpPr/>
          <p:nvPr/>
        </p:nvGrpSpPr>
        <p:grpSpPr>
          <a:xfrm>
            <a:off x="4859625" y="2315410"/>
            <a:ext cx="551376" cy="566029"/>
            <a:chOff x="4859625" y="2315410"/>
            <a:chExt cx="551376" cy="566029"/>
          </a:xfrm>
        </p:grpSpPr>
        <p:pic>
          <p:nvPicPr>
            <p:cNvPr id="460" name="Vector 150 (Stroke) [Figma 10019:17370]" descr="Vector 150 (Stroke). векторный контур">
              <a:extLst>
                <a:ext uri="{FF2B5EF4-FFF2-40B4-BE49-F238E27FC236}">
                  <a16:creationId xmlns:a16="http://schemas.microsoft.com/office/drawing/2014/main" id="{5515C3CD-A48B-4669-968B-E4148956F24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5"/>
            <a:stretch>
              <a:fillRect/>
            </a:stretch>
          </p:blipFill>
          <p:spPr>
            <a:xfrm>
              <a:off x="5080654" y="2514488"/>
              <a:ext cx="243570" cy="205842"/>
            </a:xfrm>
            <a:prstGeom prst="rect">
              <a:avLst/>
            </a:prstGeom>
          </p:spPr>
        </p:pic>
        <p:pic>
          <p:nvPicPr>
            <p:cNvPr id="461" name="Rectangle 86 [Figma 10019:17374]" descr="Rectangle 86. векторный контур">
              <a:extLst>
                <a:ext uri="{FF2B5EF4-FFF2-40B4-BE49-F238E27FC236}">
                  <a16:creationId xmlns:a16="http://schemas.microsoft.com/office/drawing/2014/main" id="{32D69BF9-7094-43C5-8AE5-AE16CC786B7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5"/>
            <a:stretch>
              <a:fillRect/>
            </a:stretch>
          </p:blipFill>
          <p:spPr>
            <a:xfrm>
              <a:off x="4949639" y="2453569"/>
              <a:ext cx="374582" cy="266769"/>
            </a:xfrm>
            <a:prstGeom prst="rect">
              <a:avLst/>
            </a:prstGeom>
          </p:spPr>
        </p:pic>
        <p:pic>
          <p:nvPicPr>
            <p:cNvPr id="462" name="Vector 151 [Figma 10019:17376]" descr="Vector 151. векторный контур">
              <a:extLst>
                <a:ext uri="{FF2B5EF4-FFF2-40B4-BE49-F238E27FC236}">
                  <a16:creationId xmlns:a16="http://schemas.microsoft.com/office/drawing/2014/main" id="{0A278B1B-0AAD-4BCE-9645-8F86CE39362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5"/>
            <a:stretch>
              <a:fillRect/>
            </a:stretch>
          </p:blipFill>
          <p:spPr>
            <a:xfrm>
              <a:off x="4968112" y="2526443"/>
              <a:ext cx="356110" cy="251801"/>
            </a:xfrm>
            <a:prstGeom prst="rect">
              <a:avLst/>
            </a:prstGeom>
          </p:spPr>
        </p:pic>
        <p:pic>
          <p:nvPicPr>
            <p:cNvPr id="463" name="Vector 151 [Figma 10019:17554]" descr="Vector 151. векторный контур">
              <a:extLst>
                <a:ext uri="{FF2B5EF4-FFF2-40B4-BE49-F238E27FC236}">
                  <a16:creationId xmlns:a16="http://schemas.microsoft.com/office/drawing/2014/main" id="{6162C646-BD74-4E62-BB09-44C8220F18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5"/>
            <a:stretch>
              <a:fillRect/>
            </a:stretch>
          </p:blipFill>
          <p:spPr>
            <a:xfrm>
              <a:off x="5320584" y="2624122"/>
              <a:ext cx="3642" cy="96226"/>
            </a:xfrm>
            <a:prstGeom prst="rect">
              <a:avLst/>
            </a:prstGeom>
          </p:spPr>
        </p:pic>
        <p:pic>
          <p:nvPicPr>
            <p:cNvPr id="464" name="Vector 151 [Figma 10019:17574]" descr="Vector 151. векторный контур">
              <a:extLst>
                <a:ext uri="{FF2B5EF4-FFF2-40B4-BE49-F238E27FC236}">
                  <a16:creationId xmlns:a16="http://schemas.microsoft.com/office/drawing/2014/main" id="{E3E677FE-4356-4E78-999F-D25BB39973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5"/>
            <a:stretch>
              <a:fillRect/>
            </a:stretch>
          </p:blipFill>
          <p:spPr>
            <a:xfrm>
              <a:off x="5320584" y="2624122"/>
              <a:ext cx="3644" cy="96226"/>
            </a:xfrm>
            <a:prstGeom prst="rect">
              <a:avLst/>
            </a:prstGeom>
          </p:spPr>
        </p:pic>
        <p:pic>
          <p:nvPicPr>
            <p:cNvPr id="465" name="Vector 151 [Figma 10019:17612]" descr="Vector 151. векторный контур">
              <a:extLst>
                <a:ext uri="{FF2B5EF4-FFF2-40B4-BE49-F238E27FC236}">
                  <a16:creationId xmlns:a16="http://schemas.microsoft.com/office/drawing/2014/main" id="{0FC691E9-717E-4AAA-B3EE-B5C2D0D43D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5"/>
            <a:stretch>
              <a:fillRect/>
            </a:stretch>
          </p:blipFill>
          <p:spPr>
            <a:xfrm>
              <a:off x="5321186" y="2624122"/>
              <a:ext cx="331" cy="276"/>
            </a:xfrm>
            <a:prstGeom prst="rect">
              <a:avLst/>
            </a:prstGeom>
          </p:spPr>
        </p:pic>
        <p:pic>
          <p:nvPicPr>
            <p:cNvPr id="466" name="Vector 151 [Figma 10019:17636]" descr="Vector 151. векторный контур">
              <a:extLst>
                <a:ext uri="{FF2B5EF4-FFF2-40B4-BE49-F238E27FC236}">
                  <a16:creationId xmlns:a16="http://schemas.microsoft.com/office/drawing/2014/main" id="{D569DDEF-1D3A-43A9-9A3C-B36C2FB4CF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5"/>
            <a:stretch>
              <a:fillRect/>
            </a:stretch>
          </p:blipFill>
          <p:spPr>
            <a:xfrm>
              <a:off x="5170178" y="2526443"/>
              <a:ext cx="133148" cy="189715"/>
            </a:xfrm>
            <a:prstGeom prst="rect">
              <a:avLst/>
            </a:prstGeom>
          </p:spPr>
        </p:pic>
        <p:pic>
          <p:nvPicPr>
            <p:cNvPr id="467" name="Vector 151 [Figma 10019:18066]" descr="Vector 151. векторный контур">
              <a:extLst>
                <a:ext uri="{FF2B5EF4-FFF2-40B4-BE49-F238E27FC236}">
                  <a16:creationId xmlns:a16="http://schemas.microsoft.com/office/drawing/2014/main" id="{FF9255A2-D285-4094-8A29-FC91AD3BED0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5"/>
            <a:stretch>
              <a:fillRect/>
            </a:stretch>
          </p:blipFill>
          <p:spPr>
            <a:xfrm>
              <a:off x="5303190" y="2526443"/>
              <a:ext cx="136" cy="63"/>
            </a:xfrm>
            <a:prstGeom prst="rect">
              <a:avLst/>
            </a:prstGeom>
          </p:spPr>
        </p:pic>
        <p:pic>
          <p:nvPicPr>
            <p:cNvPr id="468" name="Subtract [Figma 10019:20715]" descr="Subtract. векторный контур">
              <a:extLst>
                <a:ext uri="{FF2B5EF4-FFF2-40B4-BE49-F238E27FC236}">
                  <a16:creationId xmlns:a16="http://schemas.microsoft.com/office/drawing/2014/main" id="{772C6780-69BE-403C-A36B-F6A8F66CB023}"/>
                </a:ext>
              </a:extLst>
            </p:cNvPr>
            <p:cNvPicPr>
              <a:picLocks noChangeAspect="1"/>
            </p:cNvPicPr>
            <p:nvPr/>
          </p:nvPicPr>
          <p:blipFill>
            <a:blip r:embed="rId441">
              <a:extLst>
                <a:ext uri="{96DAC541-7B7A-43D3-8B79-37D633B846F1}">
                  <asvg:svgBlip xmlns:asvg="http://schemas.microsoft.com/office/drawing/2016/SVG/main" r:embed="rId442"/>
                </a:ext>
              </a:extLst>
            </a:blip>
            <a:stretch>
              <a:fillRect/>
            </a:stretch>
          </p:blipFill>
          <p:spPr>
            <a:xfrm>
              <a:off x="4946750" y="2315410"/>
              <a:ext cx="379608" cy="560274"/>
            </a:xfrm>
            <a:prstGeom prst="rect">
              <a:avLst/>
            </a:prstGeom>
          </p:spPr>
        </p:pic>
        <p:pic>
          <p:nvPicPr>
            <p:cNvPr id="469" name="Rectangle 86 [Figma 10019:20708]" descr="Rectangle 86. векторный контур">
              <a:extLst>
                <a:ext uri="{FF2B5EF4-FFF2-40B4-BE49-F238E27FC236}">
                  <a16:creationId xmlns:a16="http://schemas.microsoft.com/office/drawing/2014/main" id="{06B23E13-6AC2-40E4-B325-CD6E863003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43">
              <a:extLst>
                <a:ext uri="{96DAC541-7B7A-43D3-8B79-37D633B846F1}">
                  <asvg:svgBlip xmlns:asvg="http://schemas.microsoft.com/office/drawing/2016/SVG/main" r:embed="rId444"/>
                </a:ext>
              </a:extLst>
            </a:blip>
            <a:stretch>
              <a:fillRect/>
            </a:stretch>
          </p:blipFill>
          <p:spPr>
            <a:xfrm>
              <a:off x="4862521" y="2409765"/>
              <a:ext cx="545578" cy="308215"/>
            </a:xfrm>
            <a:prstGeom prst="rect">
              <a:avLst/>
            </a:prstGeom>
          </p:spPr>
        </p:pic>
        <p:pic>
          <p:nvPicPr>
            <p:cNvPr id="470" name="Subtract [Figma 10019:20710]" descr="Subtract. векторный контур">
              <a:extLst>
                <a:ext uri="{FF2B5EF4-FFF2-40B4-BE49-F238E27FC236}">
                  <a16:creationId xmlns:a16="http://schemas.microsoft.com/office/drawing/2014/main" id="{79E1EB07-B768-4123-ADE7-2CE87AD6F0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45">
              <a:extLst>
                <a:ext uri="{96DAC541-7B7A-43D3-8B79-37D633B846F1}">
                  <asvg:svgBlip xmlns:asvg="http://schemas.microsoft.com/office/drawing/2016/SVG/main" r:embed="rId446"/>
                </a:ext>
              </a:extLst>
            </a:blip>
            <a:stretch>
              <a:fillRect/>
            </a:stretch>
          </p:blipFill>
          <p:spPr>
            <a:xfrm>
              <a:off x="4906344" y="2453569"/>
              <a:ext cx="457939" cy="220607"/>
            </a:xfrm>
            <a:prstGeom prst="rect">
              <a:avLst/>
            </a:prstGeom>
          </p:spPr>
        </p:pic>
        <p:pic>
          <p:nvPicPr>
            <p:cNvPr id="471" name="Ellipse 95 [Figma 10019:20695]" descr="Ellipse 95. векторный контур">
              <a:extLst>
                <a:ext uri="{FF2B5EF4-FFF2-40B4-BE49-F238E27FC236}">
                  <a16:creationId xmlns:a16="http://schemas.microsoft.com/office/drawing/2014/main" id="{71AF1106-24C3-4DBB-B98E-47B4843AD3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47">
              <a:extLst>
                <a:ext uri="{96DAC541-7B7A-43D3-8B79-37D633B846F1}">
                  <asvg:svgBlip xmlns:asvg="http://schemas.microsoft.com/office/drawing/2016/SVG/main" r:embed="rId448"/>
                </a:ext>
              </a:extLst>
            </a:blip>
            <a:stretch>
              <a:fillRect/>
            </a:stretch>
          </p:blipFill>
          <p:spPr>
            <a:xfrm>
              <a:off x="5082936" y="2516770"/>
              <a:ext cx="104748" cy="104723"/>
            </a:xfrm>
            <a:prstGeom prst="rect">
              <a:avLst/>
            </a:prstGeom>
          </p:spPr>
        </p:pic>
        <p:pic>
          <p:nvPicPr>
            <p:cNvPr id="472" name="Ellipse 95 (Stroke) [Figma 10019:20696]" descr="Ellipse 95 (Stroke). векторный контур">
              <a:extLst>
                <a:ext uri="{FF2B5EF4-FFF2-40B4-BE49-F238E27FC236}">
                  <a16:creationId xmlns:a16="http://schemas.microsoft.com/office/drawing/2014/main" id="{5C786182-2C07-4D55-81E5-26BCAC7D51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49">
              <a:extLst>
                <a:ext uri="{96DAC541-7B7A-43D3-8B79-37D633B846F1}">
                  <asvg:svgBlip xmlns:asvg="http://schemas.microsoft.com/office/drawing/2016/SVG/main" r:embed="rId450"/>
                </a:ext>
              </a:extLst>
            </a:blip>
            <a:stretch>
              <a:fillRect/>
            </a:stretch>
          </p:blipFill>
          <p:spPr>
            <a:xfrm>
              <a:off x="5080654" y="2514488"/>
              <a:ext cx="109318" cy="109336"/>
            </a:xfrm>
            <a:prstGeom prst="rect">
              <a:avLst/>
            </a:prstGeom>
          </p:spPr>
        </p:pic>
        <p:pic>
          <p:nvPicPr>
            <p:cNvPr id="473" name="Rectangle 86 (Stroke) [Figma 10019:20698]" descr="Rectangle 86 (Stroke). векторный контур">
              <a:extLst>
                <a:ext uri="{FF2B5EF4-FFF2-40B4-BE49-F238E27FC236}">
                  <a16:creationId xmlns:a16="http://schemas.microsoft.com/office/drawing/2014/main" id="{864DFAA5-8008-418F-98EE-3D74DED3BFD8}"/>
                </a:ext>
              </a:extLst>
            </p:cNvPr>
            <p:cNvPicPr>
              <a:picLocks noChangeAspect="1"/>
            </p:cNvPicPr>
            <p:nvPr/>
          </p:nvPicPr>
          <p:blipFill>
            <a:blip r:embed="rId451">
              <a:extLst>
                <a:ext uri="{96DAC541-7B7A-43D3-8B79-37D633B846F1}">
                  <asvg:svgBlip xmlns:asvg="http://schemas.microsoft.com/office/drawing/2016/SVG/main" r:embed="rId452"/>
                </a:ext>
              </a:extLst>
            </a:blip>
            <a:stretch>
              <a:fillRect/>
            </a:stretch>
          </p:blipFill>
          <p:spPr>
            <a:xfrm>
              <a:off x="4859625" y="2406887"/>
              <a:ext cx="551376" cy="313970"/>
            </a:xfrm>
            <a:prstGeom prst="rect">
              <a:avLst/>
            </a:prstGeom>
          </p:spPr>
        </p:pic>
        <p:pic>
          <p:nvPicPr>
            <p:cNvPr id="474" name="Rectangle 86 (Stroke) [Figma 10019:20709]" descr="Rectangle 86 (Stroke). векторный контур">
              <a:extLst>
                <a:ext uri="{FF2B5EF4-FFF2-40B4-BE49-F238E27FC236}">
                  <a16:creationId xmlns:a16="http://schemas.microsoft.com/office/drawing/2014/main" id="{F7893388-AE0D-4EB0-B871-137A96AA69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51">
              <a:extLst>
                <a:ext uri="{96DAC541-7B7A-43D3-8B79-37D633B846F1}">
                  <asvg:svgBlip xmlns:asvg="http://schemas.microsoft.com/office/drawing/2016/SVG/main" r:embed="rId453"/>
                </a:ext>
              </a:extLst>
            </a:blip>
            <a:stretch>
              <a:fillRect/>
            </a:stretch>
          </p:blipFill>
          <p:spPr>
            <a:xfrm>
              <a:off x="4859625" y="2406887"/>
              <a:ext cx="551376" cy="313970"/>
            </a:xfrm>
            <a:prstGeom prst="rect">
              <a:avLst/>
            </a:prstGeom>
          </p:spPr>
        </p:pic>
        <p:pic>
          <p:nvPicPr>
            <p:cNvPr id="475" name="Rectangle 86 (Stroke) [Figma 10019:20719]" descr="Rectangle 86 (Stroke). векторный контур">
              <a:extLst>
                <a:ext uri="{FF2B5EF4-FFF2-40B4-BE49-F238E27FC236}">
                  <a16:creationId xmlns:a16="http://schemas.microsoft.com/office/drawing/2014/main" id="{A5DBF116-BE4B-429B-B4E0-4CE9E87B8A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51">
              <a:extLst>
                <a:ext uri="{96DAC541-7B7A-43D3-8B79-37D633B846F1}">
                  <asvg:svgBlip xmlns:asvg="http://schemas.microsoft.com/office/drawing/2016/SVG/main" r:embed="rId453"/>
                </a:ext>
              </a:extLst>
            </a:blip>
            <a:stretch>
              <a:fillRect/>
            </a:stretch>
          </p:blipFill>
          <p:spPr>
            <a:xfrm>
              <a:off x="4859625" y="2406887"/>
              <a:ext cx="551376" cy="313970"/>
            </a:xfrm>
            <a:prstGeom prst="rect">
              <a:avLst/>
            </a:prstGeom>
          </p:spPr>
        </p:pic>
        <p:pic>
          <p:nvPicPr>
            <p:cNvPr id="476" name="Vector 151 (Stroke) [Figma 10019:20700]" descr="Vector 151 (Stroke). векторный контур">
              <a:extLst>
                <a:ext uri="{FF2B5EF4-FFF2-40B4-BE49-F238E27FC236}">
                  <a16:creationId xmlns:a16="http://schemas.microsoft.com/office/drawing/2014/main" id="{1510D39D-BE81-46BF-AB0F-39FB35F071E8}"/>
                </a:ext>
              </a:extLst>
            </p:cNvPr>
            <p:cNvPicPr>
              <a:picLocks noChangeAspect="1"/>
            </p:cNvPicPr>
            <p:nvPr/>
          </p:nvPicPr>
          <p:blipFill>
            <a:blip r:embed="rId454">
              <a:extLst>
                <a:ext uri="{96DAC541-7B7A-43D3-8B79-37D633B846F1}">
                  <asvg:svgBlip xmlns:asvg="http://schemas.microsoft.com/office/drawing/2016/SVG/main" r:embed="rId455"/>
                </a:ext>
              </a:extLst>
            </a:blip>
            <a:stretch>
              <a:fillRect/>
            </a:stretch>
          </p:blipFill>
          <p:spPr>
            <a:xfrm>
              <a:off x="4949769" y="2525054"/>
              <a:ext cx="381784" cy="356385"/>
            </a:xfrm>
            <a:prstGeom prst="rect">
              <a:avLst/>
            </a:prstGeom>
          </p:spPr>
        </p:pic>
        <p:pic>
          <p:nvPicPr>
            <p:cNvPr id="477" name="Subtract [Figma 10019:20726]" descr="Subtract. векторный контур">
              <a:extLst>
                <a:ext uri="{FF2B5EF4-FFF2-40B4-BE49-F238E27FC236}">
                  <a16:creationId xmlns:a16="http://schemas.microsoft.com/office/drawing/2014/main" id="{3EDD4912-BA5A-47C7-A994-E430A05AC4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56">
              <a:extLst>
                <a:ext uri="{96DAC541-7B7A-43D3-8B79-37D633B846F1}">
                  <asvg:svgBlip xmlns:asvg="http://schemas.microsoft.com/office/drawing/2016/SVG/main" r:embed="rId457"/>
                </a:ext>
              </a:extLst>
            </a:blip>
            <a:stretch>
              <a:fillRect/>
            </a:stretch>
          </p:blipFill>
          <p:spPr>
            <a:xfrm>
              <a:off x="4955598" y="2530858"/>
              <a:ext cx="370157" cy="34482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to-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Группа 108">
            <a:extLst>
              <a:ext uri="{FF2B5EF4-FFF2-40B4-BE49-F238E27FC236}">
                <a16:creationId xmlns:a16="http://schemas.microsoft.com/office/drawing/2014/main" id="{B8D65EA2-3C8A-42F0-82C5-20E6E0331208}"/>
              </a:ext>
            </a:extLst>
          </p:cNvPr>
          <p:cNvGrpSpPr/>
          <p:nvPr/>
        </p:nvGrpSpPr>
        <p:grpSpPr>
          <a:xfrm>
            <a:off x="959173" y="1652100"/>
            <a:ext cx="1002159" cy="573519"/>
            <a:chOff x="959173" y="1652100"/>
            <a:chExt cx="1002159" cy="573519"/>
          </a:xfrm>
        </p:grpSpPr>
        <p:pic>
          <p:nvPicPr>
            <p:cNvPr id="7" name="Vector 141 [Figma 9974:38626]" descr="Vector 141. градиент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59173" y="1666238"/>
              <a:ext cx="809456" cy="559381"/>
            </a:xfrm>
            <a:prstGeom prst="rect">
              <a:avLst/>
            </a:prstGeom>
          </p:spPr>
        </p:pic>
        <p:pic>
          <p:nvPicPr>
            <p:cNvPr id="8" name="Vector 142 [Figma 9974:38627]" descr="Vector 142. градиент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10522" y="1732763"/>
              <a:ext cx="703171" cy="492708"/>
            </a:xfrm>
            <a:prstGeom prst="rect">
              <a:avLst/>
            </a:prstGeom>
          </p:spPr>
        </p:pic>
        <p:pic>
          <p:nvPicPr>
            <p:cNvPr id="9" name="Vector 145 [Figma 9974:38628]" descr="Vector 145. векторный контур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726822" y="1743131"/>
              <a:ext cx="153754" cy="294474"/>
            </a:xfrm>
            <a:prstGeom prst="rect">
              <a:avLst/>
            </a:prstGeom>
          </p:spPr>
        </p:pic>
        <p:pic>
          <p:nvPicPr>
            <p:cNvPr id="10" name="Vector 146 [Figma 9974:38629]" descr="Vector 146. градиент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785694" y="1652100"/>
              <a:ext cx="175638" cy="385505"/>
            </a:xfrm>
            <a:prstGeom prst="rect">
              <a:avLst/>
            </a:prstGeom>
          </p:spPr>
        </p:pic>
        <p:pic>
          <p:nvPicPr>
            <p:cNvPr id="11" name="Vector 143 [Figma 9974:38630]" descr="Vector 143. градиент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41145" y="1758658"/>
              <a:ext cx="157500" cy="268033"/>
            </a:xfrm>
            <a:prstGeom prst="rect">
              <a:avLst/>
            </a:prstGeom>
          </p:spPr>
        </p:pic>
        <p:pic>
          <p:nvPicPr>
            <p:cNvPr id="12" name="Ellipse 85 [Figma 9974:38631]" descr="Ellipse 85. векторный контур"/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06096" y="1787580"/>
              <a:ext cx="154635" cy="154629"/>
            </a:xfrm>
            <a:prstGeom prst="rect">
              <a:avLst/>
            </a:prstGeom>
          </p:spPr>
        </p:pic>
        <p:pic>
          <p:nvPicPr>
            <p:cNvPr id="13" name="Vector 144 (Stroke) [Figma 9974:38632]" descr="Vector 144 (Stroke). векторный контур"/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053819" y="1806431"/>
              <a:ext cx="49763" cy="95297"/>
            </a:xfrm>
            <a:prstGeom prst="rect">
              <a:avLst/>
            </a:prstGeom>
          </p:spPr>
        </p:pic>
        <p:pic>
          <p:nvPicPr>
            <p:cNvPr id="14" name="Ellipse 86 [Figma 9974:38633]" descr="Ellipse 86. градиент"/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077836" y="1857378"/>
              <a:ext cx="19787" cy="19794"/>
            </a:xfrm>
            <a:prstGeom prst="rect">
              <a:avLst/>
            </a:prstGeom>
          </p:spPr>
        </p:pic>
        <p:pic>
          <p:nvPicPr>
            <p:cNvPr id="15" name="Ellipse 87 [Figma 9974:38634]" descr="Ellipse 87. векторный контур"/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828860" y="1991866"/>
              <a:ext cx="26454" cy="26441"/>
            </a:xfrm>
            <a:prstGeom prst="rect">
              <a:avLst/>
            </a:prstGeom>
          </p:spPr>
        </p:pic>
      </p:grpSp>
      <p:grpSp>
        <p:nvGrpSpPr>
          <p:cNvPr id="112" name="Группа 111">
            <a:extLst>
              <a:ext uri="{FF2B5EF4-FFF2-40B4-BE49-F238E27FC236}">
                <a16:creationId xmlns:a16="http://schemas.microsoft.com/office/drawing/2014/main" id="{349C964B-A19D-4878-A965-500538598EB2}"/>
              </a:ext>
            </a:extLst>
          </p:cNvPr>
          <p:cNvGrpSpPr/>
          <p:nvPr/>
        </p:nvGrpSpPr>
        <p:grpSpPr>
          <a:xfrm>
            <a:off x="3283748" y="1490377"/>
            <a:ext cx="1004193" cy="919338"/>
            <a:chOff x="3283748" y="1490377"/>
            <a:chExt cx="1004193" cy="919338"/>
          </a:xfrm>
        </p:grpSpPr>
        <p:pic>
          <p:nvPicPr>
            <p:cNvPr id="16" name="Ellipse 53 (Stroke) [Figma 9974:38603]" descr="Ellipse 53 (Stroke). векторный контур"/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3332457" y="1490377"/>
              <a:ext cx="955484" cy="393144"/>
            </a:xfrm>
            <a:prstGeom prst="rect">
              <a:avLst/>
            </a:prstGeom>
          </p:spPr>
        </p:pic>
        <p:pic>
          <p:nvPicPr>
            <p:cNvPr id="17" name="Ellipse 60 (Stroke) [Figma 9974:38604]" descr="Ellipse 60 (Stroke). векторный контур"/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3283748" y="2016571"/>
              <a:ext cx="955484" cy="393144"/>
            </a:xfrm>
            <a:prstGeom prst="rect">
              <a:avLst/>
            </a:prstGeom>
          </p:spPr>
        </p:pic>
        <p:pic>
          <p:nvPicPr>
            <p:cNvPr id="18" name="Ellipse 54 [Figma 9974:38605]" descr="Ellipse 54. градиент"/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3709771" y="1768381"/>
              <a:ext cx="149041" cy="149023"/>
            </a:xfrm>
            <a:prstGeom prst="rect">
              <a:avLst/>
            </a:prstGeom>
          </p:spPr>
        </p:pic>
        <p:pic>
          <p:nvPicPr>
            <p:cNvPr id="19" name="Ellipse 55 [Figma 9974:38606]" descr="Ellipse 55. градиент"/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3514160" y="1818089"/>
              <a:ext cx="124200" cy="124219"/>
            </a:xfrm>
            <a:prstGeom prst="rect">
              <a:avLst/>
            </a:prstGeom>
          </p:spPr>
        </p:pic>
        <p:pic>
          <p:nvPicPr>
            <p:cNvPr id="20" name="Ellipse 56 [Figma 9974:38607]" descr="Ellipse 56. градиент"/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3933330" y="1818089"/>
              <a:ext cx="124200" cy="124219"/>
            </a:xfrm>
            <a:prstGeom prst="rect">
              <a:avLst/>
            </a:prstGeom>
          </p:spPr>
        </p:pic>
        <p:pic>
          <p:nvPicPr>
            <p:cNvPr id="21" name="Ellipse 57 [Figma 9974:38608]" descr="Ellipse 57. градиент"/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3601098" y="1948508"/>
              <a:ext cx="369494" cy="186279"/>
            </a:xfrm>
            <a:prstGeom prst="rect">
              <a:avLst/>
            </a:prstGeom>
          </p:spPr>
        </p:pic>
        <p:pic>
          <p:nvPicPr>
            <p:cNvPr id="22" name="Ellipse 58 [Figma 9974:38609]" descr="Ellipse 58. градиент"/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3417907" y="1973312"/>
              <a:ext cx="242187" cy="161474"/>
            </a:xfrm>
            <a:prstGeom prst="rect">
              <a:avLst/>
            </a:prstGeom>
          </p:spPr>
        </p:pic>
        <p:pic>
          <p:nvPicPr>
            <p:cNvPr id="23" name="Ellipse 59 [Figma 9974:38610]" descr="Ellipse 59. градиент"/>
            <p:cNvPicPr>
              <a:picLocks noChangeAspect="1"/>
            </p:cNvPicPr>
            <p:nvPr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3911595" y="1973312"/>
              <a:ext cx="242187" cy="161474"/>
            </a:xfrm>
            <a:prstGeom prst="rect">
              <a:avLst/>
            </a:prstGeom>
          </p:spPr>
        </p:pic>
      </p:grpSp>
      <p:grpSp>
        <p:nvGrpSpPr>
          <p:cNvPr id="113" name="Группа 112">
            <a:extLst>
              <a:ext uri="{FF2B5EF4-FFF2-40B4-BE49-F238E27FC236}">
                <a16:creationId xmlns:a16="http://schemas.microsoft.com/office/drawing/2014/main" id="{ECE9294E-3220-49F2-A85A-6149D66B763F}"/>
              </a:ext>
            </a:extLst>
          </p:cNvPr>
          <p:cNvGrpSpPr/>
          <p:nvPr/>
        </p:nvGrpSpPr>
        <p:grpSpPr>
          <a:xfrm>
            <a:off x="5578274" y="1542118"/>
            <a:ext cx="1050582" cy="764264"/>
            <a:chOff x="5578274" y="1542118"/>
            <a:chExt cx="1050582" cy="764264"/>
          </a:xfrm>
        </p:grpSpPr>
        <p:pic>
          <p:nvPicPr>
            <p:cNvPr id="24" name="Union [Figma 9974:38613]" descr="Union. градиент"/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5578274" y="1849987"/>
              <a:ext cx="460227" cy="456395"/>
            </a:xfrm>
            <a:prstGeom prst="rect">
              <a:avLst/>
            </a:prstGeom>
          </p:spPr>
        </p:pic>
        <p:pic>
          <p:nvPicPr>
            <p:cNvPr id="25" name="Rectangle 34 [Figma 9974:38614]" descr="Rectangle 34. градиент"/>
            <p:cNvPicPr>
              <a:picLocks noChangeAspect="1"/>
            </p:cNvPicPr>
            <p:nvPr/>
          </p:nvPicPr>
          <p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5829018" y="1542118"/>
              <a:ext cx="460227" cy="380891"/>
            </a:xfrm>
            <a:prstGeom prst="rect">
              <a:avLst/>
            </a:prstGeom>
          </p:spPr>
        </p:pic>
        <p:sp>
          <p:nvSpPr>
            <p:cNvPr id="26" name="Ellipse 54 [Figma 9974:38616]"/>
            <p:cNvSpPr/>
            <p:nvPr/>
          </p:nvSpPr>
          <p:spPr>
            <a:xfrm>
              <a:off x="6019451" y="1637316"/>
              <a:ext cx="76175" cy="76175"/>
            </a:xfrm>
            <a:prstGeom prst="ellipse">
              <a:avLst/>
            </a:prstGeom>
            <a:solidFill>
              <a:srgbClr val="1E4BD2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27" name="Ellipse 57 [Figma 9974:38617]" descr="Ellipse 57. векторный контур"/>
            <p:cNvPicPr>
              <a:picLocks noChangeAspect="1"/>
            </p:cNvPicPr>
            <p:nvPr/>
          </p:nvPicPr>
          <p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5962321" y="1729340"/>
              <a:ext cx="193614" cy="98373"/>
            </a:xfrm>
            <a:prstGeom prst="rect">
              <a:avLst/>
            </a:prstGeom>
          </p:spPr>
        </p:pic>
        <p:pic>
          <p:nvPicPr>
            <p:cNvPr id="28" name="Union [Figma 9974:38618]" descr="Union. градиент"/>
            <p:cNvPicPr>
              <a:picLocks noChangeAspect="1"/>
            </p:cNvPicPr>
            <p:nvPr/>
          </p:nvPicPr>
          <p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p:blipFill>
          <p:spPr>
            <a:xfrm>
              <a:off x="6168629" y="1723039"/>
              <a:ext cx="460227" cy="459024"/>
            </a:xfrm>
            <a:prstGeom prst="rect">
              <a:avLst/>
            </a:prstGeom>
          </p:spPr>
        </p:pic>
        <p:pic>
          <p:nvPicPr>
            <p:cNvPr id="29" name="Ellipse 54 [Figma 9974:38620]" descr="Ellipse 54. градиент"/>
            <p:cNvPicPr>
              <a:picLocks noChangeAspect="1"/>
            </p:cNvPicPr>
            <p:nvPr/>
          </p:nvPicPr>
          <p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>
              <a:off x="6359068" y="1818237"/>
              <a:ext cx="76173" cy="76198"/>
            </a:xfrm>
            <a:prstGeom prst="rect">
              <a:avLst/>
            </a:prstGeom>
          </p:spPr>
        </p:pic>
        <p:pic>
          <p:nvPicPr>
            <p:cNvPr id="30" name="Ellipse 57 [Figma 9974:38621]" descr="Ellipse 57. градиент"/>
            <p:cNvPicPr>
              <a:picLocks noChangeAspect="1"/>
            </p:cNvPicPr>
            <p:nvPr/>
          </p:nvPicPr>
          <p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p:blipFill>
          <p:spPr>
            <a:xfrm>
              <a:off x="6301938" y="1910260"/>
              <a:ext cx="193614" cy="98373"/>
            </a:xfrm>
            <a:prstGeom prst="rect">
              <a:avLst/>
            </a:prstGeom>
          </p:spPr>
        </p:pic>
        <p:pic>
          <p:nvPicPr>
            <p:cNvPr id="31" name="Ellipse 58 [Figma 9974:38623]" descr="Ellipse 58. градиент"/>
            <p:cNvPicPr>
              <a:picLocks noChangeAspect="1"/>
            </p:cNvPicPr>
            <p:nvPr/>
          </p:nvPicPr>
          <p:blipFill>
            <a:blip r:embed="rId44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/>
            </a:stretch>
          </p:blipFill>
          <p:spPr>
            <a:xfrm>
              <a:off x="5768707" y="1945234"/>
              <a:ext cx="76173" cy="76198"/>
            </a:xfrm>
            <a:prstGeom prst="rect">
              <a:avLst/>
            </a:prstGeom>
          </p:spPr>
        </p:pic>
        <p:pic>
          <p:nvPicPr>
            <p:cNvPr id="32" name="Ellipse 59 [Figma 9974:38624]" descr="Ellipse 59. градиент"/>
            <p:cNvPicPr>
              <a:picLocks noChangeAspect="1"/>
            </p:cNvPicPr>
            <p:nvPr/>
          </p:nvPicPr>
          <p:blipFill>
            <a:blip r:embed="rId46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>
              <a:off x="5711577" y="2037257"/>
              <a:ext cx="193614" cy="98373"/>
            </a:xfrm>
            <a:prstGeom prst="rect">
              <a:avLst/>
            </a:prstGeom>
          </p:spPr>
        </p:pic>
      </p:grpSp>
      <p:grpSp>
        <p:nvGrpSpPr>
          <p:cNvPr id="115" name="Группа 114">
            <a:extLst>
              <a:ext uri="{FF2B5EF4-FFF2-40B4-BE49-F238E27FC236}">
                <a16:creationId xmlns:a16="http://schemas.microsoft.com/office/drawing/2014/main" id="{F9864F1A-BC70-4AFC-9AF7-6F5F1334128F}"/>
              </a:ext>
            </a:extLst>
          </p:cNvPr>
          <p:cNvGrpSpPr/>
          <p:nvPr/>
        </p:nvGrpSpPr>
        <p:grpSpPr>
          <a:xfrm>
            <a:off x="7920404" y="1515429"/>
            <a:ext cx="970546" cy="869333"/>
            <a:chOff x="7920404" y="1515429"/>
            <a:chExt cx="970546" cy="869333"/>
          </a:xfrm>
        </p:grpSpPr>
        <p:pic>
          <p:nvPicPr>
            <p:cNvPr id="33" name="Vector 60 [Figma 9971:36766]" descr="Vector 60. градиент"/>
            <p:cNvPicPr>
              <a:picLocks noChangeAspect="1"/>
            </p:cNvPicPr>
            <p:nvPr/>
          </p:nvPicPr>
          <p:blipFill>
            <a:blip r:embed="rId50"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/>
            </a:stretch>
          </p:blipFill>
          <p:spPr>
            <a:xfrm>
              <a:off x="8189590" y="1515429"/>
              <a:ext cx="701360" cy="869333"/>
            </a:xfrm>
            <a:prstGeom prst="rect">
              <a:avLst/>
            </a:prstGeom>
          </p:spPr>
        </p:pic>
        <p:pic>
          <p:nvPicPr>
            <p:cNvPr id="34" name="Vector 61 [Figma 9971:36767]" descr="Vector 61. градиент"/>
            <p:cNvPicPr>
              <a:picLocks noChangeAspect="1"/>
            </p:cNvPicPr>
            <p:nvPr/>
          </p:nvPicPr>
          <p:blipFill>
            <a:blip r:embed="rId52">
              <a:extLs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/>
            </a:stretch>
          </p:blipFill>
          <p:spPr>
            <a:xfrm>
              <a:off x="7920404" y="1656713"/>
              <a:ext cx="671006" cy="575702"/>
            </a:xfrm>
            <a:prstGeom prst="rect">
              <a:avLst/>
            </a:prstGeom>
          </p:spPr>
        </p:pic>
        <p:sp>
          <p:nvSpPr>
            <p:cNvPr id="35" name="Ellipse 48 [Figma 9971:36768]"/>
            <p:cNvSpPr/>
            <p:nvPr/>
          </p:nvSpPr>
          <p:spPr>
            <a:xfrm>
              <a:off x="8154033" y="1868590"/>
              <a:ext cx="43466" cy="4346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36" name="Ellipse 49 [Figma 9971:36769]"/>
            <p:cNvSpPr/>
            <p:nvPr/>
          </p:nvSpPr>
          <p:spPr>
            <a:xfrm>
              <a:off x="8235533" y="1868590"/>
              <a:ext cx="43466" cy="4346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37" name="Ellipse 50 [Figma 9971:36770]"/>
            <p:cNvSpPr/>
            <p:nvPr/>
          </p:nvSpPr>
          <p:spPr>
            <a:xfrm>
              <a:off x="8317033" y="1868590"/>
              <a:ext cx="43466" cy="4346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</p:grpSp>
      <p:grpSp>
        <p:nvGrpSpPr>
          <p:cNvPr id="117" name="Группа 116">
            <a:extLst>
              <a:ext uri="{FF2B5EF4-FFF2-40B4-BE49-F238E27FC236}">
                <a16:creationId xmlns:a16="http://schemas.microsoft.com/office/drawing/2014/main" id="{058750F6-B3DB-43AF-BC8E-37FF4C8B484A}"/>
              </a:ext>
            </a:extLst>
          </p:cNvPr>
          <p:cNvGrpSpPr/>
          <p:nvPr/>
        </p:nvGrpSpPr>
        <p:grpSpPr>
          <a:xfrm>
            <a:off x="10268617" y="1506847"/>
            <a:ext cx="904796" cy="894882"/>
            <a:chOff x="10268617" y="1506847"/>
            <a:chExt cx="904796" cy="894882"/>
          </a:xfrm>
        </p:grpSpPr>
        <p:pic>
          <p:nvPicPr>
            <p:cNvPr id="38" name="Rectangle 240663367 [Figma 9971:36776]" descr="Rectangle 240663367. градиент"/>
            <p:cNvPicPr>
              <a:picLocks noChangeAspect="1"/>
            </p:cNvPicPr>
            <p:nvPr/>
          </p:nvPicPr>
          <p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/>
            </a:stretch>
          </p:blipFill>
          <p:spPr>
            <a:xfrm>
              <a:off x="10348158" y="1531701"/>
              <a:ext cx="64627" cy="387787"/>
            </a:xfrm>
            <a:prstGeom prst="rect">
              <a:avLst/>
            </a:prstGeom>
          </p:spPr>
        </p:pic>
        <p:pic>
          <p:nvPicPr>
            <p:cNvPr id="39" name="Rectangle 240663366 [Figma 9971:36777]" descr="Rectangle 240663366. градиент"/>
            <p:cNvPicPr>
              <a:picLocks noChangeAspect="1"/>
            </p:cNvPicPr>
            <p:nvPr/>
          </p:nvPicPr>
          <p:blipFill>
            <a:blip r:embed="rId56">
              <a:extLst>
                <a:ext uri="{96DAC541-7B7A-43D3-8B79-37D633B846F1}">
                  <asvg:svgBlip xmlns:asvg="http://schemas.microsoft.com/office/drawing/2016/SVG/main" r:embed="rId57"/>
                </a:ext>
              </a:extLst>
            </a:blip>
            <a:stretch>
              <a:fillRect/>
            </a:stretch>
          </p:blipFill>
          <p:spPr>
            <a:xfrm>
              <a:off x="10308391" y="1506847"/>
              <a:ext cx="64627" cy="412640"/>
            </a:xfrm>
            <a:prstGeom prst="rect">
              <a:avLst/>
            </a:prstGeom>
          </p:spPr>
        </p:pic>
        <p:pic>
          <p:nvPicPr>
            <p:cNvPr id="40" name="Union [Figma 9971:36778]" descr="Union. градиент"/>
            <p:cNvPicPr>
              <a:picLocks noChangeAspect="1"/>
            </p:cNvPicPr>
            <p:nvPr/>
          </p:nvPicPr>
          <p:blipFill>
            <a:blip r:embed="rId58">
              <a:extLst>
                <a:ext uri="{96DAC541-7B7A-43D3-8B79-37D633B846F1}">
                  <asvg:svgBlip xmlns:asvg="http://schemas.microsoft.com/office/drawing/2016/SVG/main" r:embed="rId59"/>
                </a:ext>
              </a:extLst>
            </a:blip>
            <a:stretch>
              <a:fillRect/>
            </a:stretch>
          </p:blipFill>
          <p:spPr>
            <a:xfrm>
              <a:off x="10268617" y="1566526"/>
              <a:ext cx="352602" cy="835203"/>
            </a:xfrm>
            <a:prstGeom prst="rect">
              <a:avLst/>
            </a:prstGeom>
          </p:spPr>
        </p:pic>
        <p:pic>
          <p:nvPicPr>
            <p:cNvPr id="41" name="Vector 231 [Figma 9971:36781]" descr="Vector 231. градиент"/>
            <p:cNvPicPr>
              <a:picLocks noChangeAspect="1"/>
            </p:cNvPicPr>
            <p:nvPr/>
          </p:nvPicPr>
          <p:blipFill>
            <a:blip r:embed="rId60">
              <a:extLst>
                <a:ext uri="{96DAC541-7B7A-43D3-8B79-37D633B846F1}">
                  <asvg:svgBlip xmlns:asvg="http://schemas.microsoft.com/office/drawing/2016/SVG/main" r:embed="rId61"/>
                </a:ext>
              </a:extLst>
            </a:blip>
            <a:stretch>
              <a:fillRect/>
            </a:stretch>
          </p:blipFill>
          <p:spPr>
            <a:xfrm>
              <a:off x="10311820" y="1840313"/>
              <a:ext cx="309406" cy="561415"/>
            </a:xfrm>
            <a:prstGeom prst="rect">
              <a:avLst/>
            </a:prstGeom>
          </p:spPr>
        </p:pic>
        <p:pic>
          <p:nvPicPr>
            <p:cNvPr id="42" name="Vector 232 [Figma 9971:36782]" descr="Vector 232. градиент в обводке"/>
            <p:cNvPicPr>
              <a:picLocks noChangeAspect="1"/>
            </p:cNvPicPr>
            <p:nvPr/>
          </p:nvPicPr>
          <p:blipFill>
            <a:blip r:embed="rId62">
              <a:extLst>
                <a:ext uri="{96DAC541-7B7A-43D3-8B79-37D633B846F1}">
                  <asvg:svgBlip xmlns:asvg="http://schemas.microsoft.com/office/drawing/2016/SVG/main" r:embed="rId63"/>
                </a:ext>
              </a:extLst>
            </a:blip>
            <a:stretch>
              <a:fillRect/>
            </a:stretch>
          </p:blipFill>
          <p:spPr>
            <a:xfrm>
              <a:off x="10306871" y="1835352"/>
              <a:ext cx="137892" cy="216639"/>
            </a:xfrm>
            <a:prstGeom prst="rect">
              <a:avLst/>
            </a:prstGeom>
          </p:spPr>
        </p:pic>
        <p:pic>
          <p:nvPicPr>
            <p:cNvPr id="43" name="Rectangle 240663363 [Figma 9971:36784]" descr="Rectangle 240663363. отражение или наклон"/>
            <p:cNvPicPr>
              <a:picLocks noChangeAspect="1"/>
            </p:cNvPicPr>
            <p:nvPr/>
          </p:nvPicPr>
          <p:blipFill>
            <a:blip r:embed="rId64">
              <a:extLst>
                <a:ext uri="{96DAC541-7B7A-43D3-8B79-37D633B846F1}">
                  <asvg:svgBlip xmlns:asvg="http://schemas.microsoft.com/office/drawing/2016/SVG/main" r:embed="rId65"/>
                </a:ext>
              </a:extLst>
            </a:blip>
            <a:stretch>
              <a:fillRect/>
            </a:stretch>
          </p:blipFill>
          <p:spPr>
            <a:xfrm>
              <a:off x="10555700" y="1606311"/>
              <a:ext cx="384184" cy="381288"/>
            </a:xfrm>
            <a:prstGeom prst="rect">
              <a:avLst/>
            </a:prstGeom>
          </p:spPr>
        </p:pic>
        <p:pic>
          <p:nvPicPr>
            <p:cNvPr id="44" name="Rectangle 240663364 [Figma 9971:36785]" descr="Rectangle 240663364. векторный контур"/>
            <p:cNvPicPr>
              <a:picLocks noChangeAspect="1"/>
            </p:cNvPicPr>
            <p:nvPr/>
          </p:nvPicPr>
          <p:blipFill>
            <a:blip r:embed="rId66">
              <a:extLst>
                <a:ext uri="{96DAC541-7B7A-43D3-8B79-37D633B846F1}">
                  <asvg:svgBlip xmlns:asvg="http://schemas.microsoft.com/office/drawing/2016/SVG/main" r:embed="rId67"/>
                </a:ext>
              </a:extLst>
            </a:blip>
            <a:stretch>
              <a:fillRect/>
            </a:stretch>
          </p:blipFill>
          <p:spPr>
            <a:xfrm>
              <a:off x="10502278" y="1606311"/>
              <a:ext cx="384184" cy="381288"/>
            </a:xfrm>
            <a:prstGeom prst="rect">
              <a:avLst/>
            </a:prstGeom>
          </p:spPr>
        </p:pic>
        <p:pic>
          <p:nvPicPr>
            <p:cNvPr id="45" name="Group 2147203595 [Figma 9971:36787]" descr="Group 2147203595. отражение или наклон"/>
            <p:cNvPicPr>
              <a:picLocks noChangeAspect="1"/>
            </p:cNvPicPr>
            <p:nvPr/>
          </p:nvPicPr>
          <p:blipFill>
            <a:blip r:embed="rId68">
              <a:extLst>
                <a:ext uri="{96DAC541-7B7A-43D3-8B79-37D633B846F1}">
                  <asvg:svgBlip xmlns:asvg="http://schemas.microsoft.com/office/drawing/2016/SVG/main" r:embed="rId69"/>
                </a:ext>
              </a:extLst>
            </a:blip>
            <a:stretch>
              <a:fillRect/>
            </a:stretch>
          </p:blipFill>
          <p:spPr>
            <a:xfrm>
              <a:off x="10820446" y="1506847"/>
              <a:ext cx="352967" cy="894881"/>
            </a:xfrm>
            <a:prstGeom prst="rect">
              <a:avLst/>
            </a:prstGeom>
          </p:spPr>
        </p:pic>
      </p:grpSp>
      <p:grpSp>
        <p:nvGrpSpPr>
          <p:cNvPr id="107" name="Группа 106">
            <a:extLst>
              <a:ext uri="{FF2B5EF4-FFF2-40B4-BE49-F238E27FC236}">
                <a16:creationId xmlns:a16="http://schemas.microsoft.com/office/drawing/2014/main" id="{C8F8F8F8-E364-41AE-BBBF-845FF25BCB5B}"/>
              </a:ext>
            </a:extLst>
          </p:cNvPr>
          <p:cNvGrpSpPr/>
          <p:nvPr/>
        </p:nvGrpSpPr>
        <p:grpSpPr>
          <a:xfrm>
            <a:off x="7911394" y="2785695"/>
            <a:ext cx="984008" cy="880445"/>
            <a:chOff x="7911394" y="2785695"/>
            <a:chExt cx="984008" cy="880445"/>
          </a:xfrm>
        </p:grpSpPr>
        <p:pic>
          <p:nvPicPr>
            <p:cNvPr id="2" name="Ellipse 48 [Figma 9987:16643]" descr="Ellipse 48. векторный контур"/>
            <p:cNvPicPr>
              <a:picLocks noChangeAspect="1"/>
            </p:cNvPicPr>
            <p:nvPr/>
          </p:nvPicPr>
          <p:blipFill>
            <a:blip r:embed="rId70">
              <a:extLst>
                <a:ext uri="{96DAC541-7B7A-43D3-8B79-37D633B846F1}">
                  <asvg:svgBlip xmlns:asvg="http://schemas.microsoft.com/office/drawing/2016/SVG/main" r:embed="rId71"/>
                </a:ext>
              </a:extLst>
            </a:blip>
            <a:stretch>
              <a:fillRect/>
            </a:stretch>
          </p:blipFill>
          <p:spPr>
            <a:xfrm>
              <a:off x="8145904" y="3142477"/>
              <a:ext cx="44480" cy="44498"/>
            </a:xfrm>
            <a:prstGeom prst="rect">
              <a:avLst/>
            </a:prstGeom>
          </p:spPr>
        </p:pic>
        <p:pic>
          <p:nvPicPr>
            <p:cNvPr id="3" name="Ellipse 49 [Figma 9987:16644]" descr="Ellipse 49. векторный контур"/>
            <p:cNvPicPr>
              <a:picLocks noChangeAspect="1"/>
            </p:cNvPicPr>
            <p:nvPr/>
          </p:nvPicPr>
          <p:blipFill>
            <a:blip r:embed="rId70">
              <a:extLst>
                <a:ext uri="{96DAC541-7B7A-43D3-8B79-37D633B846F1}">
                  <asvg:svgBlip xmlns:asvg="http://schemas.microsoft.com/office/drawing/2016/SVG/main" r:embed="rId71"/>
                </a:ext>
              </a:extLst>
            </a:blip>
            <a:stretch>
              <a:fillRect/>
            </a:stretch>
          </p:blipFill>
          <p:spPr>
            <a:xfrm>
              <a:off x="8229295" y="3142477"/>
              <a:ext cx="44480" cy="44498"/>
            </a:xfrm>
            <a:prstGeom prst="rect">
              <a:avLst/>
            </a:prstGeom>
          </p:spPr>
        </p:pic>
        <p:pic>
          <p:nvPicPr>
            <p:cNvPr id="4" name="Ellipse 50 [Figma 9987:16645]" descr="Ellipse 50. векторный контур"/>
            <p:cNvPicPr>
              <a:picLocks noChangeAspect="1"/>
            </p:cNvPicPr>
            <p:nvPr/>
          </p:nvPicPr>
          <p:blipFill>
            <a:blip r:embed="rId70">
              <a:extLst>
                <a:ext uri="{96DAC541-7B7A-43D3-8B79-37D633B846F1}">
                  <asvg:svgBlip xmlns:asvg="http://schemas.microsoft.com/office/drawing/2016/SVG/main" r:embed="rId71"/>
                </a:ext>
              </a:extLst>
            </a:blip>
            <a:stretch>
              <a:fillRect/>
            </a:stretch>
          </p:blipFill>
          <p:spPr>
            <a:xfrm>
              <a:off x="8312693" y="3142477"/>
              <a:ext cx="44480" cy="44498"/>
            </a:xfrm>
            <a:prstGeom prst="rect">
              <a:avLst/>
            </a:prstGeom>
          </p:spPr>
        </p:pic>
        <p:pic>
          <p:nvPicPr>
            <p:cNvPr id="5" name="Vector 61 [Figma 9987:16646]" descr="Vector 61. векторный контур"/>
            <p:cNvPicPr>
              <a:picLocks noChangeAspect="1"/>
            </p:cNvPicPr>
            <p:nvPr/>
          </p:nvPicPr>
          <p:blipFill>
            <a:blip r:embed="rId72">
              <a:extLst>
                <a:ext uri="{96DAC541-7B7A-43D3-8B79-37D633B846F1}">
                  <asvg:svgBlip xmlns:asvg="http://schemas.microsoft.com/office/drawing/2016/SVG/main" r:embed="rId73"/>
                </a:ext>
              </a:extLst>
            </a:blip>
            <a:stretch>
              <a:fillRect/>
            </a:stretch>
          </p:blipFill>
          <p:spPr>
            <a:xfrm>
              <a:off x="7911394" y="2930253"/>
              <a:ext cx="677504" cy="579969"/>
            </a:xfrm>
            <a:prstGeom prst="rect">
              <a:avLst/>
            </a:prstGeom>
          </p:spPr>
        </p:pic>
        <p:pic>
          <p:nvPicPr>
            <p:cNvPr id="6" name="Vector 60 [Figma 9987:16647]" descr="Vector 60. векторный контур"/>
            <p:cNvPicPr>
              <a:picLocks noChangeAspect="1"/>
            </p:cNvPicPr>
            <p:nvPr/>
          </p:nvPicPr>
          <p:blipFill>
            <a:blip r:embed="rId74">
              <a:extLst>
                <a:ext uri="{96DAC541-7B7A-43D3-8B79-37D633B846F1}">
                  <asvg:svgBlip xmlns:asvg="http://schemas.microsoft.com/office/drawing/2016/SVG/main" r:embed="rId75"/>
                </a:ext>
              </a:extLst>
            </a:blip>
            <a:stretch>
              <a:fillRect/>
            </a:stretch>
          </p:blipFill>
          <p:spPr>
            <a:xfrm>
              <a:off x="8186849" y="2785695"/>
              <a:ext cx="708553" cy="880445"/>
            </a:xfrm>
            <a:prstGeom prst="rect">
              <a:avLst/>
            </a:prstGeom>
          </p:spPr>
        </p:pic>
      </p:grpSp>
      <p:grpSp>
        <p:nvGrpSpPr>
          <p:cNvPr id="111" name="Группа 110">
            <a:extLst>
              <a:ext uri="{FF2B5EF4-FFF2-40B4-BE49-F238E27FC236}">
                <a16:creationId xmlns:a16="http://schemas.microsoft.com/office/drawing/2014/main" id="{A7C800D3-3B8D-4A08-877E-6EA7A6E4230B}"/>
              </a:ext>
            </a:extLst>
          </p:cNvPr>
          <p:cNvGrpSpPr/>
          <p:nvPr/>
        </p:nvGrpSpPr>
        <p:grpSpPr>
          <a:xfrm>
            <a:off x="3283742" y="2765108"/>
            <a:ext cx="1004193" cy="919288"/>
            <a:chOff x="3283742" y="2765108"/>
            <a:chExt cx="1004193" cy="919288"/>
          </a:xfrm>
        </p:grpSpPr>
        <p:pic>
          <p:nvPicPr>
            <p:cNvPr id="59" name="Ellipse 57 (Stroke) [Figma 9974:38666]" descr="Ellipse 57 (Stroke). векторный контур"/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3659480" y="3261040"/>
              <a:ext cx="545" cy="317"/>
            </a:xfrm>
            <a:prstGeom prst="rect">
              <a:avLst/>
            </a:prstGeom>
          </p:spPr>
        </p:pic>
        <p:pic>
          <p:nvPicPr>
            <p:cNvPr id="78" name="Ellipse 53 (Stroke) [Figma 9974:38653]" descr="Ellipse 53 (Stroke). векторный контур"/>
            <p:cNvPicPr>
              <a:picLocks noChangeAspect="1"/>
            </p:cNvPicPr>
            <p:nvPr/>
          </p:nvPicPr>
          <p:blipFill>
            <a:blip r:embed="rId77">
              <a:extLst>
                <a:ext uri="{96DAC541-7B7A-43D3-8B79-37D633B846F1}">
                  <asvg:svgBlip xmlns:asvg="http://schemas.microsoft.com/office/drawing/2016/SVG/main" r:embed="rId78"/>
                </a:ext>
              </a:extLst>
            </a:blip>
            <a:stretch>
              <a:fillRect/>
            </a:stretch>
          </p:blipFill>
          <p:spPr>
            <a:xfrm>
              <a:off x="3332451" y="2765108"/>
              <a:ext cx="955484" cy="393144"/>
            </a:xfrm>
            <a:prstGeom prst="rect">
              <a:avLst/>
            </a:prstGeom>
          </p:spPr>
        </p:pic>
        <p:pic>
          <p:nvPicPr>
            <p:cNvPr id="79" name="Ellipse 60 (Stroke) [Figma 9974:38654]" descr="Ellipse 60 (Stroke). векторный контур"/>
            <p:cNvPicPr>
              <a:picLocks noChangeAspect="1"/>
            </p:cNvPicPr>
            <p:nvPr/>
          </p:nvPicPr>
          <p:blipFill>
            <a:blip r:embed="rId79">
              <a:extLst>
                <a:ext uri="{96DAC541-7B7A-43D3-8B79-37D633B846F1}">
                  <asvg:svgBlip xmlns:asvg="http://schemas.microsoft.com/office/drawing/2016/SVG/main" r:embed="rId80"/>
                </a:ext>
              </a:extLst>
            </a:blip>
            <a:stretch>
              <a:fillRect/>
            </a:stretch>
          </p:blipFill>
          <p:spPr>
            <a:xfrm>
              <a:off x="3283742" y="3291252"/>
              <a:ext cx="955484" cy="393144"/>
            </a:xfrm>
            <a:prstGeom prst="rect">
              <a:avLst/>
            </a:prstGeom>
          </p:spPr>
        </p:pic>
        <p:pic>
          <p:nvPicPr>
            <p:cNvPr id="80" name="Ellipse 55 [Figma 9974:38657]" descr="Ellipse 55. векторный контур"/>
            <p:cNvPicPr>
              <a:picLocks noChangeAspect="1"/>
            </p:cNvPicPr>
            <p:nvPr/>
          </p:nvPicPr>
          <p:blipFill>
            <a:blip r:embed="rId81">
              <a:extLst>
                <a:ext uri="{96DAC541-7B7A-43D3-8B79-37D633B846F1}">
                  <asvg:svgBlip xmlns:asvg="http://schemas.microsoft.com/office/drawing/2016/SVG/main" r:embed="rId82"/>
                </a:ext>
              </a:extLst>
            </a:blip>
            <a:stretch>
              <a:fillRect/>
            </a:stretch>
          </p:blipFill>
          <p:spPr>
            <a:xfrm>
              <a:off x="3514153" y="3092770"/>
              <a:ext cx="124200" cy="124219"/>
            </a:xfrm>
            <a:prstGeom prst="rect">
              <a:avLst/>
            </a:prstGeom>
          </p:spPr>
        </p:pic>
        <p:pic>
          <p:nvPicPr>
            <p:cNvPr id="81" name="Ellipse 58 [Figma 9974:38661]" descr="Ellipse 58. векторный контур"/>
            <p:cNvPicPr>
              <a:picLocks noChangeAspect="1"/>
            </p:cNvPicPr>
            <p:nvPr/>
          </p:nvPicPr>
          <p:blipFill>
            <a:blip r:embed="rId83">
              <a:extLst>
                <a:ext uri="{96DAC541-7B7A-43D3-8B79-37D633B846F1}">
                  <asvg:svgBlip xmlns:asvg="http://schemas.microsoft.com/office/drawing/2016/SVG/main" r:embed="rId84"/>
                </a:ext>
              </a:extLst>
            </a:blip>
            <a:stretch>
              <a:fillRect/>
            </a:stretch>
          </p:blipFill>
          <p:spPr>
            <a:xfrm>
              <a:off x="3417901" y="3248043"/>
              <a:ext cx="234336" cy="161474"/>
            </a:xfrm>
            <a:prstGeom prst="rect">
              <a:avLst/>
            </a:prstGeom>
          </p:spPr>
        </p:pic>
        <p:pic>
          <p:nvPicPr>
            <p:cNvPr id="82" name="Ellipse 59 [Figma 9982:46344]" descr="Ellipse 59. векторный контур"/>
            <p:cNvPicPr>
              <a:picLocks noChangeAspect="1"/>
            </p:cNvPicPr>
            <p:nvPr/>
          </p:nvPicPr>
          <p:blipFill>
            <a:blip r:embed="rId85">
              <a:extLst>
                <a:ext uri="{96DAC541-7B7A-43D3-8B79-37D633B846F1}">
                  <asvg:svgBlip xmlns:asvg="http://schemas.microsoft.com/office/drawing/2016/SVG/main" r:embed="rId86"/>
                </a:ext>
              </a:extLst>
            </a:blip>
            <a:stretch>
              <a:fillRect/>
            </a:stretch>
          </p:blipFill>
          <p:spPr>
            <a:xfrm>
              <a:off x="3919446" y="3248043"/>
              <a:ext cx="234336" cy="161474"/>
            </a:xfrm>
            <a:prstGeom prst="rect">
              <a:avLst/>
            </a:prstGeom>
          </p:spPr>
        </p:pic>
        <p:pic>
          <p:nvPicPr>
            <p:cNvPr id="83" name="Ellipse 57 [Figma 9982:46398]" descr="Ellipse 57. векторный контур"/>
            <p:cNvPicPr>
              <a:picLocks noChangeAspect="1"/>
            </p:cNvPicPr>
            <p:nvPr/>
          </p:nvPicPr>
          <p:blipFill>
            <a:blip r:embed="rId87">
              <a:extLst>
                <a:ext uri="{96DAC541-7B7A-43D3-8B79-37D633B846F1}">
                  <asvg:svgBlip xmlns:asvg="http://schemas.microsoft.com/office/drawing/2016/SVG/main" r:embed="rId88"/>
                </a:ext>
              </a:extLst>
            </a:blip>
            <a:stretch>
              <a:fillRect/>
            </a:stretch>
          </p:blipFill>
          <p:spPr>
            <a:xfrm>
              <a:off x="3602680" y="3223189"/>
              <a:ext cx="369494" cy="186279"/>
            </a:xfrm>
            <a:prstGeom prst="rect">
              <a:avLst/>
            </a:prstGeom>
          </p:spPr>
        </p:pic>
        <p:pic>
          <p:nvPicPr>
            <p:cNvPr id="84" name="Ellipse 54 [Figma 9982:46466]" descr="Ellipse 54. векторный контур"/>
            <p:cNvPicPr>
              <a:picLocks noChangeAspect="1"/>
            </p:cNvPicPr>
            <p:nvPr/>
          </p:nvPicPr>
          <p:blipFill>
            <a:blip r:embed="rId89">
              <a:extLst>
                <a:ext uri="{96DAC541-7B7A-43D3-8B79-37D633B846F1}">
                  <asvg:svgBlip xmlns:asvg="http://schemas.microsoft.com/office/drawing/2016/SVG/main" r:embed="rId90"/>
                </a:ext>
              </a:extLst>
            </a:blip>
            <a:stretch>
              <a:fillRect/>
            </a:stretch>
          </p:blipFill>
          <p:spPr>
            <a:xfrm>
              <a:off x="3711359" y="3043112"/>
              <a:ext cx="149041" cy="149023"/>
            </a:xfrm>
            <a:prstGeom prst="rect">
              <a:avLst/>
            </a:prstGeom>
          </p:spPr>
        </p:pic>
        <p:pic>
          <p:nvPicPr>
            <p:cNvPr id="85" name="Ellipse 56 [Figma 9982:46477]" descr="Ellipse 56. векторный контур"/>
            <p:cNvPicPr>
              <a:picLocks noChangeAspect="1"/>
            </p:cNvPicPr>
            <p:nvPr/>
          </p:nvPicPr>
          <p:blipFill>
            <a:blip r:embed="rId91">
              <a:extLst>
                <a:ext uri="{96DAC541-7B7A-43D3-8B79-37D633B846F1}">
                  <asvg:svgBlip xmlns:asvg="http://schemas.microsoft.com/office/drawing/2016/SVG/main" r:embed="rId92"/>
                </a:ext>
              </a:extLst>
            </a:blip>
            <a:stretch>
              <a:fillRect/>
            </a:stretch>
          </p:blipFill>
          <p:spPr>
            <a:xfrm>
              <a:off x="3933330" y="3092770"/>
              <a:ext cx="124200" cy="124219"/>
            </a:xfrm>
            <a:prstGeom prst="rect">
              <a:avLst/>
            </a:prstGeom>
          </p:spPr>
        </p:pic>
      </p:grpSp>
      <p:grpSp>
        <p:nvGrpSpPr>
          <p:cNvPr id="114" name="Группа 113">
            <a:extLst>
              <a:ext uri="{FF2B5EF4-FFF2-40B4-BE49-F238E27FC236}">
                <a16:creationId xmlns:a16="http://schemas.microsoft.com/office/drawing/2014/main" id="{496E1EB9-125B-4919-AF46-61D19DE6084F}"/>
              </a:ext>
            </a:extLst>
          </p:cNvPr>
          <p:cNvGrpSpPr/>
          <p:nvPr/>
        </p:nvGrpSpPr>
        <p:grpSpPr>
          <a:xfrm>
            <a:off x="5583030" y="2821611"/>
            <a:ext cx="1041063" cy="754739"/>
            <a:chOff x="5583030" y="2821611"/>
            <a:chExt cx="1041063" cy="754739"/>
          </a:xfrm>
        </p:grpSpPr>
        <p:pic>
          <p:nvPicPr>
            <p:cNvPr id="86" name="Union [Figma 9982:46746]" descr="Union. векторный контур"/>
            <p:cNvPicPr>
              <a:picLocks noChangeAspect="1"/>
            </p:cNvPicPr>
            <p:nvPr/>
          </p:nvPicPr>
          <p:blipFill>
            <a:blip r:embed="rId93">
              <a:extLst>
                <a:ext uri="{96DAC541-7B7A-43D3-8B79-37D633B846F1}">
                  <asvg:svgBlip xmlns:asvg="http://schemas.microsoft.com/office/drawing/2016/SVG/main" r:embed="rId94"/>
                </a:ext>
              </a:extLst>
            </a:blip>
            <a:stretch>
              <a:fillRect/>
            </a:stretch>
          </p:blipFill>
          <p:spPr>
            <a:xfrm>
              <a:off x="5583030" y="3129480"/>
              <a:ext cx="450715" cy="446870"/>
            </a:xfrm>
            <a:prstGeom prst="rect">
              <a:avLst/>
            </a:prstGeom>
          </p:spPr>
        </p:pic>
        <p:pic>
          <p:nvPicPr>
            <p:cNvPr id="87" name="Rectangle 34 [Figma 9982:46761]" descr="Rectangle 34. векторный контур"/>
            <p:cNvPicPr>
              <a:picLocks noChangeAspect="1"/>
            </p:cNvPicPr>
            <p:nvPr/>
          </p:nvPicPr>
          <p:blipFill>
            <a:blip r:embed="rId95">
              <a:extLst>
                <a:ext uri="{96DAC541-7B7A-43D3-8B79-37D633B846F1}">
                  <asvg:svgBlip xmlns:asvg="http://schemas.microsoft.com/office/drawing/2016/SVG/main" r:embed="rId96"/>
                </a:ext>
              </a:extLst>
            </a:blip>
            <a:stretch>
              <a:fillRect/>
            </a:stretch>
          </p:blipFill>
          <p:spPr>
            <a:xfrm>
              <a:off x="5833774" y="2821611"/>
              <a:ext cx="450709" cy="371366"/>
            </a:xfrm>
            <a:prstGeom prst="rect">
              <a:avLst/>
            </a:prstGeom>
          </p:spPr>
        </p:pic>
        <p:pic>
          <p:nvPicPr>
            <p:cNvPr id="88" name="Union [Figma 9982:46776]" descr="Union. векторный контур"/>
            <p:cNvPicPr>
              <a:picLocks noChangeAspect="1"/>
            </p:cNvPicPr>
            <p:nvPr/>
          </p:nvPicPr>
          <p:blipFill>
            <a:blip r:embed="rId97">
              <a:extLst>
                <a:ext uri="{96DAC541-7B7A-43D3-8B79-37D633B846F1}">
                  <asvg:svgBlip xmlns:asvg="http://schemas.microsoft.com/office/drawing/2016/SVG/main" r:embed="rId98"/>
                </a:ext>
              </a:extLst>
            </a:blip>
            <a:stretch>
              <a:fillRect/>
            </a:stretch>
          </p:blipFill>
          <p:spPr>
            <a:xfrm>
              <a:off x="6173391" y="3002532"/>
              <a:ext cx="450702" cy="449450"/>
            </a:xfrm>
            <a:prstGeom prst="rect">
              <a:avLst/>
            </a:prstGeom>
          </p:spPr>
        </p:pic>
      </p:grpSp>
      <p:sp>
        <p:nvSpPr>
          <p:cNvPr id="108" name="Заголовок 107">
            <a:extLst>
              <a:ext uri="{FF2B5EF4-FFF2-40B4-BE49-F238E27FC236}">
                <a16:creationId xmlns:a16="http://schemas.microsoft.com/office/drawing/2014/main" id="{1361EB88-4956-438D-9377-B952B670E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effectLst/>
              </a:rPr>
              <a:t>Иллюстрации люди</a:t>
            </a:r>
            <a:endParaRPr lang="ru-RU" dirty="0"/>
          </a:p>
        </p:txBody>
      </p:sp>
      <p:grpSp>
        <p:nvGrpSpPr>
          <p:cNvPr id="119" name="Группа 118">
            <a:extLst>
              <a:ext uri="{FF2B5EF4-FFF2-40B4-BE49-F238E27FC236}">
                <a16:creationId xmlns:a16="http://schemas.microsoft.com/office/drawing/2014/main" id="{E17A0628-9129-4973-85C8-43961836A820}"/>
              </a:ext>
            </a:extLst>
          </p:cNvPr>
          <p:cNvGrpSpPr/>
          <p:nvPr/>
        </p:nvGrpSpPr>
        <p:grpSpPr>
          <a:xfrm>
            <a:off x="948632" y="2923854"/>
            <a:ext cx="1012704" cy="576447"/>
            <a:chOff x="948632" y="2923854"/>
            <a:chExt cx="1012704" cy="576447"/>
          </a:xfrm>
        </p:grpSpPr>
        <p:pic>
          <p:nvPicPr>
            <p:cNvPr id="120" name="Vector 141 (Stroke) [Figma 9974:38638]" descr="Vector 141 (Stroke). векторный контур">
              <a:extLst>
                <a:ext uri="{FF2B5EF4-FFF2-40B4-BE49-F238E27FC236}">
                  <a16:creationId xmlns:a16="http://schemas.microsoft.com/office/drawing/2014/main" id="{F7E46104-F187-4096-8676-514D35F64A97}"/>
                </a:ext>
              </a:extLst>
            </p:cNvPr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1041151" y="3027733"/>
              <a:ext cx="403582" cy="328261"/>
            </a:xfrm>
            <a:prstGeom prst="rect">
              <a:avLst/>
            </a:prstGeom>
          </p:spPr>
        </p:pic>
        <p:pic>
          <p:nvPicPr>
            <p:cNvPr id="121" name="Vector 145 [Figma 9974:38639]" descr="Vector 145. векторный контур">
              <a:extLst>
                <a:ext uri="{FF2B5EF4-FFF2-40B4-BE49-F238E27FC236}">
                  <a16:creationId xmlns:a16="http://schemas.microsoft.com/office/drawing/2014/main" id="{1806CAF7-467E-4989-AA4E-67BB19204391}"/>
                </a:ext>
              </a:extLst>
            </p:cNvPr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1414520" y="3027733"/>
              <a:ext cx="293825" cy="258479"/>
            </a:xfrm>
            <a:prstGeom prst="rect">
              <a:avLst/>
            </a:prstGeom>
          </p:spPr>
        </p:pic>
        <p:pic>
          <p:nvPicPr>
            <p:cNvPr id="122" name="Vector 146 (Stroke) [Figma 9974:38640]" descr="Vector 146 (Stroke). векторный контур">
              <a:extLst>
                <a:ext uri="{FF2B5EF4-FFF2-40B4-BE49-F238E27FC236}">
                  <a16:creationId xmlns:a16="http://schemas.microsoft.com/office/drawing/2014/main" id="{4A094D00-A7FE-4396-AEF9-32F51E2725FD}"/>
                </a:ext>
              </a:extLst>
            </p:cNvPr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1414520" y="2926830"/>
              <a:ext cx="546816" cy="385501"/>
            </a:xfrm>
            <a:prstGeom prst="rect">
              <a:avLst/>
            </a:prstGeom>
          </p:spPr>
        </p:pic>
        <p:pic>
          <p:nvPicPr>
            <p:cNvPr id="123" name="Ellipse 85 [Figma 9974:38643]" descr="Ellipse 85. векторный контур">
              <a:extLst>
                <a:ext uri="{FF2B5EF4-FFF2-40B4-BE49-F238E27FC236}">
                  <a16:creationId xmlns:a16="http://schemas.microsoft.com/office/drawing/2014/main" id="{80D9F6DA-312D-4880-89A3-66396264B3AA}"/>
                </a:ext>
              </a:extLst>
            </p:cNvPr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948632" y="2923854"/>
              <a:ext cx="289320" cy="376068"/>
            </a:xfrm>
            <a:prstGeom prst="rect">
              <a:avLst/>
            </a:prstGeom>
          </p:spPr>
        </p:pic>
        <p:pic>
          <p:nvPicPr>
            <p:cNvPr id="124" name="Ellipse 86 [Figma 9974:38645]" descr="Ellipse 86. векторный контур">
              <a:extLst>
                <a:ext uri="{FF2B5EF4-FFF2-40B4-BE49-F238E27FC236}">
                  <a16:creationId xmlns:a16="http://schemas.microsoft.com/office/drawing/2014/main" id="{C8EFCC1B-B45B-4296-B336-7F3E37916DB5}"/>
                </a:ext>
              </a:extLst>
            </p:cNvPr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948632" y="2923854"/>
              <a:ext cx="289320" cy="376068"/>
            </a:xfrm>
            <a:prstGeom prst="rect">
              <a:avLst/>
            </a:prstGeom>
          </p:spPr>
        </p:pic>
        <p:pic>
          <p:nvPicPr>
            <p:cNvPr id="125" name="Vector 142 (Stroke) [Figma 9974:38648]" descr="Vector 142 (Stroke). векторный контур">
              <a:extLst>
                <a:ext uri="{FF2B5EF4-FFF2-40B4-BE49-F238E27FC236}">
                  <a16:creationId xmlns:a16="http://schemas.microsoft.com/office/drawing/2014/main" id="{9084D96C-F0BA-479B-887E-5AAA0602DC90}"/>
                </a:ext>
              </a:extLst>
            </p:cNvPr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948632" y="2923854"/>
              <a:ext cx="759713" cy="375536"/>
            </a:xfrm>
            <a:prstGeom prst="rect">
              <a:avLst/>
            </a:prstGeom>
          </p:spPr>
        </p:pic>
        <p:pic>
          <p:nvPicPr>
            <p:cNvPr id="126" name="Vector 145 (Stroke) [Figma 9974:38649]" descr="Vector 145 (Stroke). векторный контур">
              <a:extLst>
                <a:ext uri="{FF2B5EF4-FFF2-40B4-BE49-F238E27FC236}">
                  <a16:creationId xmlns:a16="http://schemas.microsoft.com/office/drawing/2014/main" id="{1B8AC528-8E03-4FEC-8228-C535D5307B52}"/>
                </a:ext>
              </a:extLst>
            </p:cNvPr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1414520" y="2926830"/>
              <a:ext cx="546816" cy="385501"/>
            </a:xfrm>
            <a:prstGeom prst="rect">
              <a:avLst/>
            </a:prstGeom>
          </p:spPr>
        </p:pic>
        <p:pic>
          <p:nvPicPr>
            <p:cNvPr id="127" name="Vector 146 [Figma 9974:38650]" descr="Vector 146. векторный контур">
              <a:extLst>
                <a:ext uri="{FF2B5EF4-FFF2-40B4-BE49-F238E27FC236}">
                  <a16:creationId xmlns:a16="http://schemas.microsoft.com/office/drawing/2014/main" id="{A78D7206-366F-4F56-8EB0-975A6CE2DEA7}"/>
                </a:ext>
              </a:extLst>
            </p:cNvPr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1414520" y="3027733"/>
              <a:ext cx="293825" cy="258479"/>
            </a:xfrm>
            <a:prstGeom prst="rect">
              <a:avLst/>
            </a:prstGeom>
          </p:spPr>
        </p:pic>
        <p:pic>
          <p:nvPicPr>
            <p:cNvPr id="128" name="Vector 142 [Figma 9982:45269]" descr="Vector 142. векторный контур">
              <a:extLst>
                <a:ext uri="{FF2B5EF4-FFF2-40B4-BE49-F238E27FC236}">
                  <a16:creationId xmlns:a16="http://schemas.microsoft.com/office/drawing/2014/main" id="{C1292CDA-6103-4560-9DEE-5EEE7D000A81}"/>
                </a:ext>
              </a:extLst>
            </p:cNvPr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1388767" y="3469047"/>
              <a:ext cx="31293" cy="28278"/>
            </a:xfrm>
            <a:prstGeom prst="rect">
              <a:avLst/>
            </a:prstGeom>
          </p:spPr>
        </p:pic>
        <p:pic>
          <p:nvPicPr>
            <p:cNvPr id="129" name="Vector 141 [Figma 9974:38637]" descr="Vector 141. векторный контур">
              <a:extLst>
                <a:ext uri="{FF2B5EF4-FFF2-40B4-BE49-F238E27FC236}">
                  <a16:creationId xmlns:a16="http://schemas.microsoft.com/office/drawing/2014/main" id="{109AC1C6-FED1-4A9A-9C9A-5BCF54F9A3EB}"/>
                </a:ext>
              </a:extLst>
            </p:cNvPr>
            <p:cNvPicPr>
              <a:picLocks noChangeAspect="1"/>
            </p:cNvPicPr>
            <p:nvPr/>
          </p:nvPicPr>
          <p:blipFill>
            <a:blip r:embed="rId99">
              <a:extLst>
                <a:ext uri="{96DAC541-7B7A-43D3-8B79-37D633B846F1}">
                  <asvg:svgBlip xmlns:asvg="http://schemas.microsoft.com/office/drawing/2016/SVG/main" r:embed="rId100"/>
                </a:ext>
              </a:extLst>
            </a:blip>
            <a:stretch>
              <a:fillRect/>
            </a:stretch>
          </p:blipFill>
          <p:spPr>
            <a:xfrm>
              <a:off x="1153464" y="3027783"/>
              <a:ext cx="465696" cy="239707"/>
            </a:xfrm>
            <a:prstGeom prst="rect">
              <a:avLst/>
            </a:prstGeom>
          </p:spPr>
        </p:pic>
        <p:pic>
          <p:nvPicPr>
            <p:cNvPr id="130" name="Vector 143 (Stroke) [Figma 9974:38642]" descr="Vector 143 (Stroke). векторный контур">
              <a:extLst>
                <a:ext uri="{FF2B5EF4-FFF2-40B4-BE49-F238E27FC236}">
                  <a16:creationId xmlns:a16="http://schemas.microsoft.com/office/drawing/2014/main" id="{BD3A4F93-1C7B-4B2F-A7BB-9F41DFB5B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1">
              <a:extLst>
                <a:ext uri="{96DAC541-7B7A-43D3-8B79-37D633B846F1}">
                  <asvg:svgBlip xmlns:asvg="http://schemas.microsoft.com/office/drawing/2016/SVG/main" r:embed="rId102"/>
                </a:ext>
              </a:extLst>
            </a:blip>
            <a:stretch>
              <a:fillRect/>
            </a:stretch>
          </p:blipFill>
          <p:spPr>
            <a:xfrm>
              <a:off x="1087590" y="3027733"/>
              <a:ext cx="55158" cy="36512"/>
            </a:xfrm>
            <a:prstGeom prst="rect">
              <a:avLst/>
            </a:prstGeom>
          </p:spPr>
        </p:pic>
        <p:pic>
          <p:nvPicPr>
            <p:cNvPr id="131" name="Vector 144 (Stroke) [Figma 9974:38644]" descr="Vector 144 (Stroke). векторный контур">
              <a:extLst>
                <a:ext uri="{FF2B5EF4-FFF2-40B4-BE49-F238E27FC236}">
                  <a16:creationId xmlns:a16="http://schemas.microsoft.com/office/drawing/2014/main" id="{00C51676-AFF6-4FBA-B4F1-DD78CC5369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3">
              <a:extLst>
                <a:ext uri="{96DAC541-7B7A-43D3-8B79-37D633B846F1}">
                  <asvg:svgBlip xmlns:asvg="http://schemas.microsoft.com/office/drawing/2016/SVG/main" r:embed="rId104"/>
                </a:ext>
              </a:extLst>
            </a:blip>
            <a:stretch>
              <a:fillRect/>
            </a:stretch>
          </p:blipFill>
          <p:spPr>
            <a:xfrm>
              <a:off x="1153464" y="3266299"/>
              <a:ext cx="2164" cy="1191"/>
            </a:xfrm>
            <a:prstGeom prst="rect">
              <a:avLst/>
            </a:prstGeom>
          </p:spPr>
        </p:pic>
        <p:pic>
          <p:nvPicPr>
            <p:cNvPr id="132" name="Vector 142 [Figma 9974:38647]" descr="Vector 142. векторный контур">
              <a:extLst>
                <a:ext uri="{FF2B5EF4-FFF2-40B4-BE49-F238E27FC236}">
                  <a16:creationId xmlns:a16="http://schemas.microsoft.com/office/drawing/2014/main" id="{CB119794-DEA9-4778-9AC1-2F7FBB2440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5">
              <a:extLst>
                <a:ext uri="{96DAC541-7B7A-43D3-8B79-37D633B846F1}">
                  <asvg:svgBlip xmlns:asvg="http://schemas.microsoft.com/office/drawing/2016/SVG/main" r:embed="rId106"/>
                </a:ext>
              </a:extLst>
            </a:blip>
            <a:stretch>
              <a:fillRect/>
            </a:stretch>
          </p:blipFill>
          <p:spPr>
            <a:xfrm>
              <a:off x="1265411" y="3460663"/>
              <a:ext cx="161053" cy="36660"/>
            </a:xfrm>
            <a:prstGeom prst="rect">
              <a:avLst/>
            </a:prstGeom>
          </p:spPr>
        </p:pic>
        <p:pic>
          <p:nvPicPr>
            <p:cNvPr id="133" name="Union [Figma 10019:20734]" descr="Union. векторный контур">
              <a:extLst>
                <a:ext uri="{FF2B5EF4-FFF2-40B4-BE49-F238E27FC236}">
                  <a16:creationId xmlns:a16="http://schemas.microsoft.com/office/drawing/2014/main" id="{66B03771-56C2-4F02-A9EA-7D0C32F60B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7">
              <a:extLst>
                <a:ext uri="{96DAC541-7B7A-43D3-8B79-37D633B846F1}">
                  <asvg:svgBlip xmlns:asvg="http://schemas.microsoft.com/office/drawing/2016/SVG/main" r:embed="rId108"/>
                </a:ext>
              </a:extLst>
            </a:blip>
            <a:stretch>
              <a:fillRect/>
            </a:stretch>
          </p:blipFill>
          <p:spPr>
            <a:xfrm>
              <a:off x="1041151" y="2926830"/>
              <a:ext cx="920181" cy="385505"/>
            </a:xfrm>
            <a:prstGeom prst="rect">
              <a:avLst/>
            </a:prstGeom>
          </p:spPr>
        </p:pic>
        <p:pic>
          <p:nvPicPr>
            <p:cNvPr id="134" name="Union [Figma 10019:20733]" descr="Union. векторный контур">
              <a:extLst>
                <a:ext uri="{FF2B5EF4-FFF2-40B4-BE49-F238E27FC236}">
                  <a16:creationId xmlns:a16="http://schemas.microsoft.com/office/drawing/2014/main" id="{7CF7D0E2-EB8E-4CCB-B8C3-CB6777E539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9">
              <a:extLst>
                <a:ext uri="{96DAC541-7B7A-43D3-8B79-37D633B846F1}">
                  <asvg:svgBlip xmlns:asvg="http://schemas.microsoft.com/office/drawing/2016/SVG/main" r:embed="rId110"/>
                </a:ext>
              </a:extLst>
            </a:blip>
            <a:stretch>
              <a:fillRect/>
            </a:stretch>
          </p:blipFill>
          <p:spPr>
            <a:xfrm>
              <a:off x="959173" y="2940969"/>
              <a:ext cx="896140" cy="559332"/>
            </a:xfrm>
            <a:prstGeom prst="rect">
              <a:avLst/>
            </a:prstGeom>
          </p:spPr>
        </p:pic>
        <p:pic>
          <p:nvPicPr>
            <p:cNvPr id="135" name="Union [Figma 10019:20732]" descr="Union. векторный контур">
              <a:extLst>
                <a:ext uri="{FF2B5EF4-FFF2-40B4-BE49-F238E27FC236}">
                  <a16:creationId xmlns:a16="http://schemas.microsoft.com/office/drawing/2014/main" id="{3B3EE780-3CC8-4318-A208-D0EAD4775E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1">
              <a:extLst>
                <a:ext uri="{96DAC541-7B7A-43D3-8B79-37D633B846F1}">
                  <asvg:svgBlip xmlns:asvg="http://schemas.microsoft.com/office/drawing/2016/SVG/main" r:embed="rId112"/>
                </a:ext>
              </a:extLst>
            </a:blip>
            <a:stretch>
              <a:fillRect/>
            </a:stretch>
          </p:blipFill>
          <p:spPr>
            <a:xfrm>
              <a:off x="1077836" y="3007493"/>
              <a:ext cx="735862" cy="492758"/>
            </a:xfrm>
            <a:prstGeom prst="rect">
              <a:avLst/>
            </a:prstGeom>
          </p:spPr>
        </p:pic>
      </p:grpSp>
      <p:grpSp>
        <p:nvGrpSpPr>
          <p:cNvPr id="136" name="Группа 135">
            <a:extLst>
              <a:ext uri="{FF2B5EF4-FFF2-40B4-BE49-F238E27FC236}">
                <a16:creationId xmlns:a16="http://schemas.microsoft.com/office/drawing/2014/main" id="{753911FC-DC38-4913-AC50-E11C52A359E1}"/>
              </a:ext>
            </a:extLst>
          </p:cNvPr>
          <p:cNvGrpSpPr/>
          <p:nvPr/>
        </p:nvGrpSpPr>
        <p:grpSpPr>
          <a:xfrm>
            <a:off x="10270961" y="2781578"/>
            <a:ext cx="907698" cy="894881"/>
            <a:chOff x="10270961" y="2781578"/>
            <a:chExt cx="907698" cy="894881"/>
          </a:xfrm>
        </p:grpSpPr>
        <p:pic>
          <p:nvPicPr>
            <p:cNvPr id="137" name="Rectangle 240663367 [Figma 9987:16949]" descr="Rectangle 240663367. векторный контур">
              <a:extLst>
                <a:ext uri="{FF2B5EF4-FFF2-40B4-BE49-F238E27FC236}">
                  <a16:creationId xmlns:a16="http://schemas.microsoft.com/office/drawing/2014/main" id="{7444BB9F-D17A-4283-ADAE-1B54C9EB0511}"/>
                </a:ext>
              </a:extLst>
            </p:cNvPr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10297805" y="3124965"/>
              <a:ext cx="85154" cy="273072"/>
            </a:xfrm>
            <a:prstGeom prst="rect">
              <a:avLst/>
            </a:prstGeom>
          </p:spPr>
        </p:pic>
        <p:pic>
          <p:nvPicPr>
            <p:cNvPr id="138" name="Rectangle 240663363 [Figma 9987:16954]" descr="Rectangle 240663363. отражение или наклон">
              <a:extLst>
                <a:ext uri="{FF2B5EF4-FFF2-40B4-BE49-F238E27FC236}">
                  <a16:creationId xmlns:a16="http://schemas.microsoft.com/office/drawing/2014/main" id="{F5059E6D-27FA-43BE-A19C-E61ECF8B0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11094376" y="3115051"/>
              <a:ext cx="173" cy="173"/>
            </a:xfrm>
            <a:prstGeom prst="rect">
              <a:avLst/>
            </a:prstGeom>
          </p:spPr>
        </p:pic>
        <p:pic>
          <p:nvPicPr>
            <p:cNvPr id="139" name="Rectangle 240663364 [Figma 9987:16955]" descr="Rectangle 240663364. векторный контур">
              <a:extLst>
                <a:ext uri="{FF2B5EF4-FFF2-40B4-BE49-F238E27FC236}">
                  <a16:creationId xmlns:a16="http://schemas.microsoft.com/office/drawing/2014/main" id="{358C5641-FA4E-489A-BA70-9CBC3AA76FBE}"/>
                </a:ext>
              </a:extLst>
            </p:cNvPr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10538306" y="2822498"/>
              <a:ext cx="556242" cy="555101"/>
            </a:xfrm>
            <a:prstGeom prst="rect">
              <a:avLst/>
            </a:prstGeom>
          </p:spPr>
        </p:pic>
        <p:pic>
          <p:nvPicPr>
            <p:cNvPr id="140" name="Rectangle 240663367 [Figma 9987:16956]" descr="Rectangle 240663367. отражение или наклон">
              <a:extLst>
                <a:ext uri="{FF2B5EF4-FFF2-40B4-BE49-F238E27FC236}">
                  <a16:creationId xmlns:a16="http://schemas.microsoft.com/office/drawing/2014/main" id="{247F8764-685F-47DA-A926-1581DAB1CF93}"/>
                </a:ext>
              </a:extLst>
            </p:cNvPr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11059072" y="3115143"/>
              <a:ext cx="85154" cy="282876"/>
            </a:xfrm>
            <a:prstGeom prst="rect">
              <a:avLst/>
            </a:prstGeom>
          </p:spPr>
        </p:pic>
        <p:pic>
          <p:nvPicPr>
            <p:cNvPr id="141" name="Vector 231 [Figma 9987:17216]" descr="Vector 231. векторный контур">
              <a:extLst>
                <a:ext uri="{FF2B5EF4-FFF2-40B4-BE49-F238E27FC236}">
                  <a16:creationId xmlns:a16="http://schemas.microsoft.com/office/drawing/2014/main" id="{E14F41A7-2CF7-4953-90A9-AAEE03C65581}"/>
                </a:ext>
              </a:extLst>
            </p:cNvPr>
            <p:cNvPicPr>
              <a:picLocks noChangeAspect="1"/>
            </p:cNvPicPr>
            <p:nvPr/>
          </p:nvPicPr>
          <p:blipFill>
            <a:blip r:embed="rId76"/>
            <a:stretch>
              <a:fillRect/>
            </a:stretch>
          </p:blipFill>
          <p:spPr>
            <a:xfrm>
              <a:off x="10375665" y="3124965"/>
              <a:ext cx="78" cy="70"/>
            </a:xfrm>
            <a:prstGeom prst="rect">
              <a:avLst/>
            </a:prstGeom>
          </p:spPr>
        </p:pic>
        <p:pic>
          <p:nvPicPr>
            <p:cNvPr id="142" name="Subtract [Figma 10019:20801]" descr="Subtract. отражение или наклон">
              <a:extLst>
                <a:ext uri="{FF2B5EF4-FFF2-40B4-BE49-F238E27FC236}">
                  <a16:creationId xmlns:a16="http://schemas.microsoft.com/office/drawing/2014/main" id="{5A8D1805-4EA2-46D0-83E8-62E1C059633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3">
              <a:extLst>
                <a:ext uri="{96DAC541-7B7A-43D3-8B79-37D633B846F1}">
                  <asvg:svgBlip xmlns:asvg="http://schemas.microsoft.com/office/drawing/2016/SVG/main" r:embed="rId114"/>
                </a:ext>
              </a:extLst>
            </a:blip>
            <a:stretch>
              <a:fillRect/>
            </a:stretch>
          </p:blipFill>
          <p:spPr>
            <a:xfrm>
              <a:off x="11034486" y="2806431"/>
              <a:ext cx="64627" cy="345521"/>
            </a:xfrm>
            <a:prstGeom prst="rect">
              <a:avLst/>
            </a:prstGeom>
          </p:spPr>
        </p:pic>
        <p:pic>
          <p:nvPicPr>
            <p:cNvPr id="143" name="Subtract [Figma 10019:20802]" descr="Subtract. отражение или наклон">
              <a:extLst>
                <a:ext uri="{FF2B5EF4-FFF2-40B4-BE49-F238E27FC236}">
                  <a16:creationId xmlns:a16="http://schemas.microsoft.com/office/drawing/2014/main" id="{0C7D907F-CAC3-4F16-87C5-E204FF679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5">
              <a:extLst>
                <a:ext uri="{96DAC541-7B7A-43D3-8B79-37D633B846F1}">
                  <asvg:svgBlip xmlns:asvg="http://schemas.microsoft.com/office/drawing/2016/SVG/main" r:embed="rId116"/>
                </a:ext>
              </a:extLst>
            </a:blip>
            <a:stretch>
              <a:fillRect/>
            </a:stretch>
          </p:blipFill>
          <p:spPr>
            <a:xfrm>
              <a:off x="11074260" y="2781578"/>
              <a:ext cx="64627" cy="360304"/>
            </a:xfrm>
            <a:prstGeom prst="rect">
              <a:avLst/>
            </a:prstGeom>
          </p:spPr>
        </p:pic>
        <p:pic>
          <p:nvPicPr>
            <p:cNvPr id="144" name="Subtract [Figma 10019:20803]" descr="Subtract. отражение или наклон">
              <a:extLst>
                <a:ext uri="{FF2B5EF4-FFF2-40B4-BE49-F238E27FC236}">
                  <a16:creationId xmlns:a16="http://schemas.microsoft.com/office/drawing/2014/main" id="{BE7FAB9C-2734-4450-AE77-7E99D89E38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7">
              <a:extLst>
                <a:ext uri="{96DAC541-7B7A-43D3-8B79-37D633B846F1}">
                  <asvg:svgBlip xmlns:asvg="http://schemas.microsoft.com/office/drawing/2016/SVG/main" r:embed="rId118"/>
                </a:ext>
              </a:extLst>
            </a:blip>
            <a:stretch>
              <a:fillRect/>
            </a:stretch>
          </p:blipFill>
          <p:spPr>
            <a:xfrm>
              <a:off x="10826051" y="2841207"/>
              <a:ext cx="352608" cy="835252"/>
            </a:xfrm>
            <a:prstGeom prst="rect">
              <a:avLst/>
            </a:prstGeom>
          </p:spPr>
        </p:pic>
        <p:pic>
          <p:nvPicPr>
            <p:cNvPr id="145" name="Subtract [Figma 10019:20793]" descr="Subtract. векторный контур">
              <a:extLst>
                <a:ext uri="{FF2B5EF4-FFF2-40B4-BE49-F238E27FC236}">
                  <a16:creationId xmlns:a16="http://schemas.microsoft.com/office/drawing/2014/main" id="{AE109C44-0281-4478-8F4D-6E0BD9379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9">
              <a:extLst>
                <a:ext uri="{96DAC541-7B7A-43D3-8B79-37D633B846F1}">
                  <asvg:svgBlip xmlns:asvg="http://schemas.microsoft.com/office/drawing/2016/SVG/main" r:embed="rId120"/>
                </a:ext>
              </a:extLst>
            </a:blip>
            <a:stretch>
              <a:fillRect/>
            </a:stretch>
          </p:blipFill>
          <p:spPr>
            <a:xfrm>
              <a:off x="10350508" y="2806431"/>
              <a:ext cx="64627" cy="345521"/>
            </a:xfrm>
            <a:prstGeom prst="rect">
              <a:avLst/>
            </a:prstGeom>
          </p:spPr>
        </p:pic>
        <p:pic>
          <p:nvPicPr>
            <p:cNvPr id="146" name="Subtract [Figma 10019:20797]" descr="Subtract. векторный контур">
              <a:extLst>
                <a:ext uri="{FF2B5EF4-FFF2-40B4-BE49-F238E27FC236}">
                  <a16:creationId xmlns:a16="http://schemas.microsoft.com/office/drawing/2014/main" id="{DA358FB2-8559-465D-9722-038700DC52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1">
              <a:extLst>
                <a:ext uri="{96DAC541-7B7A-43D3-8B79-37D633B846F1}">
                  <asvg:svgBlip xmlns:asvg="http://schemas.microsoft.com/office/drawing/2016/SVG/main" r:embed="rId122"/>
                </a:ext>
              </a:extLst>
            </a:blip>
            <a:stretch>
              <a:fillRect/>
            </a:stretch>
          </p:blipFill>
          <p:spPr>
            <a:xfrm>
              <a:off x="10310735" y="2781578"/>
              <a:ext cx="64627" cy="360304"/>
            </a:xfrm>
            <a:prstGeom prst="rect">
              <a:avLst/>
            </a:prstGeom>
          </p:spPr>
        </p:pic>
        <p:pic>
          <p:nvPicPr>
            <p:cNvPr id="147" name="Subtract [Figma 10019:20795]" descr="Subtract. векторный контур">
              <a:extLst>
                <a:ext uri="{FF2B5EF4-FFF2-40B4-BE49-F238E27FC236}">
                  <a16:creationId xmlns:a16="http://schemas.microsoft.com/office/drawing/2014/main" id="{61B779A9-B260-4D3E-A660-92F18DB16B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3">
              <a:extLst>
                <a:ext uri="{96DAC541-7B7A-43D3-8B79-37D633B846F1}">
                  <asvg:svgBlip xmlns:asvg="http://schemas.microsoft.com/office/drawing/2016/SVG/main" r:embed="rId124"/>
                </a:ext>
              </a:extLst>
            </a:blip>
            <a:stretch>
              <a:fillRect/>
            </a:stretch>
          </p:blipFill>
          <p:spPr>
            <a:xfrm>
              <a:off x="10270961" y="2841207"/>
              <a:ext cx="352608" cy="835252"/>
            </a:xfrm>
            <a:prstGeom prst="rect">
              <a:avLst/>
            </a:prstGeom>
          </p:spPr>
        </p:pic>
        <p:pic>
          <p:nvPicPr>
            <p:cNvPr id="148" name="Union [Figma 10019:20781]" descr="Union. векторный контур">
              <a:extLst>
                <a:ext uri="{FF2B5EF4-FFF2-40B4-BE49-F238E27FC236}">
                  <a16:creationId xmlns:a16="http://schemas.microsoft.com/office/drawing/2014/main" id="{92ECC329-4772-4DB5-BEC8-918D78A01BB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5">
              <a:extLst>
                <a:ext uri="{96DAC541-7B7A-43D3-8B79-37D633B846F1}">
                  <asvg:svgBlip xmlns:asvg="http://schemas.microsoft.com/office/drawing/2016/SVG/main" r:embed="rId126"/>
                </a:ext>
              </a:extLst>
            </a:blip>
            <a:stretch>
              <a:fillRect/>
            </a:stretch>
          </p:blipFill>
          <p:spPr>
            <a:xfrm>
              <a:off x="10504622" y="2880992"/>
              <a:ext cx="437606" cy="38133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to-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Группа 201">
            <a:extLst>
              <a:ext uri="{FF2B5EF4-FFF2-40B4-BE49-F238E27FC236}">
                <a16:creationId xmlns:a16="http://schemas.microsoft.com/office/drawing/2014/main" id="{84AB5B90-0745-4D95-8749-D622A2CA3DA0}"/>
              </a:ext>
            </a:extLst>
          </p:cNvPr>
          <p:cNvGrpSpPr/>
          <p:nvPr/>
        </p:nvGrpSpPr>
        <p:grpSpPr>
          <a:xfrm>
            <a:off x="978093" y="1559928"/>
            <a:ext cx="1004905" cy="731026"/>
            <a:chOff x="978093" y="1559928"/>
            <a:chExt cx="1004905" cy="731026"/>
          </a:xfrm>
        </p:grpSpPr>
        <p:pic>
          <p:nvPicPr>
            <p:cNvPr id="2" name="Union [Figma 9974:38721]" descr="Union. градиент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8093" y="1854402"/>
              <a:ext cx="440216" cy="436552"/>
            </a:xfrm>
            <a:prstGeom prst="rect">
              <a:avLst/>
            </a:prstGeom>
          </p:spPr>
        </p:pic>
        <p:pic>
          <p:nvPicPr>
            <p:cNvPr id="3" name="Rectangle 34 [Figma 9974:38722]" descr="Rectangle 34. градиент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217936" y="1559928"/>
              <a:ext cx="440216" cy="364322"/>
            </a:xfrm>
            <a:prstGeom prst="rect">
              <a:avLst/>
            </a:prstGeom>
          </p:spPr>
        </p:pic>
        <p:sp>
          <p:nvSpPr>
            <p:cNvPr id="4" name="Ellipse 54 [Figma 9974:38724]"/>
            <p:cNvSpPr/>
            <p:nvPr/>
          </p:nvSpPr>
          <p:spPr>
            <a:xfrm>
              <a:off x="1400097" y="1651008"/>
              <a:ext cx="72863" cy="72863"/>
            </a:xfrm>
            <a:prstGeom prst="ellipse">
              <a:avLst/>
            </a:prstGeom>
            <a:solidFill>
              <a:srgbClr val="1E4BD2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5" name="Ellipse 57 [Figma 9974:38725]" descr="Ellipse 57. векторный контур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345447" y="1739063"/>
              <a:ext cx="185193" cy="94107"/>
            </a:xfrm>
            <a:prstGeom prst="rect">
              <a:avLst/>
            </a:prstGeom>
          </p:spPr>
        </p:pic>
        <p:pic>
          <p:nvPicPr>
            <p:cNvPr id="6" name="Union [Figma 9974:38726]" descr="Union. градиент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542782" y="1732961"/>
              <a:ext cx="440216" cy="439032"/>
            </a:xfrm>
            <a:prstGeom prst="rect">
              <a:avLst/>
            </a:prstGeom>
          </p:spPr>
        </p:pic>
        <p:pic>
          <p:nvPicPr>
            <p:cNvPr id="7" name="Ellipse 54 [Figma 9974:38728]" descr="Ellipse 54. градиент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724943" y="1824042"/>
              <a:ext cx="72862" cy="72874"/>
            </a:xfrm>
            <a:prstGeom prst="rect">
              <a:avLst/>
            </a:prstGeom>
          </p:spPr>
        </p:pic>
        <p:pic>
          <p:nvPicPr>
            <p:cNvPr id="8" name="Ellipse 57 [Figma 9974:38729]" descr="Ellipse 57. градиент"/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670293" y="1912096"/>
              <a:ext cx="185193" cy="94107"/>
            </a:xfrm>
            <a:prstGeom prst="rect">
              <a:avLst/>
            </a:prstGeom>
          </p:spPr>
        </p:pic>
        <p:pic>
          <p:nvPicPr>
            <p:cNvPr id="9" name="Ellipse 58 [Figma 9974:38731]" descr="Ellipse 58. градиент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160254" y="1945482"/>
              <a:ext cx="72862" cy="72874"/>
            </a:xfrm>
            <a:prstGeom prst="rect">
              <a:avLst/>
            </a:prstGeom>
          </p:spPr>
        </p:pic>
        <p:pic>
          <p:nvPicPr>
            <p:cNvPr id="10" name="Ellipse 59 [Figma 9974:38732]" descr="Ellipse 59. градиент"/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105604" y="2033537"/>
              <a:ext cx="185193" cy="94107"/>
            </a:xfrm>
            <a:prstGeom prst="rect">
              <a:avLst/>
            </a:prstGeom>
          </p:spPr>
        </p:pic>
      </p:grpSp>
      <p:grpSp>
        <p:nvGrpSpPr>
          <p:cNvPr id="204" name="Группа 203">
            <a:extLst>
              <a:ext uri="{FF2B5EF4-FFF2-40B4-BE49-F238E27FC236}">
                <a16:creationId xmlns:a16="http://schemas.microsoft.com/office/drawing/2014/main" id="{82844D87-9224-4490-B59E-8507BB7652C6}"/>
              </a:ext>
            </a:extLst>
          </p:cNvPr>
          <p:cNvGrpSpPr/>
          <p:nvPr/>
        </p:nvGrpSpPr>
        <p:grpSpPr>
          <a:xfrm>
            <a:off x="3249023" y="1525599"/>
            <a:ext cx="1068733" cy="849093"/>
            <a:chOff x="3249023" y="1525599"/>
            <a:chExt cx="1068733" cy="849093"/>
          </a:xfrm>
        </p:grpSpPr>
        <p:pic>
          <p:nvPicPr>
            <p:cNvPr id="11" name="Vector 72 (Stroke) [Figma 9974:38734]" descr="Vector 72 (Stroke). векторный контур"/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3735207" y="1703395"/>
              <a:ext cx="407432" cy="107054"/>
            </a:xfrm>
            <a:prstGeom prst="rect">
              <a:avLst/>
            </a:prstGeom>
          </p:spPr>
        </p:pic>
        <p:pic>
          <p:nvPicPr>
            <p:cNvPr id="12" name="Rectangle 35 [Figma 9974:38735]" descr="Rectangle 35. градиент"/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3585905" y="1899942"/>
              <a:ext cx="706029" cy="474750"/>
            </a:xfrm>
            <a:prstGeom prst="rect">
              <a:avLst/>
            </a:prstGeom>
          </p:spPr>
        </p:pic>
        <p:pic>
          <p:nvPicPr>
            <p:cNvPr id="13" name="Rectangle 36 [Figma 9974:38736]" descr="Rectangle 36. градиент"/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3560091" y="1785942"/>
              <a:ext cx="757665" cy="239855"/>
            </a:xfrm>
            <a:prstGeom prst="rect">
              <a:avLst/>
            </a:prstGeom>
          </p:spPr>
        </p:pic>
        <p:pic>
          <p:nvPicPr>
            <p:cNvPr id="14" name="Rectangle 37 [Figma 9974:38737]" descr="Rectangle 37. векторный контур"/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3694944" y="1973511"/>
              <a:ext cx="66971" cy="123623"/>
            </a:xfrm>
            <a:prstGeom prst="rect">
              <a:avLst/>
            </a:prstGeom>
          </p:spPr>
        </p:pic>
        <p:pic>
          <p:nvPicPr>
            <p:cNvPr id="15" name="Rectangle 75 [Figma 9974:38738]" descr="Rectangle 75. векторный контур"/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4115925" y="1973511"/>
              <a:ext cx="66977" cy="123623"/>
            </a:xfrm>
            <a:prstGeom prst="rect">
              <a:avLst/>
            </a:prstGeom>
          </p:spPr>
        </p:pic>
        <p:pic>
          <p:nvPicPr>
            <p:cNvPr id="16" name="Rectangle 30 [Figma 9974:38740]" descr="Rectangle 30. градиент"/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3249023" y="1525599"/>
              <a:ext cx="689900" cy="849093"/>
            </a:xfrm>
            <a:prstGeom prst="rect">
              <a:avLst/>
            </a:prstGeom>
          </p:spPr>
        </p:pic>
        <p:pic>
          <p:nvPicPr>
            <p:cNvPr id="17" name="Rectangle 31 [Figma 9974:38741]" descr="Rectangle 31. векторный контур"/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3859333" y="1525599"/>
              <a:ext cx="79602" cy="79621"/>
            </a:xfrm>
            <a:prstGeom prst="rect">
              <a:avLst/>
            </a:prstGeom>
          </p:spPr>
        </p:pic>
        <p:pic>
          <p:nvPicPr>
            <p:cNvPr id="18" name="Vector 51 (Stroke) [Figma 9974:38742]" descr="Vector 51 (Stroke). градиент"/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3421771" y="1852765"/>
              <a:ext cx="276646" cy="247297"/>
            </a:xfrm>
            <a:prstGeom prst="rect">
              <a:avLst/>
            </a:prstGeom>
          </p:spPr>
        </p:pic>
        <p:sp>
          <p:nvSpPr>
            <p:cNvPr id="19" name="Ellipse 40 [Figma 9974:38743]"/>
            <p:cNvSpPr/>
            <p:nvPr/>
          </p:nvSpPr>
          <p:spPr>
            <a:xfrm>
              <a:off x="3276041" y="1549609"/>
              <a:ext cx="31793" cy="31793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20" name="Ellipse 41 [Figma 9974:38744]"/>
            <p:cNvSpPr/>
            <p:nvPr/>
          </p:nvSpPr>
          <p:spPr>
            <a:xfrm>
              <a:off x="3323739" y="1549609"/>
              <a:ext cx="31793" cy="31793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21" name="Union [Figma 9974:38745]" descr="Union. векторный контур"/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3406262" y="1835253"/>
              <a:ext cx="307651" cy="282419"/>
            </a:xfrm>
            <a:prstGeom prst="rect">
              <a:avLst/>
            </a:prstGeom>
          </p:spPr>
        </p:pic>
      </p:grpSp>
      <p:grpSp>
        <p:nvGrpSpPr>
          <p:cNvPr id="206" name="Группа 205">
            <a:extLst>
              <a:ext uri="{FF2B5EF4-FFF2-40B4-BE49-F238E27FC236}">
                <a16:creationId xmlns:a16="http://schemas.microsoft.com/office/drawing/2014/main" id="{8922D0E9-CD95-439E-8D3C-8025AB1E46D5}"/>
              </a:ext>
            </a:extLst>
          </p:cNvPr>
          <p:cNvGrpSpPr/>
          <p:nvPr/>
        </p:nvGrpSpPr>
        <p:grpSpPr>
          <a:xfrm>
            <a:off x="5787607" y="1468004"/>
            <a:ext cx="613976" cy="963740"/>
            <a:chOff x="5787607" y="1468004"/>
            <a:chExt cx="613976" cy="963740"/>
          </a:xfrm>
        </p:grpSpPr>
        <p:pic>
          <p:nvPicPr>
            <p:cNvPr id="22" name="Rectangle 33 [Figma 9974:38753]" descr="Rectangle 33. градиент"/>
            <p:cNvPicPr>
              <a:picLocks noChangeAspect="1"/>
            </p:cNvPicPr>
            <p:nvPr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5787607" y="1533487"/>
              <a:ext cx="73674" cy="794077"/>
            </a:xfrm>
            <a:prstGeom prst="rect">
              <a:avLst/>
            </a:prstGeom>
          </p:spPr>
        </p:pic>
        <p:pic>
          <p:nvPicPr>
            <p:cNvPr id="23" name="Rectangle 34 [Figma 9974:38754]" descr="Rectangle 34. градиент"/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5861288" y="1533487"/>
              <a:ext cx="540295" cy="794077"/>
            </a:xfrm>
            <a:prstGeom prst="rect">
              <a:avLst/>
            </a:prstGeom>
          </p:spPr>
        </p:pic>
        <p:sp>
          <p:nvSpPr>
            <p:cNvPr id="24" name="Ellipse 48 [Figma 9974:38756]"/>
            <p:cNvSpPr/>
            <p:nvPr/>
          </p:nvSpPr>
          <p:spPr>
            <a:xfrm>
              <a:off x="5999577" y="1832326"/>
              <a:ext cx="48520" cy="4852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25" name="Ellipse 49 [Figma 9974:38757]"/>
            <p:cNvSpPr/>
            <p:nvPr/>
          </p:nvSpPr>
          <p:spPr>
            <a:xfrm>
              <a:off x="6090552" y="1832326"/>
              <a:ext cx="48520" cy="4852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26" name="Ellipse 50 [Figma 9974:38758]"/>
            <p:cNvSpPr/>
            <p:nvPr/>
          </p:nvSpPr>
          <p:spPr>
            <a:xfrm>
              <a:off x="6181527" y="1832326"/>
              <a:ext cx="48520" cy="4852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27" name="Vector 63 [Figma 9974:38759]" descr="Vector 63. градиент"/>
            <p:cNvPicPr>
              <a:picLocks noChangeAspect="1"/>
            </p:cNvPicPr>
            <p:nvPr/>
          </p:nvPicPr>
          <p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6246036" y="1517116"/>
              <a:ext cx="90051" cy="188114"/>
            </a:xfrm>
            <a:prstGeom prst="rect">
              <a:avLst/>
            </a:prstGeom>
          </p:spPr>
        </p:pic>
        <p:pic>
          <p:nvPicPr>
            <p:cNvPr id="28" name="Vector 65 [Figma 9974:38761]" descr="Vector 65. градиент"/>
            <p:cNvPicPr>
              <a:picLocks noChangeAspect="1"/>
            </p:cNvPicPr>
            <p:nvPr/>
          </p:nvPicPr>
          <p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6034178" y="1468004"/>
              <a:ext cx="80867" cy="963737"/>
            </a:xfrm>
            <a:prstGeom prst="rect">
              <a:avLst/>
            </a:prstGeom>
          </p:spPr>
        </p:pic>
        <p:pic>
          <p:nvPicPr>
            <p:cNvPr id="29" name="Mask group [Figma 9974:38762]" descr="Mask group. маска"/>
            <p:cNvPicPr>
              <a:picLocks noChangeAspect="1"/>
            </p:cNvPicPr>
            <p:nvPr/>
          </p:nvPicPr>
          <p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p:blipFill>
          <p:spPr>
            <a:xfrm>
              <a:off x="6034178" y="1468004"/>
              <a:ext cx="80867" cy="963740"/>
            </a:xfrm>
            <a:prstGeom prst="rect">
              <a:avLst/>
            </a:prstGeom>
          </p:spPr>
        </p:pic>
        <p:pic>
          <p:nvPicPr>
            <p:cNvPr id="30" name="Vector 64 [Figma 9974:38766]" descr="Vector 64. градиент"/>
            <p:cNvPicPr>
              <a:picLocks noChangeAspect="1"/>
            </p:cNvPicPr>
            <p:nvPr/>
          </p:nvPicPr>
          <p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>
              <a:off x="5894029" y="1468004"/>
              <a:ext cx="80867" cy="963737"/>
            </a:xfrm>
            <a:prstGeom prst="rect">
              <a:avLst/>
            </a:prstGeom>
          </p:spPr>
        </p:pic>
        <p:pic>
          <p:nvPicPr>
            <p:cNvPr id="31" name="Mask group [Figma 9974:38767]" descr="Mask group. маска"/>
            <p:cNvPicPr>
              <a:picLocks noChangeAspect="1"/>
            </p:cNvPicPr>
            <p:nvPr/>
          </p:nvPicPr>
          <p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p:blipFill>
          <p:spPr>
            <a:xfrm>
              <a:off x="5894023" y="1468004"/>
              <a:ext cx="80867" cy="963740"/>
            </a:xfrm>
            <a:prstGeom prst="rect">
              <a:avLst/>
            </a:prstGeom>
          </p:spPr>
        </p:pic>
      </p:grpSp>
      <p:grpSp>
        <p:nvGrpSpPr>
          <p:cNvPr id="208" name="Группа 207">
            <a:extLst>
              <a:ext uri="{FF2B5EF4-FFF2-40B4-BE49-F238E27FC236}">
                <a16:creationId xmlns:a16="http://schemas.microsoft.com/office/drawing/2014/main" id="{A6BDEFEC-881C-4532-8936-19BBBE2DE632}"/>
              </a:ext>
            </a:extLst>
          </p:cNvPr>
          <p:cNvGrpSpPr/>
          <p:nvPr/>
        </p:nvGrpSpPr>
        <p:grpSpPr>
          <a:xfrm>
            <a:off x="7939441" y="1505309"/>
            <a:ext cx="934382" cy="895278"/>
            <a:chOff x="7939441" y="1505309"/>
            <a:chExt cx="934382" cy="895278"/>
          </a:xfrm>
        </p:grpSpPr>
        <p:pic>
          <p:nvPicPr>
            <p:cNvPr id="32" name="Vector 71 (Stroke) [Figma 9971:36893]" descr="Vector 71 (Stroke). векторный контур"/>
            <p:cNvPicPr>
              <a:picLocks noChangeAspect="1"/>
            </p:cNvPicPr>
            <p:nvPr/>
          </p:nvPicPr>
          <p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>
              <a:off x="8110694" y="2074612"/>
              <a:ext cx="591875" cy="321510"/>
            </a:xfrm>
            <a:prstGeom prst="rect">
              <a:avLst/>
            </a:prstGeom>
          </p:spPr>
        </p:pic>
        <p:pic>
          <p:nvPicPr>
            <p:cNvPr id="33" name="Vector 69 (Stroke) [Figma 9971:36894]" descr="Vector 69 (Stroke). векторный контур"/>
            <p:cNvPicPr>
              <a:picLocks noChangeAspect="1"/>
            </p:cNvPicPr>
            <p:nvPr/>
          </p:nvPicPr>
          <p:blipFill>
            <a:blip r:embed="rId50"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/>
            </a:stretch>
          </p:blipFill>
          <p:spPr>
            <a:xfrm>
              <a:off x="7939441" y="2388532"/>
              <a:ext cx="934382" cy="12055"/>
            </a:xfrm>
            <a:prstGeom prst="rect">
              <a:avLst/>
            </a:prstGeom>
          </p:spPr>
        </p:pic>
        <p:pic>
          <p:nvPicPr>
            <p:cNvPr id="34" name="Rectangle 31 [Figma 9971:36896]" descr="Rectangle 31. градиент"/>
            <p:cNvPicPr>
              <a:picLocks noChangeAspect="1"/>
            </p:cNvPicPr>
            <p:nvPr/>
          </p:nvPicPr>
          <p:blipFill>
            <a:blip r:embed="rId52">
              <a:extLs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/>
            </a:stretch>
          </p:blipFill>
          <p:spPr>
            <a:xfrm>
              <a:off x="7984560" y="1582648"/>
              <a:ext cx="831277" cy="528426"/>
            </a:xfrm>
            <a:prstGeom prst="rect">
              <a:avLst/>
            </a:prstGeom>
          </p:spPr>
        </p:pic>
        <p:pic>
          <p:nvPicPr>
            <p:cNvPr id="35" name="Vector 51 (Stroke) [Figma 9971:36897]" descr="Vector 51 (Stroke). градиент"/>
            <p:cNvPicPr>
              <a:picLocks noChangeAspect="1"/>
            </p:cNvPicPr>
            <p:nvPr/>
          </p:nvPicPr>
          <p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/>
            </a:stretch>
          </p:blipFill>
          <p:spPr>
            <a:xfrm>
              <a:off x="8102633" y="1713614"/>
              <a:ext cx="303670" cy="267239"/>
            </a:xfrm>
            <a:prstGeom prst="rect">
              <a:avLst/>
            </a:prstGeom>
          </p:spPr>
        </p:pic>
        <p:pic>
          <p:nvPicPr>
            <p:cNvPr id="36" name="Rectangle 32 [Figma 9971:36898]" descr="Rectangle 32. градиент"/>
            <p:cNvPicPr>
              <a:picLocks noChangeAspect="1"/>
            </p:cNvPicPr>
            <p:nvPr/>
          </p:nvPicPr>
          <p:blipFill>
            <a:blip r:embed="rId56">
              <a:extLst>
                <a:ext uri="{96DAC541-7B7A-43D3-8B79-37D633B846F1}">
                  <asvg:svgBlip xmlns:asvg="http://schemas.microsoft.com/office/drawing/2016/SVG/main" r:embed="rId57"/>
                </a:ext>
              </a:extLst>
            </a:blip>
            <a:stretch>
              <a:fillRect/>
            </a:stretch>
          </p:blipFill>
          <p:spPr>
            <a:xfrm>
              <a:off x="7984566" y="1505309"/>
              <a:ext cx="831277" cy="77339"/>
            </a:xfrm>
            <a:prstGeom prst="rect">
              <a:avLst/>
            </a:prstGeom>
          </p:spPr>
        </p:pic>
        <p:pic>
          <p:nvPicPr>
            <p:cNvPr id="37" name="Vector 70 (Stroke) [Figma 9971:36899]" descr="Vector 70 (Stroke). векторный контур"/>
            <p:cNvPicPr>
              <a:picLocks noChangeAspect="1"/>
            </p:cNvPicPr>
            <p:nvPr/>
          </p:nvPicPr>
          <p:blipFill>
            <a:blip r:embed="rId58">
              <a:extLst>
                <a:ext uri="{96DAC541-7B7A-43D3-8B79-37D633B846F1}">
                  <asvg:svgBlip xmlns:asvg="http://schemas.microsoft.com/office/drawing/2016/SVG/main" r:embed="rId59"/>
                </a:ext>
              </a:extLst>
            </a:blip>
            <a:stretch>
              <a:fillRect/>
            </a:stretch>
          </p:blipFill>
          <p:spPr>
            <a:xfrm>
              <a:off x="8461412" y="1777211"/>
              <a:ext cx="251315" cy="139200"/>
            </a:xfrm>
            <a:prstGeom prst="rect">
              <a:avLst/>
            </a:prstGeom>
          </p:spPr>
        </p:pic>
      </p:grpSp>
      <p:grpSp>
        <p:nvGrpSpPr>
          <p:cNvPr id="210" name="Группа 209">
            <a:extLst>
              <a:ext uri="{FF2B5EF4-FFF2-40B4-BE49-F238E27FC236}">
                <a16:creationId xmlns:a16="http://schemas.microsoft.com/office/drawing/2014/main" id="{6B13CF21-5485-47DD-9EED-0EBFA63E9065}"/>
              </a:ext>
            </a:extLst>
          </p:cNvPr>
          <p:cNvGrpSpPr/>
          <p:nvPr/>
        </p:nvGrpSpPr>
        <p:grpSpPr>
          <a:xfrm>
            <a:off x="10214346" y="1505309"/>
            <a:ext cx="1005866" cy="889524"/>
            <a:chOff x="10214346" y="1505309"/>
            <a:chExt cx="1005866" cy="889524"/>
          </a:xfrm>
        </p:grpSpPr>
        <p:pic>
          <p:nvPicPr>
            <p:cNvPr id="38" name="Rectangle 30 [Figma 9974:38840]" descr="Rectangle 30. градиент"/>
            <p:cNvPicPr>
              <a:picLocks noChangeAspect="1"/>
            </p:cNvPicPr>
            <p:nvPr/>
          </p:nvPicPr>
          <p:blipFill>
            <a:blip r:embed="rId60">
              <a:extLst>
                <a:ext uri="{96DAC541-7B7A-43D3-8B79-37D633B846F1}">
                  <asvg:svgBlip xmlns:asvg="http://schemas.microsoft.com/office/drawing/2016/SVG/main" r:embed="rId61"/>
                </a:ext>
              </a:extLst>
            </a:blip>
            <a:stretch>
              <a:fillRect/>
            </a:stretch>
          </p:blipFill>
          <p:spPr>
            <a:xfrm>
              <a:off x="10214346" y="1505309"/>
              <a:ext cx="722753" cy="889523"/>
            </a:xfrm>
            <a:prstGeom prst="rect">
              <a:avLst/>
            </a:prstGeom>
          </p:spPr>
        </p:pic>
        <p:pic>
          <p:nvPicPr>
            <p:cNvPr id="39" name="Rectangle 31 [Figma 9974:38841]" descr="Rectangle 31. векторный контур"/>
            <p:cNvPicPr>
              <a:picLocks noChangeAspect="1"/>
            </p:cNvPicPr>
            <p:nvPr/>
          </p:nvPicPr>
          <p:blipFill>
            <a:blip r:embed="rId62">
              <a:extLst>
                <a:ext uri="{96DAC541-7B7A-43D3-8B79-37D633B846F1}">
                  <asvg:svgBlip xmlns:asvg="http://schemas.microsoft.com/office/drawing/2016/SVG/main" r:embed="rId63"/>
                </a:ext>
              </a:extLst>
            </a:blip>
            <a:stretch>
              <a:fillRect/>
            </a:stretch>
          </p:blipFill>
          <p:spPr>
            <a:xfrm>
              <a:off x="10853714" y="1505309"/>
              <a:ext cx="83397" cy="83391"/>
            </a:xfrm>
            <a:prstGeom prst="rect">
              <a:avLst/>
            </a:prstGeom>
          </p:spPr>
        </p:pic>
        <p:sp>
          <p:nvSpPr>
            <p:cNvPr id="40" name="Ellipse 40 [Figma 9974:38842]"/>
            <p:cNvSpPr/>
            <p:nvPr/>
          </p:nvSpPr>
          <p:spPr>
            <a:xfrm>
              <a:off x="10242654" y="1530461"/>
              <a:ext cx="33307" cy="33307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41" name="Ellipse 41 [Figma 9974:38843]"/>
            <p:cNvSpPr/>
            <p:nvPr/>
          </p:nvSpPr>
          <p:spPr>
            <a:xfrm>
              <a:off x="10292621" y="1530461"/>
              <a:ext cx="33307" cy="33307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42" name="Vector 72 (Stroke) [Figma 9974:38844]" descr="Vector 72 (Stroke). векторный контур"/>
            <p:cNvPicPr>
              <a:picLocks noChangeAspect="1"/>
            </p:cNvPicPr>
            <p:nvPr/>
          </p:nvPicPr>
          <p:blipFill>
            <a:blip r:embed="rId64">
              <a:extLst>
                <a:ext uri="{96DAC541-7B7A-43D3-8B79-37D633B846F1}">
                  <asvg:svgBlip xmlns:asvg="http://schemas.microsoft.com/office/drawing/2016/SVG/main" r:embed="rId65"/>
                </a:ext>
              </a:extLst>
            </a:blip>
            <a:stretch>
              <a:fillRect/>
            </a:stretch>
          </p:blipFill>
          <p:spPr>
            <a:xfrm>
              <a:off x="10635445" y="1700319"/>
              <a:ext cx="334737" cy="100556"/>
            </a:xfrm>
            <a:prstGeom prst="rect">
              <a:avLst/>
            </a:prstGeom>
          </p:spPr>
        </p:pic>
        <p:pic>
          <p:nvPicPr>
            <p:cNvPr id="43" name="Rectangle 35 [Figma 9974:38845]" descr="Rectangle 35. градиент"/>
            <p:cNvPicPr>
              <a:picLocks noChangeAspect="1"/>
            </p:cNvPicPr>
            <p:nvPr/>
          </p:nvPicPr>
          <p:blipFill>
            <a:blip r:embed="rId66">
              <a:extLst>
                <a:ext uri="{96DAC541-7B7A-43D3-8B79-37D633B846F1}">
                  <asvg:svgBlip xmlns:asvg="http://schemas.microsoft.com/office/drawing/2016/SVG/main" r:embed="rId67"/>
                </a:ext>
              </a:extLst>
            </a:blip>
            <a:stretch>
              <a:fillRect/>
            </a:stretch>
          </p:blipFill>
          <p:spPr>
            <a:xfrm>
              <a:off x="10405939" y="1861099"/>
              <a:ext cx="793743" cy="533734"/>
            </a:xfrm>
            <a:prstGeom prst="rect">
              <a:avLst/>
            </a:prstGeom>
          </p:spPr>
        </p:pic>
        <p:pic>
          <p:nvPicPr>
            <p:cNvPr id="44" name="Rectangle 36 [Figma 9974:38846]" descr="Rectangle 36. градиент"/>
            <p:cNvPicPr>
              <a:picLocks noChangeAspect="1"/>
            </p:cNvPicPr>
            <p:nvPr/>
          </p:nvPicPr>
          <p:blipFill>
            <a:blip r:embed="rId68">
              <a:extLst>
                <a:ext uri="{96DAC541-7B7A-43D3-8B79-37D633B846F1}">
                  <asvg:svgBlip xmlns:asvg="http://schemas.microsoft.com/office/drawing/2016/SVG/main" r:embed="rId69"/>
                </a:ext>
              </a:extLst>
            </a:blip>
            <a:stretch>
              <a:fillRect/>
            </a:stretch>
          </p:blipFill>
          <p:spPr>
            <a:xfrm>
              <a:off x="10385413" y="1792689"/>
              <a:ext cx="834799" cy="392103"/>
            </a:xfrm>
            <a:prstGeom prst="rect">
              <a:avLst/>
            </a:prstGeom>
          </p:spPr>
        </p:pic>
        <p:pic>
          <p:nvPicPr>
            <p:cNvPr id="45" name="Rectangle 37 [Figma 9974:38847]" descr="Rectangle 37. векторный контур"/>
            <p:cNvPicPr>
              <a:picLocks noChangeAspect="1"/>
            </p:cNvPicPr>
            <p:nvPr/>
          </p:nvPicPr>
          <p:blipFill>
            <a:blip r:embed="rId70">
              <a:extLst>
                <a:ext uri="{96DAC541-7B7A-43D3-8B79-37D633B846F1}">
                  <asvg:svgBlip xmlns:asvg="http://schemas.microsoft.com/office/drawing/2016/SVG/main" r:embed="rId71"/>
                </a:ext>
              </a:extLst>
            </a:blip>
            <a:stretch>
              <a:fillRect/>
            </a:stretch>
          </p:blipFill>
          <p:spPr>
            <a:xfrm>
              <a:off x="10776003" y="2155027"/>
              <a:ext cx="54650" cy="78927"/>
            </a:xfrm>
            <a:prstGeom prst="rect">
              <a:avLst/>
            </a:prstGeom>
          </p:spPr>
        </p:pic>
      </p:grpSp>
      <p:grpSp>
        <p:nvGrpSpPr>
          <p:cNvPr id="209" name="Группа 208">
            <a:extLst>
              <a:ext uri="{FF2B5EF4-FFF2-40B4-BE49-F238E27FC236}">
                <a16:creationId xmlns:a16="http://schemas.microsoft.com/office/drawing/2014/main" id="{EAC0A154-AC22-4715-9846-784D06C6AB21}"/>
              </a:ext>
            </a:extLst>
          </p:cNvPr>
          <p:cNvGrpSpPr/>
          <p:nvPr/>
        </p:nvGrpSpPr>
        <p:grpSpPr>
          <a:xfrm>
            <a:off x="7939441" y="2780040"/>
            <a:ext cx="934382" cy="895278"/>
            <a:chOff x="7939441" y="2780040"/>
            <a:chExt cx="934382" cy="895278"/>
          </a:xfrm>
        </p:grpSpPr>
        <p:pic>
          <p:nvPicPr>
            <p:cNvPr id="82" name="Vector 71 (Stroke) [Figma 9971:36910]" descr="Vector 71 (Stroke). векторный контур"/>
            <p:cNvPicPr>
              <a:picLocks noChangeAspect="1"/>
            </p:cNvPicPr>
            <p:nvPr/>
          </p:nvPicPr>
          <p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>
              <a:off x="8110694" y="3349343"/>
              <a:ext cx="591875" cy="321510"/>
            </a:xfrm>
            <a:prstGeom prst="rect">
              <a:avLst/>
            </a:prstGeom>
          </p:spPr>
        </p:pic>
        <p:pic>
          <p:nvPicPr>
            <p:cNvPr id="83" name="Vector 69 (Stroke) [Figma 9971:36911]" descr="Vector 69 (Stroke). векторный контур"/>
            <p:cNvPicPr>
              <a:picLocks noChangeAspect="1"/>
            </p:cNvPicPr>
            <p:nvPr/>
          </p:nvPicPr>
          <p:blipFill>
            <a:blip r:embed="rId50"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/>
            </a:stretch>
          </p:blipFill>
          <p:spPr>
            <a:xfrm>
              <a:off x="7939441" y="3663263"/>
              <a:ext cx="934382" cy="12055"/>
            </a:xfrm>
            <a:prstGeom prst="rect">
              <a:avLst/>
            </a:prstGeom>
          </p:spPr>
        </p:pic>
        <p:pic>
          <p:nvPicPr>
            <p:cNvPr id="84" name="Rectangle 31 [Figma 9971:36913]" descr="Rectangle 31. векторный контур"/>
            <p:cNvPicPr>
              <a:picLocks noChangeAspect="1"/>
            </p:cNvPicPr>
            <p:nvPr/>
          </p:nvPicPr>
          <p:blipFill>
            <a:blip r:embed="rId72">
              <a:extLst>
                <a:ext uri="{96DAC541-7B7A-43D3-8B79-37D633B846F1}">
                  <asvg:svgBlip xmlns:asvg="http://schemas.microsoft.com/office/drawing/2016/SVG/main" r:embed="rId73"/>
                </a:ext>
              </a:extLst>
            </a:blip>
            <a:stretch>
              <a:fillRect/>
            </a:stretch>
          </p:blipFill>
          <p:spPr>
            <a:xfrm>
              <a:off x="7984560" y="2857379"/>
              <a:ext cx="831277" cy="528426"/>
            </a:xfrm>
            <a:prstGeom prst="rect">
              <a:avLst/>
            </a:prstGeom>
          </p:spPr>
        </p:pic>
        <p:pic>
          <p:nvPicPr>
            <p:cNvPr id="85" name="Vector 51 (Stroke) [Figma 9971:36914]" descr="Vector 51 (Stroke). векторный контур"/>
            <p:cNvPicPr>
              <a:picLocks noChangeAspect="1"/>
            </p:cNvPicPr>
            <p:nvPr/>
          </p:nvPicPr>
          <p:blipFill>
            <a:blip r:embed="rId74">
              <a:extLst>
                <a:ext uri="{96DAC541-7B7A-43D3-8B79-37D633B846F1}">
                  <asvg:svgBlip xmlns:asvg="http://schemas.microsoft.com/office/drawing/2016/SVG/main" r:embed="rId75"/>
                </a:ext>
              </a:extLst>
            </a:blip>
            <a:stretch>
              <a:fillRect/>
            </a:stretch>
          </p:blipFill>
          <p:spPr>
            <a:xfrm>
              <a:off x="8102633" y="2988344"/>
              <a:ext cx="303670" cy="267239"/>
            </a:xfrm>
            <a:prstGeom prst="rect">
              <a:avLst/>
            </a:prstGeom>
          </p:spPr>
        </p:pic>
        <p:pic>
          <p:nvPicPr>
            <p:cNvPr id="86" name="Rectangle 32 [Figma 9971:36915]" descr="Rectangle 32. векторный контур"/>
            <p:cNvPicPr>
              <a:picLocks noChangeAspect="1"/>
            </p:cNvPicPr>
            <p:nvPr/>
          </p:nvPicPr>
          <p:blipFill>
            <a:blip r:embed="rId76">
              <a:extLst>
                <a:ext uri="{96DAC541-7B7A-43D3-8B79-37D633B846F1}">
                  <asvg:svgBlip xmlns:asvg="http://schemas.microsoft.com/office/drawing/2016/SVG/main" r:embed="rId77"/>
                </a:ext>
              </a:extLst>
            </a:blip>
            <a:stretch>
              <a:fillRect/>
            </a:stretch>
          </p:blipFill>
          <p:spPr>
            <a:xfrm>
              <a:off x="7984566" y="2780040"/>
              <a:ext cx="831277" cy="77339"/>
            </a:xfrm>
            <a:prstGeom prst="rect">
              <a:avLst/>
            </a:prstGeom>
          </p:spPr>
        </p:pic>
        <p:pic>
          <p:nvPicPr>
            <p:cNvPr id="87" name="Vector 70 (Stroke) [Figma 9971:36916]" descr="Vector 70 (Stroke). векторный контур"/>
            <p:cNvPicPr>
              <a:picLocks noChangeAspect="1"/>
            </p:cNvPicPr>
            <p:nvPr/>
          </p:nvPicPr>
          <p:blipFill>
            <a:blip r:embed="rId58">
              <a:extLst>
                <a:ext uri="{96DAC541-7B7A-43D3-8B79-37D633B846F1}">
                  <asvg:svgBlip xmlns:asvg="http://schemas.microsoft.com/office/drawing/2016/SVG/main" r:embed="rId59"/>
                </a:ext>
              </a:extLst>
            </a:blip>
            <a:stretch>
              <a:fillRect/>
            </a:stretch>
          </p:blipFill>
          <p:spPr>
            <a:xfrm>
              <a:off x="8461412" y="3051942"/>
              <a:ext cx="251315" cy="139200"/>
            </a:xfrm>
            <a:prstGeom prst="rect">
              <a:avLst/>
            </a:prstGeom>
          </p:spPr>
        </p:pic>
      </p:grpSp>
      <p:grpSp>
        <p:nvGrpSpPr>
          <p:cNvPr id="220" name="Группа 219">
            <a:extLst>
              <a:ext uri="{FF2B5EF4-FFF2-40B4-BE49-F238E27FC236}">
                <a16:creationId xmlns:a16="http://schemas.microsoft.com/office/drawing/2014/main" id="{31B6DB78-A399-4E6A-87E0-2DE6162BACAF}"/>
              </a:ext>
            </a:extLst>
          </p:cNvPr>
          <p:cNvGrpSpPr/>
          <p:nvPr/>
        </p:nvGrpSpPr>
        <p:grpSpPr>
          <a:xfrm>
            <a:off x="1044059" y="4063452"/>
            <a:ext cx="857687" cy="849106"/>
            <a:chOff x="1044059" y="4063452"/>
            <a:chExt cx="857687" cy="849106"/>
          </a:xfrm>
        </p:grpSpPr>
        <p:pic>
          <p:nvPicPr>
            <p:cNvPr id="99" name="Group 61 [Figma 9974:38686]" descr="Group 61. отражение или наклон"/>
            <p:cNvPicPr>
              <a:picLocks noChangeAspect="1"/>
            </p:cNvPicPr>
            <p:nvPr/>
          </p:nvPicPr>
          <p:blipFill>
            <a:blip r:embed="rId78">
              <a:extLst>
                <a:ext uri="{96DAC541-7B7A-43D3-8B79-37D633B846F1}">
                  <asvg:svgBlip xmlns:asvg="http://schemas.microsoft.com/office/drawing/2016/SVG/main" r:embed="rId79"/>
                </a:ext>
              </a:extLst>
            </a:blip>
            <a:stretch>
              <a:fillRect/>
            </a:stretch>
          </p:blipFill>
          <p:spPr>
            <a:xfrm>
              <a:off x="1044059" y="4063452"/>
              <a:ext cx="689907" cy="849106"/>
            </a:xfrm>
            <a:prstGeom prst="rect">
              <a:avLst/>
            </a:prstGeom>
          </p:spPr>
        </p:pic>
        <p:pic>
          <p:nvPicPr>
            <p:cNvPr id="100" name="Rectangle 30 [Figma 9974:38692]" descr="Rectangle 30. градиент"/>
            <p:cNvPicPr>
              <a:picLocks noChangeAspect="1"/>
            </p:cNvPicPr>
            <p:nvPr/>
          </p:nvPicPr>
          <p:blipFill>
            <a:blip r:embed="rId80">
              <a:extLst>
                <a:ext uri="{96DAC541-7B7A-43D3-8B79-37D633B846F1}">
                  <asvg:svgBlip xmlns:asvg="http://schemas.microsoft.com/office/drawing/2016/SVG/main" r:embed="rId81"/>
                </a:ext>
              </a:extLst>
            </a:blip>
            <a:stretch>
              <a:fillRect/>
            </a:stretch>
          </p:blipFill>
          <p:spPr>
            <a:xfrm>
              <a:off x="1412864" y="4350683"/>
              <a:ext cx="488882" cy="488888"/>
            </a:xfrm>
            <a:prstGeom prst="rect">
              <a:avLst/>
            </a:prstGeom>
          </p:spPr>
        </p:pic>
        <p:pic>
          <p:nvPicPr>
            <p:cNvPr id="101" name="Rectangle 31 [Figma 9974:38693]" descr="Rectangle 31. векторный контур"/>
            <p:cNvPicPr>
              <a:picLocks noChangeAspect="1"/>
            </p:cNvPicPr>
            <p:nvPr/>
          </p:nvPicPr>
          <p:blipFill>
            <a:blip r:embed="rId82">
              <a:extLst>
                <a:ext uri="{96DAC541-7B7A-43D3-8B79-37D633B846F1}">
                  <asvg:svgBlip xmlns:asvg="http://schemas.microsoft.com/office/drawing/2016/SVG/main" r:embed="rId83"/>
                </a:ext>
              </a:extLst>
            </a:blip>
            <a:stretch>
              <a:fillRect/>
            </a:stretch>
          </p:blipFill>
          <p:spPr>
            <a:xfrm>
              <a:off x="1833132" y="4350683"/>
              <a:ext cx="68614" cy="68608"/>
            </a:xfrm>
            <a:prstGeom prst="rect">
              <a:avLst/>
            </a:prstGeom>
          </p:spPr>
        </p:pic>
        <p:pic>
          <p:nvPicPr>
            <p:cNvPr id="102" name="Vector 51 (Stroke) [Figma 9974:38694]" descr="Vector 51 (Stroke). векторный контур"/>
            <p:cNvPicPr>
              <a:picLocks noChangeAspect="1"/>
            </p:cNvPicPr>
            <p:nvPr/>
          </p:nvPicPr>
          <p:blipFill>
            <a:blip r:embed="rId84">
              <a:extLst>
                <a:ext uri="{96DAC541-7B7A-43D3-8B79-37D633B846F1}">
                  <asvg:svgBlip xmlns:asvg="http://schemas.microsoft.com/office/drawing/2016/SVG/main" r:embed="rId85"/>
                </a:ext>
              </a:extLst>
            </a:blip>
            <a:stretch>
              <a:fillRect/>
            </a:stretch>
          </p:blipFill>
          <p:spPr>
            <a:xfrm>
              <a:off x="1557261" y="4507742"/>
              <a:ext cx="200082" cy="174720"/>
            </a:xfrm>
            <a:prstGeom prst="rect">
              <a:avLst/>
            </a:prstGeom>
          </p:spPr>
        </p:pic>
        <p:pic>
          <p:nvPicPr>
            <p:cNvPr id="103" name="Vector 71 (Stroke) [Figma 9974:38695]" descr="Vector 71 (Stroke). градиент"/>
            <p:cNvPicPr>
              <a:picLocks noChangeAspect="1"/>
            </p:cNvPicPr>
            <p:nvPr/>
          </p:nvPicPr>
          <p:blipFill>
            <a:blip r:embed="rId86">
              <a:extLst>
                <a:ext uri="{96DAC541-7B7A-43D3-8B79-37D633B846F1}">
                  <asvg:svgBlip xmlns:asvg="http://schemas.microsoft.com/office/drawing/2016/SVG/main" r:embed="rId87"/>
                </a:ext>
              </a:extLst>
            </a:blip>
            <a:stretch>
              <a:fillRect/>
            </a:stretch>
          </p:blipFill>
          <p:spPr>
            <a:xfrm>
              <a:off x="1477194" y="4161974"/>
              <a:ext cx="207988" cy="313077"/>
            </a:xfrm>
            <a:prstGeom prst="rect">
              <a:avLst/>
            </a:prstGeom>
          </p:spPr>
        </p:pic>
      </p:grpSp>
      <p:grpSp>
        <p:nvGrpSpPr>
          <p:cNvPr id="219" name="Группа 218">
            <a:extLst>
              <a:ext uri="{FF2B5EF4-FFF2-40B4-BE49-F238E27FC236}">
                <a16:creationId xmlns:a16="http://schemas.microsoft.com/office/drawing/2014/main" id="{79096637-457C-459E-A4B1-34C1AC1A745A}"/>
              </a:ext>
            </a:extLst>
          </p:cNvPr>
          <p:cNvGrpSpPr/>
          <p:nvPr/>
        </p:nvGrpSpPr>
        <p:grpSpPr>
          <a:xfrm>
            <a:off x="3341046" y="4106363"/>
            <a:ext cx="889542" cy="774731"/>
            <a:chOff x="3341046" y="4106363"/>
            <a:chExt cx="889542" cy="774731"/>
          </a:xfrm>
        </p:grpSpPr>
        <p:pic>
          <p:nvPicPr>
            <p:cNvPr id="104" name="Vector 64 [Figma 9974:38894]" descr="Vector 64. градиент"/>
            <p:cNvPicPr>
              <a:picLocks noChangeAspect="1"/>
            </p:cNvPicPr>
            <p:nvPr/>
          </p:nvPicPr>
          <p:blipFill>
            <a:blip r:embed="rId88">
              <a:extLst>
                <a:ext uri="{96DAC541-7B7A-43D3-8B79-37D633B846F1}">
                  <asvg:svgBlip xmlns:asvg="http://schemas.microsoft.com/office/drawing/2016/SVG/main" r:embed="rId89"/>
                </a:ext>
              </a:extLst>
            </a:blip>
            <a:stretch>
              <a:fillRect/>
            </a:stretch>
          </p:blipFill>
          <p:spPr>
            <a:xfrm>
              <a:off x="4133437" y="4349244"/>
              <a:ext cx="97151" cy="170007"/>
            </a:xfrm>
            <a:prstGeom prst="rect">
              <a:avLst/>
            </a:prstGeom>
          </p:spPr>
        </p:pic>
        <p:pic>
          <p:nvPicPr>
            <p:cNvPr id="105" name="Vector 65 [Figma 9974:38895]" descr="Vector 65. градиент"/>
            <p:cNvPicPr>
              <a:picLocks noChangeAspect="1"/>
            </p:cNvPicPr>
            <p:nvPr/>
          </p:nvPicPr>
          <p:blipFill>
            <a:blip r:embed="rId90">
              <a:extLst>
                <a:ext uri="{96DAC541-7B7A-43D3-8B79-37D633B846F1}">
                  <asvg:svgBlip xmlns:asvg="http://schemas.microsoft.com/office/drawing/2016/SVG/main" r:embed="rId91"/>
                </a:ext>
              </a:extLst>
            </a:blip>
            <a:stretch>
              <a:fillRect/>
            </a:stretch>
          </p:blipFill>
          <p:spPr>
            <a:xfrm>
              <a:off x="4075749" y="4558740"/>
              <a:ext cx="109293" cy="94107"/>
            </a:xfrm>
            <a:prstGeom prst="rect">
              <a:avLst/>
            </a:prstGeom>
          </p:spPr>
        </p:pic>
        <p:pic>
          <p:nvPicPr>
            <p:cNvPr id="106" name="Vector 66 [Figma 9974:38896]" descr="Vector 66. градиент"/>
            <p:cNvPicPr>
              <a:picLocks noChangeAspect="1"/>
            </p:cNvPicPr>
            <p:nvPr/>
          </p:nvPicPr>
          <p:blipFill>
            <a:blip r:embed="rId92">
              <a:extLst>
                <a:ext uri="{96DAC541-7B7A-43D3-8B79-37D633B846F1}">
                  <asvg:svgBlip xmlns:asvg="http://schemas.microsoft.com/office/drawing/2016/SVG/main" r:embed="rId93"/>
                </a:ext>
              </a:extLst>
            </a:blip>
            <a:stretch>
              <a:fillRect/>
            </a:stretch>
          </p:blipFill>
          <p:spPr>
            <a:xfrm>
              <a:off x="4054498" y="4273344"/>
              <a:ext cx="75900" cy="136621"/>
            </a:xfrm>
            <a:prstGeom prst="rect">
              <a:avLst/>
            </a:prstGeom>
          </p:spPr>
        </p:pic>
        <p:pic>
          <p:nvPicPr>
            <p:cNvPr id="107" name="Rectangle 40 [Figma 9974:38897]" descr="Rectangle 40. градиент"/>
            <p:cNvPicPr>
              <a:picLocks noChangeAspect="1"/>
            </p:cNvPicPr>
            <p:nvPr/>
          </p:nvPicPr>
          <p:blipFill>
            <a:blip r:embed="rId94">
              <a:extLst>
                <a:ext uri="{96DAC541-7B7A-43D3-8B79-37D633B846F1}">
                  <asvg:svgBlip xmlns:asvg="http://schemas.microsoft.com/office/drawing/2016/SVG/main" r:embed="rId95"/>
                </a:ext>
              </a:extLst>
            </a:blip>
            <a:stretch>
              <a:fillRect/>
            </a:stretch>
          </p:blipFill>
          <p:spPr>
            <a:xfrm>
              <a:off x="3404799" y="4312832"/>
              <a:ext cx="267165" cy="312730"/>
            </a:xfrm>
            <a:prstGeom prst="rect">
              <a:avLst/>
            </a:prstGeom>
          </p:spPr>
        </p:pic>
        <p:pic>
          <p:nvPicPr>
            <p:cNvPr id="108" name="Rectangle 42 [Figma 9974:38898]" descr="Rectangle 42. градиент"/>
            <p:cNvPicPr>
              <a:picLocks noChangeAspect="1"/>
            </p:cNvPicPr>
            <p:nvPr/>
          </p:nvPicPr>
          <p:blipFill>
            <a:blip r:embed="rId96">
              <a:extLst>
                <a:ext uri="{96DAC541-7B7A-43D3-8B79-37D633B846F1}">
                  <asvg:svgBlip xmlns:asvg="http://schemas.microsoft.com/office/drawing/2016/SVG/main" r:embed="rId97"/>
                </a:ext>
              </a:extLst>
            </a:blip>
            <a:stretch>
              <a:fillRect/>
            </a:stretch>
          </p:blipFill>
          <p:spPr>
            <a:xfrm>
              <a:off x="3705362" y="4145851"/>
              <a:ext cx="206444" cy="646642"/>
            </a:xfrm>
            <a:prstGeom prst="rect">
              <a:avLst/>
            </a:prstGeom>
          </p:spPr>
        </p:pic>
        <p:pic>
          <p:nvPicPr>
            <p:cNvPr id="109" name="Rectangle 41 [Figma 9974:38899]" descr="Rectangle 41. градиент"/>
            <p:cNvPicPr>
              <a:picLocks noChangeAspect="1"/>
            </p:cNvPicPr>
            <p:nvPr/>
          </p:nvPicPr>
          <p:blipFill>
            <a:blip r:embed="rId98">
              <a:extLst>
                <a:ext uri="{96DAC541-7B7A-43D3-8B79-37D633B846F1}">
                  <asvg:svgBlip xmlns:asvg="http://schemas.microsoft.com/office/drawing/2016/SVG/main" r:embed="rId99"/>
                </a:ext>
              </a:extLst>
            </a:blip>
            <a:stretch>
              <a:fillRect/>
            </a:stretch>
          </p:blipFill>
          <p:spPr>
            <a:xfrm>
              <a:off x="3341046" y="4385657"/>
              <a:ext cx="63753" cy="166981"/>
            </a:xfrm>
            <a:prstGeom prst="rect">
              <a:avLst/>
            </a:prstGeom>
          </p:spPr>
        </p:pic>
        <p:pic>
          <p:nvPicPr>
            <p:cNvPr id="110" name="Rectangle 43 [Figma 9974:38900]" descr="Rectangle 43. градиент"/>
            <p:cNvPicPr>
              <a:picLocks noChangeAspect="1"/>
            </p:cNvPicPr>
            <p:nvPr/>
          </p:nvPicPr>
          <p:blipFill>
            <a:blip r:embed="rId100">
              <a:extLst>
                <a:ext uri="{96DAC541-7B7A-43D3-8B79-37D633B846F1}">
                  <asvg:svgBlip xmlns:asvg="http://schemas.microsoft.com/office/drawing/2016/SVG/main" r:embed="rId101"/>
                </a:ext>
              </a:extLst>
            </a:blip>
            <a:stretch>
              <a:fillRect/>
            </a:stretch>
          </p:blipFill>
          <p:spPr>
            <a:xfrm>
              <a:off x="3911806" y="4106363"/>
              <a:ext cx="94113" cy="725618"/>
            </a:xfrm>
            <a:prstGeom prst="rect">
              <a:avLst/>
            </a:prstGeom>
          </p:spPr>
        </p:pic>
        <p:pic>
          <p:nvPicPr>
            <p:cNvPr id="111" name="Rectangle 44 [Figma 9974:38901]" descr="Rectangle 44. градиент"/>
            <p:cNvPicPr>
              <a:picLocks noChangeAspect="1"/>
            </p:cNvPicPr>
            <p:nvPr/>
          </p:nvPicPr>
          <p:blipFill>
            <a:blip r:embed="rId102">
              <a:extLst>
                <a:ext uri="{96DAC541-7B7A-43D3-8B79-37D633B846F1}">
                  <asvg:svgBlip xmlns:asvg="http://schemas.microsoft.com/office/drawing/2016/SVG/main" r:embed="rId103"/>
                </a:ext>
              </a:extLst>
            </a:blip>
            <a:stretch>
              <a:fillRect/>
            </a:stretch>
          </p:blipFill>
          <p:spPr>
            <a:xfrm>
              <a:off x="3487390" y="4624818"/>
              <a:ext cx="197199" cy="256276"/>
            </a:xfrm>
            <a:prstGeom prst="rect">
              <a:avLst/>
            </a:prstGeom>
          </p:spPr>
        </p:pic>
      </p:grpSp>
      <p:grpSp>
        <p:nvGrpSpPr>
          <p:cNvPr id="222" name="Группа 221">
            <a:extLst>
              <a:ext uri="{FF2B5EF4-FFF2-40B4-BE49-F238E27FC236}">
                <a16:creationId xmlns:a16="http://schemas.microsoft.com/office/drawing/2014/main" id="{B770EE71-A973-44DF-9C4F-DD50147D05A3}"/>
              </a:ext>
            </a:extLst>
          </p:cNvPr>
          <p:cNvGrpSpPr/>
          <p:nvPr/>
        </p:nvGrpSpPr>
        <p:grpSpPr>
          <a:xfrm>
            <a:off x="5669646" y="4080815"/>
            <a:ext cx="971854" cy="849093"/>
            <a:chOff x="5669646" y="4080815"/>
            <a:chExt cx="971854" cy="849093"/>
          </a:xfrm>
        </p:grpSpPr>
        <p:pic>
          <p:nvPicPr>
            <p:cNvPr id="114" name="Ellipse 67 [Figma 9974:38700]" descr="Ellipse 67. градиент"/>
            <p:cNvPicPr>
              <a:picLocks noChangeAspect="1"/>
            </p:cNvPicPr>
            <p:nvPr/>
          </p:nvPicPr>
          <p:blipFill>
            <a:blip r:embed="rId104">
              <a:extLst>
                <a:ext uri="{96DAC541-7B7A-43D3-8B79-37D633B846F1}">
                  <asvg:svgBlip xmlns:asvg="http://schemas.microsoft.com/office/drawing/2016/SVG/main" r:embed="rId105"/>
                </a:ext>
              </a:extLst>
            </a:blip>
            <a:stretch>
              <a:fillRect/>
            </a:stretch>
          </p:blipFill>
          <p:spPr>
            <a:xfrm>
              <a:off x="5669646" y="4080815"/>
              <a:ext cx="849105" cy="849093"/>
            </a:xfrm>
            <a:prstGeom prst="rect">
              <a:avLst/>
            </a:prstGeom>
          </p:spPr>
        </p:pic>
        <p:pic>
          <p:nvPicPr>
            <p:cNvPr id="112" name="Ellipse 70 [Figma 9974:38698]" descr="Ellipse 70. отражение или наклон"/>
            <p:cNvPicPr>
              <a:picLocks noChangeAspect="1"/>
            </p:cNvPicPr>
            <p:nvPr/>
          </p:nvPicPr>
          <p:blipFill>
            <a:blip r:embed="rId106">
              <a:extLst>
                <a:ext uri="{96DAC541-7B7A-43D3-8B79-37D633B846F1}">
                  <asvg:svgBlip xmlns:asvg="http://schemas.microsoft.com/office/drawing/2016/SVG/main" r:embed="rId107"/>
                </a:ext>
              </a:extLst>
            </a:blip>
            <a:stretch>
              <a:fillRect/>
            </a:stretch>
          </p:blipFill>
          <p:spPr>
            <a:xfrm>
              <a:off x="5979727" y="4390915"/>
              <a:ext cx="228942" cy="228942"/>
            </a:xfrm>
            <a:prstGeom prst="rect">
              <a:avLst/>
            </a:prstGeom>
          </p:spPr>
        </p:pic>
        <p:pic>
          <p:nvPicPr>
            <p:cNvPr id="113" name="Ellipse 71 [Figma 9974:38699]" descr="Ellipse 71. отражение или наклон"/>
            <p:cNvPicPr>
              <a:picLocks noChangeAspect="1"/>
            </p:cNvPicPr>
            <p:nvPr/>
          </p:nvPicPr>
          <p:blipFill>
            <a:blip r:embed="rId108">
              <a:extLst>
                <a:ext uri="{96DAC541-7B7A-43D3-8B79-37D633B846F1}">
                  <asvg:svgBlip xmlns:asvg="http://schemas.microsoft.com/office/drawing/2016/SVG/main" r:embed="rId109"/>
                </a:ext>
              </a:extLst>
            </a:blip>
            <a:stretch>
              <a:fillRect/>
            </a:stretch>
          </p:blipFill>
          <p:spPr>
            <a:xfrm>
              <a:off x="6060874" y="4472025"/>
              <a:ext cx="66655" cy="66673"/>
            </a:xfrm>
            <a:prstGeom prst="rect">
              <a:avLst/>
            </a:prstGeom>
          </p:spPr>
        </p:pic>
        <p:pic>
          <p:nvPicPr>
            <p:cNvPr id="115" name="Ellipse 72 [Figma 9974:38701]" descr="Ellipse 72. отражение или наклон"/>
            <p:cNvPicPr>
              <a:picLocks noChangeAspect="1"/>
            </p:cNvPicPr>
            <p:nvPr/>
          </p:nvPicPr>
          <p:blipFill>
            <a:blip r:embed="rId110">
              <a:extLst>
                <a:ext uri="{96DAC541-7B7A-43D3-8B79-37D633B846F1}">
                  <asvg:svgBlip xmlns:asvg="http://schemas.microsoft.com/office/drawing/2016/SVG/main" r:embed="rId111"/>
                </a:ext>
              </a:extLst>
            </a:blip>
            <a:stretch>
              <a:fillRect/>
            </a:stretch>
          </p:blipFill>
          <p:spPr>
            <a:xfrm>
              <a:off x="5771076" y="4182263"/>
              <a:ext cx="646245" cy="646245"/>
            </a:xfrm>
            <a:prstGeom prst="rect">
              <a:avLst/>
            </a:prstGeom>
          </p:spPr>
        </p:pic>
        <p:pic>
          <p:nvPicPr>
            <p:cNvPr id="116" name="Ellipse 69 [Figma 9974:38702]" descr="Ellipse 69. градиент"/>
            <p:cNvPicPr>
              <a:picLocks noChangeAspect="1"/>
            </p:cNvPicPr>
            <p:nvPr/>
          </p:nvPicPr>
          <p:blipFill>
            <a:blip r:embed="rId112">
              <a:extLst>
                <a:ext uri="{96DAC541-7B7A-43D3-8B79-37D633B846F1}">
                  <asvg:svgBlip xmlns:asvg="http://schemas.microsoft.com/office/drawing/2016/SVG/main" r:embed="rId113"/>
                </a:ext>
              </a:extLst>
            </a:blip>
            <a:stretch>
              <a:fillRect/>
            </a:stretch>
          </p:blipFill>
          <p:spPr>
            <a:xfrm>
              <a:off x="5872506" y="4283662"/>
              <a:ext cx="443391" cy="443398"/>
            </a:xfrm>
            <a:prstGeom prst="rect">
              <a:avLst/>
            </a:prstGeom>
          </p:spPr>
        </p:pic>
        <p:pic>
          <p:nvPicPr>
            <p:cNvPr id="117" name="Vector 85 (Stroke) [Figma 9974:38703]" descr="Vector 85 (Stroke). векторный контур"/>
            <p:cNvPicPr>
              <a:picLocks noChangeAspect="1"/>
            </p:cNvPicPr>
            <p:nvPr/>
          </p:nvPicPr>
          <p:blipFill>
            <a:blip r:embed="rId114">
              <a:extLst>
                <a:ext uri="{96DAC541-7B7A-43D3-8B79-37D633B846F1}">
                  <asvg:svgBlip xmlns:asvg="http://schemas.microsoft.com/office/drawing/2016/SVG/main" r:embed="rId115"/>
                </a:ext>
              </a:extLst>
            </a:blip>
            <a:stretch>
              <a:fillRect/>
            </a:stretch>
          </p:blipFill>
          <p:spPr>
            <a:xfrm>
              <a:off x="6095649" y="4503327"/>
              <a:ext cx="525635" cy="6747"/>
            </a:xfrm>
            <a:prstGeom prst="rect">
              <a:avLst/>
            </a:prstGeom>
          </p:spPr>
        </p:pic>
        <p:pic>
          <p:nvPicPr>
            <p:cNvPr id="118" name="Vector 86 [Figma 9974:38704]" descr="Vector 86. градиент"/>
            <p:cNvPicPr>
              <a:picLocks noChangeAspect="1"/>
            </p:cNvPicPr>
            <p:nvPr/>
          </p:nvPicPr>
          <p:blipFill>
            <a:blip r:embed="rId116">
              <a:extLst>
                <a:ext uri="{96DAC541-7B7A-43D3-8B79-37D633B846F1}">
                  <asvg:svgBlip xmlns:asvg="http://schemas.microsoft.com/office/drawing/2016/SVG/main" r:embed="rId117"/>
                </a:ext>
              </a:extLst>
            </a:blip>
            <a:stretch>
              <a:fillRect/>
            </a:stretch>
          </p:blipFill>
          <p:spPr>
            <a:xfrm>
              <a:off x="6452809" y="4466270"/>
              <a:ext cx="188691" cy="80861"/>
            </a:xfrm>
            <a:prstGeom prst="rect">
              <a:avLst/>
            </a:prstGeom>
          </p:spPr>
        </p:pic>
      </p:grpSp>
      <p:grpSp>
        <p:nvGrpSpPr>
          <p:cNvPr id="214" name="Группа 213">
            <a:extLst>
              <a:ext uri="{FF2B5EF4-FFF2-40B4-BE49-F238E27FC236}">
                <a16:creationId xmlns:a16="http://schemas.microsoft.com/office/drawing/2014/main" id="{A1FF1A0A-9360-47E4-AE5E-7275BEA3CAC3}"/>
              </a:ext>
            </a:extLst>
          </p:cNvPr>
          <p:cNvGrpSpPr/>
          <p:nvPr/>
        </p:nvGrpSpPr>
        <p:grpSpPr>
          <a:xfrm>
            <a:off x="7957511" y="4046585"/>
            <a:ext cx="874045" cy="883968"/>
            <a:chOff x="7957511" y="4046585"/>
            <a:chExt cx="874045" cy="883968"/>
          </a:xfrm>
        </p:grpSpPr>
        <p:pic>
          <p:nvPicPr>
            <p:cNvPr id="119" name="Vector 132 (Stroke) [Figma 9974:38771]" descr="Vector 132 (Stroke). векторный контур"/>
            <p:cNvPicPr>
              <a:picLocks noChangeAspect="1"/>
            </p:cNvPicPr>
            <p:nvPr/>
          </p:nvPicPr>
          <p:blipFill>
            <a:blip r:embed="rId118">
              <a:extLst>
                <a:ext uri="{96DAC541-7B7A-43D3-8B79-37D633B846F1}">
                  <asvg:svgBlip xmlns:asvg="http://schemas.microsoft.com/office/drawing/2016/SVG/main" r:embed="rId119"/>
                </a:ext>
              </a:extLst>
            </a:blip>
            <a:stretch>
              <a:fillRect/>
            </a:stretch>
          </p:blipFill>
          <p:spPr>
            <a:xfrm>
              <a:off x="8007026" y="4046585"/>
              <a:ext cx="775152" cy="853260"/>
            </a:xfrm>
            <a:prstGeom prst="rect">
              <a:avLst/>
            </a:prstGeom>
          </p:spPr>
        </p:pic>
        <p:pic>
          <p:nvPicPr>
            <p:cNvPr id="120" name="Rectangle 78 [Figma 9974:38772]" descr="Rectangle 78. градиент"/>
            <p:cNvPicPr>
              <a:picLocks noChangeAspect="1"/>
            </p:cNvPicPr>
            <p:nvPr/>
          </p:nvPicPr>
          <p:blipFill>
            <a:blip r:embed="rId120">
              <a:extLst>
                <a:ext uri="{96DAC541-7B7A-43D3-8B79-37D633B846F1}">
                  <asvg:svgBlip xmlns:asvg="http://schemas.microsoft.com/office/drawing/2016/SVG/main" r:embed="rId121"/>
                </a:ext>
              </a:extLst>
            </a:blip>
            <a:stretch>
              <a:fillRect/>
            </a:stretch>
          </p:blipFill>
          <p:spPr>
            <a:xfrm>
              <a:off x="8300421" y="4855942"/>
              <a:ext cx="204993" cy="74611"/>
            </a:xfrm>
            <a:prstGeom prst="rect">
              <a:avLst/>
            </a:prstGeom>
          </p:spPr>
        </p:pic>
        <p:pic>
          <p:nvPicPr>
            <p:cNvPr id="121" name="Rectangle 79 [Figma 9974:38773]" descr="Rectangle 79. градиент"/>
            <p:cNvPicPr>
              <a:picLocks noChangeAspect="1"/>
            </p:cNvPicPr>
            <p:nvPr/>
          </p:nvPicPr>
          <p:blipFill>
            <a:blip r:embed="rId122">
              <a:extLst>
                <a:ext uri="{96DAC541-7B7A-43D3-8B79-37D633B846F1}">
                  <asvg:svgBlip xmlns:asvg="http://schemas.microsoft.com/office/drawing/2016/SVG/main" r:embed="rId123"/>
                </a:ext>
              </a:extLst>
            </a:blip>
            <a:stretch>
              <a:fillRect/>
            </a:stretch>
          </p:blipFill>
          <p:spPr>
            <a:xfrm>
              <a:off x="7957511" y="4472223"/>
              <a:ext cx="62624" cy="268182"/>
            </a:xfrm>
            <a:prstGeom prst="rect">
              <a:avLst/>
            </a:prstGeom>
          </p:spPr>
        </p:pic>
        <p:pic>
          <p:nvPicPr>
            <p:cNvPr id="122" name="Rectangle 81 [Figma 9974:38774]" descr="Rectangle 81. градиент"/>
            <p:cNvPicPr>
              <a:picLocks noChangeAspect="1"/>
            </p:cNvPicPr>
            <p:nvPr/>
          </p:nvPicPr>
          <p:blipFill>
            <a:blip r:embed="rId124">
              <a:extLst>
                <a:ext uri="{96DAC541-7B7A-43D3-8B79-37D633B846F1}">
                  <asvg:svgBlip xmlns:asvg="http://schemas.microsoft.com/office/drawing/2016/SVG/main" r:embed="rId125"/>
                </a:ext>
              </a:extLst>
            </a:blip>
            <a:stretch>
              <a:fillRect/>
            </a:stretch>
          </p:blipFill>
          <p:spPr>
            <a:xfrm>
              <a:off x="8768932" y="4476241"/>
              <a:ext cx="62624" cy="268182"/>
            </a:xfrm>
            <a:prstGeom prst="rect">
              <a:avLst/>
            </a:prstGeom>
          </p:spPr>
        </p:pic>
        <p:pic>
          <p:nvPicPr>
            <p:cNvPr id="123" name="Rectangle 80 [Figma 9974:38775]" descr="Rectangle 80. градиент"/>
            <p:cNvPicPr>
              <a:picLocks noChangeAspect="1"/>
            </p:cNvPicPr>
            <p:nvPr/>
          </p:nvPicPr>
          <p:blipFill>
            <a:blip r:embed="rId126">
              <a:extLst>
                <a:ext uri="{96DAC541-7B7A-43D3-8B79-37D633B846F1}">
                  <asvg:svgBlip xmlns:asvg="http://schemas.microsoft.com/office/drawing/2016/SVG/main" r:embed="rId127"/>
                </a:ext>
              </a:extLst>
            </a:blip>
            <a:stretch>
              <a:fillRect/>
            </a:stretch>
          </p:blipFill>
          <p:spPr>
            <a:xfrm>
              <a:off x="8020135" y="4424252"/>
              <a:ext cx="109591" cy="364173"/>
            </a:xfrm>
            <a:prstGeom prst="rect">
              <a:avLst/>
            </a:prstGeom>
          </p:spPr>
        </p:pic>
        <p:pic>
          <p:nvPicPr>
            <p:cNvPr id="124" name="Rectangle 82 [Figma 9974:38776]" descr="Rectangle 82. градиент"/>
            <p:cNvPicPr>
              <a:picLocks noChangeAspect="1"/>
            </p:cNvPicPr>
            <p:nvPr/>
          </p:nvPicPr>
          <p:blipFill>
            <a:blip r:embed="rId128">
              <a:extLst>
                <a:ext uri="{96DAC541-7B7A-43D3-8B79-37D633B846F1}">
                  <asvg:svgBlip xmlns:asvg="http://schemas.microsoft.com/office/drawing/2016/SVG/main" r:embed="rId129"/>
                </a:ext>
              </a:extLst>
            </a:blip>
            <a:stretch>
              <a:fillRect/>
            </a:stretch>
          </p:blipFill>
          <p:spPr>
            <a:xfrm>
              <a:off x="8659348" y="4428270"/>
              <a:ext cx="109591" cy="364173"/>
            </a:xfrm>
            <a:prstGeom prst="rect">
              <a:avLst/>
            </a:prstGeom>
          </p:spPr>
        </p:pic>
        <p:pic>
          <p:nvPicPr>
            <p:cNvPr id="125" name="Group 144 [Figma 9974:38777]" descr="Group 144. отражение или наклон"/>
            <p:cNvPicPr>
              <a:picLocks noChangeAspect="1"/>
            </p:cNvPicPr>
            <p:nvPr/>
          </p:nvPicPr>
          <p:blipFill>
            <a:blip r:embed="rId130">
              <a:extLst>
                <a:ext uri="{96DAC541-7B7A-43D3-8B79-37D633B846F1}">
                  <asvg:svgBlip xmlns:asvg="http://schemas.microsoft.com/office/drawing/2016/SVG/main" r:embed="rId131"/>
                </a:ext>
              </a:extLst>
            </a:blip>
            <a:stretch>
              <a:fillRect/>
            </a:stretch>
          </p:blipFill>
          <p:spPr>
            <a:xfrm>
              <a:off x="8175374" y="4428270"/>
              <a:ext cx="438465" cy="376179"/>
            </a:xfrm>
            <a:prstGeom prst="rect">
              <a:avLst/>
            </a:prstGeom>
          </p:spPr>
        </p:pic>
      </p:grpSp>
      <p:grpSp>
        <p:nvGrpSpPr>
          <p:cNvPr id="212" name="Группа 211">
            <a:extLst>
              <a:ext uri="{FF2B5EF4-FFF2-40B4-BE49-F238E27FC236}">
                <a16:creationId xmlns:a16="http://schemas.microsoft.com/office/drawing/2014/main" id="{BEC93EBF-38E6-4404-9033-83CBB44AA085}"/>
              </a:ext>
            </a:extLst>
          </p:cNvPr>
          <p:cNvGrpSpPr/>
          <p:nvPr/>
        </p:nvGrpSpPr>
        <p:grpSpPr>
          <a:xfrm>
            <a:off x="10108402" y="4053679"/>
            <a:ext cx="1106360" cy="797352"/>
            <a:chOff x="10108402" y="4053679"/>
            <a:chExt cx="1106360" cy="797352"/>
          </a:xfrm>
        </p:grpSpPr>
        <p:pic>
          <p:nvPicPr>
            <p:cNvPr id="126" name="Rectangle 240663353 [Figma 9971:34490]" descr="Rectangle 240663353. градиент"/>
            <p:cNvPicPr>
              <a:picLocks noChangeAspect="1"/>
            </p:cNvPicPr>
            <p:nvPr/>
          </p:nvPicPr>
          <p:blipFill>
            <a:blip r:embed="rId132">
              <a:extLst>
                <a:ext uri="{96DAC541-7B7A-43D3-8B79-37D633B846F1}">
                  <asvg:svgBlip xmlns:asvg="http://schemas.microsoft.com/office/drawing/2016/SVG/main" r:embed="rId133"/>
                </a:ext>
              </a:extLst>
            </a:blip>
            <a:stretch>
              <a:fillRect/>
            </a:stretch>
          </p:blipFill>
          <p:spPr>
            <a:xfrm>
              <a:off x="10422954" y="4053679"/>
              <a:ext cx="791808" cy="776070"/>
            </a:xfrm>
            <a:prstGeom prst="rect">
              <a:avLst/>
            </a:prstGeom>
          </p:spPr>
        </p:pic>
        <p:pic>
          <p:nvPicPr>
            <p:cNvPr id="127" name="Rectangle 240663356 [Figma 9971:34491]" descr="Rectangle 240663356. градиент"/>
            <p:cNvPicPr>
              <a:picLocks noChangeAspect="1"/>
            </p:cNvPicPr>
            <p:nvPr/>
          </p:nvPicPr>
          <p:blipFill>
            <a:blip r:embed="rId134">
              <a:extLst>
                <a:ext uri="{96DAC541-7B7A-43D3-8B79-37D633B846F1}">
                  <asvg:svgBlip xmlns:asvg="http://schemas.microsoft.com/office/drawing/2016/SVG/main" r:embed="rId135"/>
                </a:ext>
              </a:extLst>
            </a:blip>
            <a:stretch>
              <a:fillRect/>
            </a:stretch>
          </p:blipFill>
          <p:spPr>
            <a:xfrm>
              <a:off x="10504312" y="4281579"/>
              <a:ext cx="629112" cy="374194"/>
            </a:xfrm>
            <a:prstGeom prst="rect">
              <a:avLst/>
            </a:prstGeom>
          </p:spPr>
        </p:pic>
        <p:pic>
          <p:nvPicPr>
            <p:cNvPr id="128" name="Rectangle 240663354 [Figma 9971:34492]" descr="Rectangle 240663354. градиент"/>
            <p:cNvPicPr>
              <a:picLocks noChangeAspect="1"/>
            </p:cNvPicPr>
            <p:nvPr/>
          </p:nvPicPr>
          <p:blipFill>
            <a:blip r:embed="rId136">
              <a:extLst>
                <a:ext uri="{96DAC541-7B7A-43D3-8B79-37D633B846F1}">
                  <asvg:svgBlip xmlns:asvg="http://schemas.microsoft.com/office/drawing/2016/SVG/main" r:embed="rId137"/>
                </a:ext>
              </a:extLst>
            </a:blip>
            <a:stretch>
              <a:fillRect/>
            </a:stretch>
          </p:blipFill>
          <p:spPr>
            <a:xfrm>
              <a:off x="10422954" y="4341257"/>
              <a:ext cx="791808" cy="509773"/>
            </a:xfrm>
            <a:prstGeom prst="rect">
              <a:avLst/>
            </a:prstGeom>
          </p:spPr>
        </p:pic>
        <p:pic>
          <p:nvPicPr>
            <p:cNvPr id="129" name="Rectangle 240663355 [Figma 9971:34493]" descr="Rectangle 240663355. градиент"/>
            <p:cNvPicPr>
              <a:picLocks noChangeAspect="1"/>
            </p:cNvPicPr>
            <p:nvPr/>
          </p:nvPicPr>
          <p:blipFill>
            <a:blip r:embed="rId138">
              <a:extLst>
                <a:ext uri="{96DAC541-7B7A-43D3-8B79-37D633B846F1}">
                  <asvg:svgBlip xmlns:asvg="http://schemas.microsoft.com/office/drawing/2016/SVG/main" r:embed="rId139"/>
                </a:ext>
              </a:extLst>
            </a:blip>
            <a:stretch>
              <a:fillRect/>
            </a:stretch>
          </p:blipFill>
          <p:spPr>
            <a:xfrm>
              <a:off x="10444652" y="4564048"/>
              <a:ext cx="748426" cy="286983"/>
            </a:xfrm>
            <a:prstGeom prst="rect">
              <a:avLst/>
            </a:prstGeom>
          </p:spPr>
        </p:pic>
        <p:pic>
          <p:nvPicPr>
            <p:cNvPr id="130" name="Rectangle 240663350 [Figma 9971:34494]" descr="Rectangle 240663350. градиент"/>
            <p:cNvPicPr>
              <a:picLocks noChangeAspect="1"/>
            </p:cNvPicPr>
            <p:nvPr/>
          </p:nvPicPr>
          <p:blipFill>
            <a:blip r:embed="rId140">
              <a:extLst>
                <a:ext uri="{96DAC541-7B7A-43D3-8B79-37D633B846F1}">
                  <asvg:svgBlip xmlns:asvg="http://schemas.microsoft.com/office/drawing/2016/SVG/main" r:embed="rId141"/>
                </a:ext>
              </a:extLst>
            </a:blip>
            <a:stretch>
              <a:fillRect/>
            </a:stretch>
          </p:blipFill>
          <p:spPr>
            <a:xfrm>
              <a:off x="10195179" y="4509379"/>
              <a:ext cx="390484" cy="21679"/>
            </a:xfrm>
            <a:prstGeom prst="rect">
              <a:avLst/>
            </a:prstGeom>
          </p:spPr>
        </p:pic>
        <p:pic>
          <p:nvPicPr>
            <p:cNvPr id="131" name="Rectangle 240663351 [Figma 9971:34495]" descr="Rectangle 240663351. градиент"/>
            <p:cNvPicPr>
              <a:picLocks noChangeAspect="1"/>
            </p:cNvPicPr>
            <p:nvPr/>
          </p:nvPicPr>
          <p:blipFill>
            <a:blip r:embed="rId142">
              <a:extLst>
                <a:ext uri="{96DAC541-7B7A-43D3-8B79-37D633B846F1}">
                  <asvg:svgBlip xmlns:asvg="http://schemas.microsoft.com/office/drawing/2016/SVG/main" r:embed="rId143"/>
                </a:ext>
              </a:extLst>
            </a:blip>
            <a:stretch>
              <a:fillRect/>
            </a:stretch>
          </p:blipFill>
          <p:spPr>
            <a:xfrm>
              <a:off x="10108402" y="4585280"/>
              <a:ext cx="477255" cy="21679"/>
            </a:xfrm>
            <a:prstGeom prst="rect">
              <a:avLst/>
            </a:prstGeom>
          </p:spPr>
        </p:pic>
        <p:pic>
          <p:nvPicPr>
            <p:cNvPr id="132" name="Rectangle 240663352 [Figma 9971:34496]" descr="Rectangle 240663352. градиент"/>
            <p:cNvPicPr>
              <a:picLocks noChangeAspect="1"/>
            </p:cNvPicPr>
            <p:nvPr/>
          </p:nvPicPr>
          <p:blipFill>
            <a:blip r:embed="rId140">
              <a:extLst>
                <a:ext uri="{96DAC541-7B7A-43D3-8B79-37D633B846F1}">
                  <asvg:svgBlip xmlns:asvg="http://schemas.microsoft.com/office/drawing/2016/SVG/main" r:embed="rId144"/>
                </a:ext>
              </a:extLst>
            </a:blip>
            <a:stretch>
              <a:fillRect/>
            </a:stretch>
          </p:blipFill>
          <p:spPr>
            <a:xfrm>
              <a:off x="10195179" y="4661230"/>
              <a:ext cx="390484" cy="21679"/>
            </a:xfrm>
            <a:prstGeom prst="rect">
              <a:avLst/>
            </a:prstGeom>
          </p:spPr>
        </p:pic>
      </p:grpSp>
      <p:grpSp>
        <p:nvGrpSpPr>
          <p:cNvPr id="221" name="Группа 220">
            <a:extLst>
              <a:ext uri="{FF2B5EF4-FFF2-40B4-BE49-F238E27FC236}">
                <a16:creationId xmlns:a16="http://schemas.microsoft.com/office/drawing/2014/main" id="{91B1DAA5-B489-46C4-86DD-C119C76D5EC5}"/>
              </a:ext>
            </a:extLst>
          </p:cNvPr>
          <p:cNvGrpSpPr/>
          <p:nvPr/>
        </p:nvGrpSpPr>
        <p:grpSpPr>
          <a:xfrm>
            <a:off x="1044059" y="5338183"/>
            <a:ext cx="857687" cy="849093"/>
            <a:chOff x="1044059" y="5338183"/>
            <a:chExt cx="857687" cy="849093"/>
          </a:xfrm>
        </p:grpSpPr>
        <p:pic>
          <p:nvPicPr>
            <p:cNvPr id="141" name="Rectangle 30 [Figma 9974:38708]" descr="Rectangle 30. отражение или наклон"/>
            <p:cNvPicPr>
              <a:picLocks noChangeAspect="1"/>
            </p:cNvPicPr>
            <p:nvPr/>
          </p:nvPicPr>
          <p:blipFill>
            <a:blip r:embed="rId145">
              <a:extLst>
                <a:ext uri="{96DAC541-7B7A-43D3-8B79-37D633B846F1}">
                  <asvg:svgBlip xmlns:asvg="http://schemas.microsoft.com/office/drawing/2016/SVG/main" r:embed="rId146"/>
                </a:ext>
              </a:extLst>
            </a:blip>
            <a:stretch>
              <a:fillRect/>
            </a:stretch>
          </p:blipFill>
          <p:spPr>
            <a:xfrm>
              <a:off x="1044065" y="5338183"/>
              <a:ext cx="570351" cy="278550"/>
            </a:xfrm>
            <a:prstGeom prst="rect">
              <a:avLst/>
            </a:prstGeom>
          </p:spPr>
        </p:pic>
        <p:pic>
          <p:nvPicPr>
            <p:cNvPr id="142" name="Rectangle 30 (Stroke) [Figma 9974:38709]" descr="Rectangle 30 (Stroke). отражение или наклон"/>
            <p:cNvPicPr>
              <a:picLocks noChangeAspect="1"/>
            </p:cNvPicPr>
            <p:nvPr/>
          </p:nvPicPr>
          <p:blipFill>
            <a:blip r:embed="rId147">
              <a:extLst>
                <a:ext uri="{96DAC541-7B7A-43D3-8B79-37D633B846F1}">
                  <asvg:svgBlip xmlns:asvg="http://schemas.microsoft.com/office/drawing/2016/SVG/main" r:embed="rId148"/>
                </a:ext>
              </a:extLst>
            </a:blip>
            <a:stretch>
              <a:fillRect/>
            </a:stretch>
          </p:blipFill>
          <p:spPr>
            <a:xfrm>
              <a:off x="1733959" y="6114302"/>
              <a:ext cx="8688" cy="8681"/>
            </a:xfrm>
            <a:prstGeom prst="rect">
              <a:avLst/>
            </a:prstGeom>
          </p:spPr>
        </p:pic>
        <p:pic>
          <p:nvPicPr>
            <p:cNvPr id="143" name="Rectangle 31 [Figma 9974:38710]" descr="Rectangle 31. отражение или наклон"/>
            <p:cNvPicPr>
              <a:picLocks noChangeAspect="1"/>
            </p:cNvPicPr>
            <p:nvPr/>
          </p:nvPicPr>
          <p:blipFill>
            <a:blip r:embed="rId149">
              <a:extLst>
                <a:ext uri="{96DAC541-7B7A-43D3-8B79-37D633B846F1}">
                  <asvg:svgBlip xmlns:asvg="http://schemas.microsoft.com/office/drawing/2016/SVG/main" r:embed="rId150"/>
                </a:ext>
              </a:extLst>
            </a:blip>
            <a:stretch>
              <a:fillRect/>
            </a:stretch>
          </p:blipFill>
          <p:spPr>
            <a:xfrm>
              <a:off x="1044059" y="5338183"/>
              <a:ext cx="150691" cy="150710"/>
            </a:xfrm>
            <a:prstGeom prst="rect">
              <a:avLst/>
            </a:prstGeom>
          </p:spPr>
        </p:pic>
        <p:pic>
          <p:nvPicPr>
            <p:cNvPr id="144" name="Rectangle 30 [Figma 9974:38714]" descr="Rectangle 30. векторный контур"/>
            <p:cNvPicPr>
              <a:picLocks noChangeAspect="1"/>
            </p:cNvPicPr>
            <p:nvPr/>
          </p:nvPicPr>
          <p:blipFill>
            <a:blip r:embed="rId151">
              <a:extLst>
                <a:ext uri="{96DAC541-7B7A-43D3-8B79-37D633B846F1}">
                  <asvg:svgBlip xmlns:asvg="http://schemas.microsoft.com/office/drawing/2016/SVG/main" r:embed="rId152"/>
                </a:ext>
              </a:extLst>
            </a:blip>
            <a:stretch>
              <a:fillRect/>
            </a:stretch>
          </p:blipFill>
          <p:spPr>
            <a:xfrm>
              <a:off x="1833132" y="5625414"/>
              <a:ext cx="68614" cy="68608"/>
            </a:xfrm>
            <a:prstGeom prst="rect">
              <a:avLst/>
            </a:prstGeom>
          </p:spPr>
        </p:pic>
        <p:pic>
          <p:nvPicPr>
            <p:cNvPr id="145" name="Rectangle 30 (Stroke) [Figma 9974:38715]" descr="Rectangle 30 (Stroke). векторный контур"/>
            <p:cNvPicPr>
              <a:picLocks noChangeAspect="1"/>
            </p:cNvPicPr>
            <p:nvPr/>
          </p:nvPicPr>
          <p:blipFill>
            <a:blip r:embed="rId153">
              <a:extLst>
                <a:ext uri="{96DAC541-7B7A-43D3-8B79-37D633B846F1}">
                  <asvg:svgBlip xmlns:asvg="http://schemas.microsoft.com/office/drawing/2016/SVG/main" r:embed="rId154"/>
                </a:ext>
              </a:extLst>
            </a:blip>
            <a:stretch>
              <a:fillRect/>
            </a:stretch>
          </p:blipFill>
          <p:spPr>
            <a:xfrm>
              <a:off x="1733966" y="6114302"/>
              <a:ext cx="8681" cy="8681"/>
            </a:xfrm>
            <a:prstGeom prst="rect">
              <a:avLst/>
            </a:prstGeom>
          </p:spPr>
        </p:pic>
        <p:pic>
          <p:nvPicPr>
            <p:cNvPr id="146" name="Rectangle 31 [Figma 9974:38716]" descr="Rectangle 31. векторный контур"/>
            <p:cNvPicPr>
              <a:picLocks noChangeAspect="1"/>
            </p:cNvPicPr>
            <p:nvPr/>
          </p:nvPicPr>
          <p:blipFill>
            <a:blip r:embed="rId155">
              <a:extLst>
                <a:ext uri="{96DAC541-7B7A-43D3-8B79-37D633B846F1}">
                  <asvg:svgBlip xmlns:asvg="http://schemas.microsoft.com/office/drawing/2016/SVG/main" r:embed="rId156"/>
                </a:ext>
              </a:extLst>
            </a:blip>
            <a:stretch>
              <a:fillRect/>
            </a:stretch>
          </p:blipFill>
          <p:spPr>
            <a:xfrm>
              <a:off x="1833132" y="5625414"/>
              <a:ext cx="68614" cy="68608"/>
            </a:xfrm>
            <a:prstGeom prst="rect">
              <a:avLst/>
            </a:prstGeom>
          </p:spPr>
        </p:pic>
        <p:pic>
          <p:nvPicPr>
            <p:cNvPr id="147" name="Ellipse 41 [Figma 9974:42410]" descr="Ellipse 41. отражение или наклон"/>
            <p:cNvPicPr>
              <a:picLocks noChangeAspect="1"/>
            </p:cNvPicPr>
            <p:nvPr/>
          </p:nvPicPr>
          <p:blipFill>
            <a:blip r:embed="rId157">
              <a:extLst>
                <a:ext uri="{96DAC541-7B7A-43D3-8B79-37D633B846F1}">
                  <asvg:svgBlip xmlns:asvg="http://schemas.microsoft.com/office/drawing/2016/SVG/main" r:embed="rId158"/>
                </a:ext>
              </a:extLst>
            </a:blip>
            <a:stretch>
              <a:fillRect/>
            </a:stretch>
          </p:blipFill>
          <p:spPr>
            <a:xfrm>
              <a:off x="1627463" y="5362193"/>
              <a:ext cx="31793" cy="31799"/>
            </a:xfrm>
            <a:prstGeom prst="rect">
              <a:avLst/>
            </a:prstGeom>
          </p:spPr>
        </p:pic>
        <p:pic>
          <p:nvPicPr>
            <p:cNvPr id="148" name="Ellipse 40 [Figma 9974:42422]" descr="Ellipse 40. отражение или наклон"/>
            <p:cNvPicPr>
              <a:picLocks noChangeAspect="1"/>
            </p:cNvPicPr>
            <p:nvPr/>
          </p:nvPicPr>
          <p:blipFill>
            <a:blip r:embed="rId157">
              <a:extLst>
                <a:ext uri="{96DAC541-7B7A-43D3-8B79-37D633B846F1}">
                  <asvg:svgBlip xmlns:asvg="http://schemas.microsoft.com/office/drawing/2016/SVG/main" r:embed="rId158"/>
                </a:ext>
              </a:extLst>
            </a:blip>
            <a:stretch>
              <a:fillRect/>
            </a:stretch>
          </p:blipFill>
          <p:spPr>
            <a:xfrm>
              <a:off x="1675155" y="5362193"/>
              <a:ext cx="31793" cy="31799"/>
            </a:xfrm>
            <a:prstGeom prst="rect">
              <a:avLst/>
            </a:prstGeom>
          </p:spPr>
        </p:pic>
        <p:pic>
          <p:nvPicPr>
            <p:cNvPr id="149" name="Ellipse 40 [Figma 9974:42443]" descr="Ellipse 40. отражение или наклон"/>
            <p:cNvPicPr>
              <a:picLocks noChangeAspect="1"/>
            </p:cNvPicPr>
            <p:nvPr/>
          </p:nvPicPr>
          <p:blipFill>
            <a:blip r:embed="rId159">
              <a:extLst>
                <a:ext uri="{96DAC541-7B7A-43D3-8B79-37D633B846F1}">
                  <asvg:svgBlip xmlns:asvg="http://schemas.microsoft.com/office/drawing/2016/SVG/main" r:embed="rId160"/>
                </a:ext>
              </a:extLst>
            </a:blip>
            <a:stretch>
              <a:fillRect/>
            </a:stretch>
          </p:blipFill>
          <p:spPr>
            <a:xfrm>
              <a:off x="1557261" y="5782473"/>
              <a:ext cx="200082" cy="174720"/>
            </a:xfrm>
            <a:prstGeom prst="rect">
              <a:avLst/>
            </a:prstGeom>
          </p:spPr>
        </p:pic>
        <p:pic>
          <p:nvPicPr>
            <p:cNvPr id="150" name="Rectangle 30 [Figma 9974:42470]" descr="Rectangle 30. векторный контур"/>
            <p:cNvPicPr>
              <a:picLocks noChangeAspect="1"/>
            </p:cNvPicPr>
            <p:nvPr/>
          </p:nvPicPr>
          <p:blipFill>
            <a:blip r:embed="rId161">
              <a:extLst>
                <a:ext uri="{96DAC541-7B7A-43D3-8B79-37D633B846F1}">
                  <asvg:svgBlip xmlns:asvg="http://schemas.microsoft.com/office/drawing/2016/SVG/main" r:embed="rId162"/>
                </a:ext>
              </a:extLst>
            </a:blip>
            <a:stretch>
              <a:fillRect/>
            </a:stretch>
          </p:blipFill>
          <p:spPr>
            <a:xfrm>
              <a:off x="1562960" y="5625414"/>
              <a:ext cx="51456" cy="107203"/>
            </a:xfrm>
            <a:prstGeom prst="rect">
              <a:avLst/>
            </a:prstGeom>
          </p:spPr>
        </p:pic>
        <p:pic>
          <p:nvPicPr>
            <p:cNvPr id="151" name="Rectangle 30 [Figma 9974:42496]" descr="Rectangle 30. векторный контур"/>
            <p:cNvPicPr>
              <a:picLocks noChangeAspect="1"/>
            </p:cNvPicPr>
            <p:nvPr/>
          </p:nvPicPr>
          <p:blipFill>
            <a:blip r:embed="rId163">
              <a:extLst>
                <a:ext uri="{96DAC541-7B7A-43D3-8B79-37D633B846F1}">
                  <asvg:svgBlip xmlns:asvg="http://schemas.microsoft.com/office/drawing/2016/SVG/main" r:embed="rId164"/>
                </a:ext>
              </a:extLst>
            </a:blip>
            <a:stretch>
              <a:fillRect/>
            </a:stretch>
          </p:blipFill>
          <p:spPr>
            <a:xfrm>
              <a:off x="1412858" y="5625414"/>
              <a:ext cx="488882" cy="488888"/>
            </a:xfrm>
            <a:prstGeom prst="rect">
              <a:avLst/>
            </a:prstGeom>
          </p:spPr>
        </p:pic>
        <p:pic>
          <p:nvPicPr>
            <p:cNvPr id="152" name="Rectangle 30 [Figma 9974:42607]" descr="Rectangle 30. отражение или наклон"/>
            <p:cNvPicPr>
              <a:picLocks noChangeAspect="1"/>
            </p:cNvPicPr>
            <p:nvPr/>
          </p:nvPicPr>
          <p:blipFill>
            <a:blip r:embed="rId165">
              <a:extLst>
                <a:ext uri="{96DAC541-7B7A-43D3-8B79-37D633B846F1}">
                  <asvg:svgBlip xmlns:asvg="http://schemas.microsoft.com/office/drawing/2016/SVG/main" r:embed="rId166"/>
                </a:ext>
              </a:extLst>
            </a:blip>
            <a:stretch>
              <a:fillRect/>
            </a:stretch>
          </p:blipFill>
          <p:spPr>
            <a:xfrm>
              <a:off x="1044059" y="5338183"/>
              <a:ext cx="689907" cy="849093"/>
            </a:xfrm>
            <a:prstGeom prst="rect">
              <a:avLst/>
            </a:prstGeom>
          </p:spPr>
        </p:pic>
      </p:grpSp>
      <p:grpSp>
        <p:nvGrpSpPr>
          <p:cNvPr id="218" name="Группа 217">
            <a:extLst>
              <a:ext uri="{FF2B5EF4-FFF2-40B4-BE49-F238E27FC236}">
                <a16:creationId xmlns:a16="http://schemas.microsoft.com/office/drawing/2014/main" id="{1A34946A-A8EB-4FB8-BEE6-8BD348B36645}"/>
              </a:ext>
            </a:extLst>
          </p:cNvPr>
          <p:cNvGrpSpPr/>
          <p:nvPr/>
        </p:nvGrpSpPr>
        <p:grpSpPr>
          <a:xfrm>
            <a:off x="3341046" y="5385658"/>
            <a:ext cx="889535" cy="770116"/>
            <a:chOff x="3341046" y="5385658"/>
            <a:chExt cx="889535" cy="770116"/>
          </a:xfrm>
        </p:grpSpPr>
        <p:pic>
          <p:nvPicPr>
            <p:cNvPr id="153" name="Rectangle 42 [Figma 9974:38884]" descr="Rectangle 42. векторный контур"/>
            <p:cNvPicPr>
              <a:picLocks noChangeAspect="1"/>
            </p:cNvPicPr>
            <p:nvPr/>
          </p:nvPicPr>
          <p:blipFill>
            <a:blip r:embed="rId167">
              <a:extLst>
                <a:ext uri="{96DAC541-7B7A-43D3-8B79-37D633B846F1}">
                  <asvg:svgBlip xmlns:asvg="http://schemas.microsoft.com/office/drawing/2016/SVG/main" r:embed="rId168"/>
                </a:ext>
              </a:extLst>
            </a:blip>
            <a:stretch>
              <a:fillRect/>
            </a:stretch>
          </p:blipFill>
          <p:spPr>
            <a:xfrm>
              <a:off x="3907292" y="6061668"/>
              <a:ext cx="118" cy="1984"/>
            </a:xfrm>
            <a:prstGeom prst="rect">
              <a:avLst/>
            </a:prstGeom>
          </p:spPr>
        </p:pic>
        <p:pic>
          <p:nvPicPr>
            <p:cNvPr id="154" name="Rectangle 41 [Figma 9974:38886]" descr="Rectangle 41. векторный контур"/>
            <p:cNvPicPr>
              <a:picLocks noChangeAspect="1"/>
            </p:cNvPicPr>
            <p:nvPr/>
          </p:nvPicPr>
          <p:blipFill>
            <a:blip r:embed="rId169">
              <a:extLst>
                <a:ext uri="{96DAC541-7B7A-43D3-8B79-37D633B846F1}">
                  <asvg:svgBlip xmlns:asvg="http://schemas.microsoft.com/office/drawing/2016/SVG/main" r:embed="rId170"/>
                </a:ext>
              </a:extLst>
            </a:blip>
            <a:stretch>
              <a:fillRect/>
            </a:stretch>
          </p:blipFill>
          <p:spPr>
            <a:xfrm>
              <a:off x="3395689" y="5660387"/>
              <a:ext cx="9109" cy="166981"/>
            </a:xfrm>
            <a:prstGeom prst="rect">
              <a:avLst/>
            </a:prstGeom>
          </p:spPr>
        </p:pic>
        <p:pic>
          <p:nvPicPr>
            <p:cNvPr id="155" name="Rectangle 41 (Stroke) [Figma 9974:38887]" descr="Rectangle 41 (Stroke). векторный контур"/>
            <p:cNvPicPr>
              <a:picLocks noChangeAspect="1"/>
            </p:cNvPicPr>
            <p:nvPr/>
          </p:nvPicPr>
          <p:blipFill>
            <a:blip r:embed="rId169">
              <a:extLst>
                <a:ext uri="{96DAC541-7B7A-43D3-8B79-37D633B846F1}">
                  <asvg:svgBlip xmlns:asvg="http://schemas.microsoft.com/office/drawing/2016/SVG/main" r:embed="rId171"/>
                </a:ext>
              </a:extLst>
            </a:blip>
            <a:stretch>
              <a:fillRect/>
            </a:stretch>
          </p:blipFill>
          <p:spPr>
            <a:xfrm>
              <a:off x="3395689" y="5660387"/>
              <a:ext cx="9109" cy="166981"/>
            </a:xfrm>
            <a:prstGeom prst="rect">
              <a:avLst/>
            </a:prstGeom>
          </p:spPr>
        </p:pic>
        <p:pic>
          <p:nvPicPr>
            <p:cNvPr id="156" name="Union (Stroke) [Figma 9974:38891]" descr="Union (Stroke). векторный контур"/>
            <p:cNvPicPr>
              <a:picLocks noChangeAspect="1"/>
            </p:cNvPicPr>
            <p:nvPr/>
          </p:nvPicPr>
          <p:blipFill>
            <a:blip r:embed="rId172">
              <a:extLst>
                <a:ext uri="{96DAC541-7B7A-43D3-8B79-37D633B846F1}">
                  <asvg:svgBlip xmlns:asvg="http://schemas.microsoft.com/office/drawing/2016/SVG/main" r:embed="rId173"/>
                </a:ext>
              </a:extLst>
            </a:blip>
            <a:stretch>
              <a:fillRect/>
            </a:stretch>
          </p:blipFill>
          <p:spPr>
            <a:xfrm>
              <a:off x="3395702" y="5660387"/>
              <a:ext cx="9097" cy="166981"/>
            </a:xfrm>
            <a:prstGeom prst="rect">
              <a:avLst/>
            </a:prstGeom>
          </p:spPr>
        </p:pic>
        <p:pic>
          <p:nvPicPr>
            <p:cNvPr id="157" name="Rectangle 41 (Stroke) [Figma 9974:42717]" descr="Rectangle 41 (Stroke). векторный контур"/>
            <p:cNvPicPr>
              <a:picLocks noChangeAspect="1"/>
            </p:cNvPicPr>
            <p:nvPr/>
          </p:nvPicPr>
          <p:blipFill>
            <a:blip r:embed="rId174">
              <a:extLst>
                <a:ext uri="{96DAC541-7B7A-43D3-8B79-37D633B846F1}">
                  <asvg:svgBlip xmlns:asvg="http://schemas.microsoft.com/office/drawing/2016/SVG/main" r:embed="rId175"/>
                </a:ext>
              </a:extLst>
            </a:blip>
            <a:stretch>
              <a:fillRect/>
            </a:stretch>
          </p:blipFill>
          <p:spPr>
            <a:xfrm>
              <a:off x="3341046" y="5660685"/>
              <a:ext cx="54656" cy="166386"/>
            </a:xfrm>
            <a:prstGeom prst="rect">
              <a:avLst/>
            </a:prstGeom>
          </p:spPr>
        </p:pic>
        <p:pic>
          <p:nvPicPr>
            <p:cNvPr id="158" name="Union [Figma 9974:42734]" descr="Union. векторный контур"/>
            <p:cNvPicPr>
              <a:picLocks noChangeAspect="1"/>
            </p:cNvPicPr>
            <p:nvPr/>
          </p:nvPicPr>
          <p:blipFill>
            <a:blip r:embed="rId176">
              <a:extLst>
                <a:ext uri="{96DAC541-7B7A-43D3-8B79-37D633B846F1}">
                  <asvg:svgBlip xmlns:asvg="http://schemas.microsoft.com/office/drawing/2016/SVG/main" r:embed="rId177"/>
                </a:ext>
              </a:extLst>
            </a:blip>
            <a:stretch>
              <a:fillRect/>
            </a:stretch>
          </p:blipFill>
          <p:spPr>
            <a:xfrm>
              <a:off x="3404799" y="5587513"/>
              <a:ext cx="279784" cy="568261"/>
            </a:xfrm>
            <a:prstGeom prst="rect">
              <a:avLst/>
            </a:prstGeom>
          </p:spPr>
        </p:pic>
        <p:pic>
          <p:nvPicPr>
            <p:cNvPr id="159" name="Rectangle 42 [Figma 9974:42748]" descr="Rectangle 42. векторный контур"/>
            <p:cNvPicPr>
              <a:picLocks noChangeAspect="1"/>
            </p:cNvPicPr>
            <p:nvPr/>
          </p:nvPicPr>
          <p:blipFill>
            <a:blip r:embed="rId178">
              <a:extLst>
                <a:ext uri="{96DAC541-7B7A-43D3-8B79-37D633B846F1}">
                  <asvg:svgBlip xmlns:asvg="http://schemas.microsoft.com/office/drawing/2016/SVG/main" r:embed="rId179"/>
                </a:ext>
              </a:extLst>
            </a:blip>
            <a:stretch>
              <a:fillRect/>
            </a:stretch>
          </p:blipFill>
          <p:spPr>
            <a:xfrm>
              <a:off x="3705362" y="5424104"/>
              <a:ext cx="202048" cy="639548"/>
            </a:xfrm>
            <a:prstGeom prst="rect">
              <a:avLst/>
            </a:prstGeom>
          </p:spPr>
        </p:pic>
        <p:pic>
          <p:nvPicPr>
            <p:cNvPr id="160" name="Rectangle 43 [Figma 9974:42796]" descr="Rectangle 43. векторный контур"/>
            <p:cNvPicPr>
              <a:picLocks noChangeAspect="1"/>
            </p:cNvPicPr>
            <p:nvPr/>
          </p:nvPicPr>
          <p:blipFill>
            <a:blip r:embed="rId180">
              <a:extLst>
                <a:ext uri="{96DAC541-7B7A-43D3-8B79-37D633B846F1}">
                  <asvg:svgBlip xmlns:asvg="http://schemas.microsoft.com/office/drawing/2016/SVG/main" r:embed="rId181"/>
                </a:ext>
              </a:extLst>
            </a:blip>
            <a:stretch>
              <a:fillRect/>
            </a:stretch>
          </p:blipFill>
          <p:spPr>
            <a:xfrm>
              <a:off x="3916358" y="5385658"/>
              <a:ext cx="85010" cy="716490"/>
            </a:xfrm>
            <a:prstGeom prst="rect">
              <a:avLst/>
            </a:prstGeom>
          </p:spPr>
        </p:pic>
        <p:pic>
          <p:nvPicPr>
            <p:cNvPr id="161" name="Vector 66 [Figma 9974:42828]" descr="Vector 66. векторный контур"/>
            <p:cNvPicPr>
              <a:picLocks noChangeAspect="1"/>
            </p:cNvPicPr>
            <p:nvPr/>
          </p:nvPicPr>
          <p:blipFill>
            <a:blip r:embed="rId182">
              <a:extLst>
                <a:ext uri="{96DAC541-7B7A-43D3-8B79-37D633B846F1}">
                  <asvg:svgBlip xmlns:asvg="http://schemas.microsoft.com/office/drawing/2016/SVG/main" r:embed="rId183"/>
                </a:ext>
              </a:extLst>
            </a:blip>
            <a:stretch>
              <a:fillRect/>
            </a:stretch>
          </p:blipFill>
          <p:spPr>
            <a:xfrm>
              <a:off x="4054498" y="5548075"/>
              <a:ext cx="75900" cy="136621"/>
            </a:xfrm>
            <a:prstGeom prst="rect">
              <a:avLst/>
            </a:prstGeom>
          </p:spPr>
        </p:pic>
        <p:pic>
          <p:nvPicPr>
            <p:cNvPr id="162" name="Vector 64 [Figma 9974:42841]" descr="Vector 64. векторный контур"/>
            <p:cNvPicPr>
              <a:picLocks noChangeAspect="1"/>
            </p:cNvPicPr>
            <p:nvPr/>
          </p:nvPicPr>
          <p:blipFill>
            <a:blip r:embed="rId184">
              <a:extLst>
                <a:ext uri="{96DAC541-7B7A-43D3-8B79-37D633B846F1}">
                  <asvg:svgBlip xmlns:asvg="http://schemas.microsoft.com/office/drawing/2016/SVG/main" r:embed="rId185"/>
                </a:ext>
              </a:extLst>
            </a:blip>
            <a:stretch>
              <a:fillRect/>
            </a:stretch>
          </p:blipFill>
          <p:spPr>
            <a:xfrm>
              <a:off x="4133430" y="5623975"/>
              <a:ext cx="97151" cy="170007"/>
            </a:xfrm>
            <a:prstGeom prst="rect">
              <a:avLst/>
            </a:prstGeom>
          </p:spPr>
        </p:pic>
        <p:pic>
          <p:nvPicPr>
            <p:cNvPr id="163" name="Vector 65 [Figma 9974:42854]" descr="Vector 65. векторный контур"/>
            <p:cNvPicPr>
              <a:picLocks noChangeAspect="1"/>
            </p:cNvPicPr>
            <p:nvPr/>
          </p:nvPicPr>
          <p:blipFill>
            <a:blip r:embed="rId186">
              <a:extLst>
                <a:ext uri="{96DAC541-7B7A-43D3-8B79-37D633B846F1}">
                  <asvg:svgBlip xmlns:asvg="http://schemas.microsoft.com/office/drawing/2016/SVG/main" r:embed="rId187"/>
                </a:ext>
              </a:extLst>
            </a:blip>
            <a:stretch>
              <a:fillRect/>
            </a:stretch>
          </p:blipFill>
          <p:spPr>
            <a:xfrm>
              <a:off x="4075749" y="5833470"/>
              <a:ext cx="109293" cy="94107"/>
            </a:xfrm>
            <a:prstGeom prst="rect">
              <a:avLst/>
            </a:prstGeom>
          </p:spPr>
        </p:pic>
      </p:grpSp>
      <p:grpSp>
        <p:nvGrpSpPr>
          <p:cNvPr id="200" name="Группа 199">
            <a:extLst>
              <a:ext uri="{FF2B5EF4-FFF2-40B4-BE49-F238E27FC236}">
                <a16:creationId xmlns:a16="http://schemas.microsoft.com/office/drawing/2014/main" id="{FB257540-0F6B-4BC5-A7EC-79A1A1986D7A}"/>
              </a:ext>
            </a:extLst>
          </p:cNvPr>
          <p:cNvGrpSpPr/>
          <p:nvPr/>
        </p:nvGrpSpPr>
        <p:grpSpPr>
          <a:xfrm>
            <a:off x="5673992" y="5359911"/>
            <a:ext cx="967508" cy="840411"/>
            <a:chOff x="5673992" y="5359911"/>
            <a:chExt cx="967508" cy="840411"/>
          </a:xfrm>
        </p:grpSpPr>
        <p:pic>
          <p:nvPicPr>
            <p:cNvPr id="172" name="Ellipse 67 [Figma 9974:43109]" descr="Ellipse 67. векторный контур"/>
            <p:cNvPicPr>
              <a:picLocks noChangeAspect="1"/>
            </p:cNvPicPr>
            <p:nvPr/>
          </p:nvPicPr>
          <p:blipFill>
            <a:blip r:embed="rId188">
              <a:extLst>
                <a:ext uri="{96DAC541-7B7A-43D3-8B79-37D633B846F1}">
                  <asvg:svgBlip xmlns:asvg="http://schemas.microsoft.com/office/drawing/2016/SVG/main" r:embed="rId189"/>
                </a:ext>
              </a:extLst>
            </a:blip>
            <a:stretch>
              <a:fillRect/>
            </a:stretch>
          </p:blipFill>
          <p:spPr>
            <a:xfrm>
              <a:off x="5673992" y="5359911"/>
              <a:ext cx="838619" cy="840411"/>
            </a:xfrm>
            <a:prstGeom prst="rect">
              <a:avLst/>
            </a:prstGeom>
          </p:spPr>
        </p:pic>
        <p:pic>
          <p:nvPicPr>
            <p:cNvPr id="173" name="Ellipse 72 [Figma 9974:43121]" descr="Ellipse 72. отражение или наклон"/>
            <p:cNvPicPr>
              <a:picLocks noChangeAspect="1"/>
            </p:cNvPicPr>
            <p:nvPr/>
          </p:nvPicPr>
          <p:blipFill>
            <a:blip r:embed="rId190">
              <a:extLst>
                <a:ext uri="{96DAC541-7B7A-43D3-8B79-37D633B846F1}">
                  <asvg:svgBlip xmlns:asvg="http://schemas.microsoft.com/office/drawing/2016/SVG/main" r:embed="rId191"/>
                </a:ext>
              </a:extLst>
            </a:blip>
            <a:stretch>
              <a:fillRect/>
            </a:stretch>
          </p:blipFill>
          <p:spPr>
            <a:xfrm>
              <a:off x="5775571" y="5461508"/>
              <a:ext cx="637390" cy="637415"/>
            </a:xfrm>
            <a:prstGeom prst="rect">
              <a:avLst/>
            </a:prstGeom>
          </p:spPr>
        </p:pic>
        <p:pic>
          <p:nvPicPr>
            <p:cNvPr id="174" name="Ellipse 69 [Figma 9974:43134]" descr="Ellipse 69. векторный контур"/>
            <p:cNvPicPr>
              <a:picLocks noChangeAspect="1"/>
            </p:cNvPicPr>
            <p:nvPr/>
          </p:nvPicPr>
          <p:blipFill>
            <a:blip r:embed="rId192">
              <a:extLst>
                <a:ext uri="{96DAC541-7B7A-43D3-8B79-37D633B846F1}">
                  <asvg:svgBlip xmlns:asvg="http://schemas.microsoft.com/office/drawing/2016/SVG/main" r:embed="rId193"/>
                </a:ext>
              </a:extLst>
            </a:blip>
            <a:stretch>
              <a:fillRect/>
            </a:stretch>
          </p:blipFill>
          <p:spPr>
            <a:xfrm>
              <a:off x="5876852" y="5562759"/>
              <a:ext cx="434691" cy="434716"/>
            </a:xfrm>
            <a:prstGeom prst="rect">
              <a:avLst/>
            </a:prstGeom>
          </p:spPr>
        </p:pic>
        <p:pic>
          <p:nvPicPr>
            <p:cNvPr id="175" name="Ellipse 70 [Figma 9974:43148]" descr="Ellipse 70. отражение или наклон"/>
            <p:cNvPicPr>
              <a:picLocks noChangeAspect="1"/>
            </p:cNvPicPr>
            <p:nvPr/>
          </p:nvPicPr>
          <p:blipFill>
            <a:blip r:embed="rId194">
              <a:extLst>
                <a:ext uri="{96DAC541-7B7A-43D3-8B79-37D633B846F1}">
                  <asvg:svgBlip xmlns:asvg="http://schemas.microsoft.com/office/drawing/2016/SVG/main" r:embed="rId195"/>
                </a:ext>
              </a:extLst>
            </a:blip>
            <a:stretch>
              <a:fillRect/>
            </a:stretch>
          </p:blipFill>
          <p:spPr>
            <a:xfrm>
              <a:off x="5984080" y="5670011"/>
              <a:ext cx="220229" cy="220260"/>
            </a:xfrm>
            <a:prstGeom prst="rect">
              <a:avLst/>
            </a:prstGeom>
          </p:spPr>
        </p:pic>
        <p:pic>
          <p:nvPicPr>
            <p:cNvPr id="133" name="Ellipse 67 (Stroke) [Figma 9974:38907]" descr="Ellipse 67 (Stroke). векторный контур"/>
            <p:cNvPicPr>
              <a:picLocks noChangeAspect="1"/>
            </p:cNvPicPr>
            <p:nvPr/>
          </p:nvPicPr>
          <p:blipFill>
            <a:blip r:embed="rId196"/>
            <a:stretch>
              <a:fillRect/>
            </a:stretch>
          </p:blipFill>
          <p:spPr>
            <a:xfrm>
              <a:off x="5775422" y="5497737"/>
              <a:ext cx="637556" cy="637556"/>
            </a:xfrm>
            <a:prstGeom prst="rect">
              <a:avLst/>
            </a:prstGeom>
          </p:spPr>
        </p:pic>
        <p:pic>
          <p:nvPicPr>
            <p:cNvPr id="134" name="Ellipse 69 (Stroke) [Figma 9974:38910]" descr="Ellipse 69 (Stroke). векторный контур"/>
            <p:cNvPicPr>
              <a:picLocks noChangeAspect="1"/>
            </p:cNvPicPr>
            <p:nvPr/>
          </p:nvPicPr>
          <p:blipFill>
            <a:blip r:embed="rId196"/>
            <a:stretch>
              <a:fillRect/>
            </a:stretch>
          </p:blipFill>
          <p:spPr>
            <a:xfrm>
              <a:off x="6208669" y="5687077"/>
              <a:ext cx="204311" cy="97727"/>
            </a:xfrm>
            <a:prstGeom prst="rect">
              <a:avLst/>
            </a:prstGeom>
          </p:spPr>
        </p:pic>
        <p:pic>
          <p:nvPicPr>
            <p:cNvPr id="164" name="Ellipse 70 [Figma 9974:38904]" descr="Ellipse 70. отражение или наклон"/>
            <p:cNvPicPr>
              <a:picLocks noChangeAspect="1"/>
            </p:cNvPicPr>
            <p:nvPr/>
          </p:nvPicPr>
          <p:blipFill>
            <a:blip r:embed="rId197">
              <a:extLst>
                <a:ext uri="{96DAC541-7B7A-43D3-8B79-37D633B846F1}">
                  <asvg:svgBlip xmlns:asvg="http://schemas.microsoft.com/office/drawing/2016/SVG/main" r:embed="rId198"/>
                </a:ext>
              </a:extLst>
            </a:blip>
            <a:stretch>
              <a:fillRect/>
            </a:stretch>
          </p:blipFill>
          <p:spPr>
            <a:xfrm>
              <a:off x="6060874" y="5746805"/>
              <a:ext cx="66593" cy="66673"/>
            </a:xfrm>
            <a:prstGeom prst="rect">
              <a:avLst/>
            </a:prstGeom>
          </p:spPr>
        </p:pic>
        <p:pic>
          <p:nvPicPr>
            <p:cNvPr id="165" name="Ellipse 71 [Figma 9974:38905]" descr="Ellipse 71. отражение или наклон"/>
            <p:cNvPicPr>
              <a:picLocks noChangeAspect="1"/>
            </p:cNvPicPr>
            <p:nvPr/>
          </p:nvPicPr>
          <p:blipFill>
            <a:blip r:embed="rId199">
              <a:extLst>
                <a:ext uri="{96DAC541-7B7A-43D3-8B79-37D633B846F1}">
                  <asvg:svgBlip xmlns:asvg="http://schemas.microsoft.com/office/drawing/2016/SVG/main" r:embed="rId200"/>
                </a:ext>
              </a:extLst>
            </a:blip>
            <a:stretch>
              <a:fillRect/>
            </a:stretch>
          </p:blipFill>
          <p:spPr>
            <a:xfrm>
              <a:off x="6060874" y="5746805"/>
              <a:ext cx="66593" cy="66673"/>
            </a:xfrm>
            <a:prstGeom prst="rect">
              <a:avLst/>
            </a:prstGeom>
          </p:spPr>
        </p:pic>
        <p:pic>
          <p:nvPicPr>
            <p:cNvPr id="167" name="Ellipse 72 [Figma 9974:38908]" descr="Ellipse 72. отражение или наклон"/>
            <p:cNvPicPr>
              <a:picLocks noChangeAspect="1"/>
            </p:cNvPicPr>
            <p:nvPr/>
          </p:nvPicPr>
          <p:blipFill>
            <a:blip r:embed="rId201">
              <a:extLst>
                <a:ext uri="{96DAC541-7B7A-43D3-8B79-37D633B846F1}">
                  <asvg:svgBlip xmlns:asvg="http://schemas.microsoft.com/office/drawing/2016/SVG/main" r:embed="rId202"/>
                </a:ext>
              </a:extLst>
            </a:blip>
            <a:stretch>
              <a:fillRect/>
            </a:stretch>
          </p:blipFill>
          <p:spPr>
            <a:xfrm>
              <a:off x="6132520" y="5781630"/>
              <a:ext cx="280429" cy="315012"/>
            </a:xfrm>
            <a:prstGeom prst="rect">
              <a:avLst/>
            </a:prstGeom>
          </p:spPr>
        </p:pic>
        <p:pic>
          <p:nvPicPr>
            <p:cNvPr id="168" name="Ellipse 69 [Figma 9974:38909]" descr="Ellipse 69. векторный контур"/>
            <p:cNvPicPr>
              <a:picLocks noChangeAspect="1"/>
            </p:cNvPicPr>
            <p:nvPr/>
          </p:nvPicPr>
          <p:blipFill>
            <a:blip r:embed="rId203">
              <a:extLst>
                <a:ext uri="{96DAC541-7B7A-43D3-8B79-37D633B846F1}">
                  <asvg:svgBlip xmlns:asvg="http://schemas.microsoft.com/office/drawing/2016/SVG/main" r:embed="rId204"/>
                </a:ext>
              </a:extLst>
            </a:blip>
            <a:stretch>
              <a:fillRect/>
            </a:stretch>
          </p:blipFill>
          <p:spPr>
            <a:xfrm>
              <a:off x="6208669" y="5778604"/>
              <a:ext cx="204311" cy="1984"/>
            </a:xfrm>
            <a:prstGeom prst="rect">
              <a:avLst/>
            </a:prstGeom>
          </p:spPr>
        </p:pic>
        <p:pic>
          <p:nvPicPr>
            <p:cNvPr id="169" name="Vector 86 [Figma 9974:38911]" descr="Vector 86. векторный контур"/>
            <p:cNvPicPr>
              <a:picLocks noChangeAspect="1"/>
            </p:cNvPicPr>
            <p:nvPr/>
          </p:nvPicPr>
          <p:blipFill>
            <a:blip r:embed="rId196"/>
            <a:stretch>
              <a:fillRect/>
            </a:stretch>
          </p:blipFill>
          <p:spPr>
            <a:xfrm>
              <a:off x="6412968" y="5778604"/>
              <a:ext cx="63" cy="1587"/>
            </a:xfrm>
            <a:prstGeom prst="rect">
              <a:avLst/>
            </a:prstGeom>
          </p:spPr>
        </p:pic>
        <p:pic>
          <p:nvPicPr>
            <p:cNvPr id="170" name="Vector 85 (Stroke) [Figma 9974:38912]" descr="Vector 85 (Stroke). векторный контур"/>
            <p:cNvPicPr>
              <a:picLocks noChangeAspect="1"/>
            </p:cNvPicPr>
            <p:nvPr/>
          </p:nvPicPr>
          <p:blipFill>
            <a:blip r:embed="rId196"/>
            <a:stretch>
              <a:fillRect/>
            </a:stretch>
          </p:blipFill>
          <p:spPr>
            <a:xfrm>
              <a:off x="6412968" y="5778802"/>
              <a:ext cx="63" cy="1389"/>
            </a:xfrm>
            <a:prstGeom prst="rect">
              <a:avLst/>
            </a:prstGeom>
          </p:spPr>
        </p:pic>
        <p:pic>
          <p:nvPicPr>
            <p:cNvPr id="171" name="Vector 86 [Figma 9974:43033]" descr="Vector 86. векторный контур"/>
            <p:cNvPicPr>
              <a:picLocks noChangeAspect="1"/>
            </p:cNvPicPr>
            <p:nvPr/>
          </p:nvPicPr>
          <p:blipFill>
            <a:blip r:embed="rId205">
              <a:extLst>
                <a:ext uri="{96DAC541-7B7A-43D3-8B79-37D633B846F1}">
                  <asvg:svgBlip xmlns:asvg="http://schemas.microsoft.com/office/drawing/2016/SVG/main" r:embed="rId206"/>
                </a:ext>
              </a:extLst>
            </a:blip>
            <a:stretch>
              <a:fillRect/>
            </a:stretch>
          </p:blipFill>
          <p:spPr>
            <a:xfrm>
              <a:off x="6455618" y="5741001"/>
              <a:ext cx="185882" cy="80861"/>
            </a:xfrm>
            <a:prstGeom prst="rect">
              <a:avLst/>
            </a:prstGeom>
          </p:spPr>
        </p:pic>
      </p:grpSp>
      <p:grpSp>
        <p:nvGrpSpPr>
          <p:cNvPr id="215" name="Группа 214">
            <a:extLst>
              <a:ext uri="{FF2B5EF4-FFF2-40B4-BE49-F238E27FC236}">
                <a16:creationId xmlns:a16="http://schemas.microsoft.com/office/drawing/2014/main" id="{7AA09E5E-C64E-49E2-BA7B-860EDB81A78C}"/>
              </a:ext>
            </a:extLst>
          </p:cNvPr>
          <p:cNvGrpSpPr/>
          <p:nvPr/>
        </p:nvGrpSpPr>
        <p:grpSpPr>
          <a:xfrm>
            <a:off x="7962676" y="5321316"/>
            <a:ext cx="863715" cy="878808"/>
            <a:chOff x="7962676" y="5321316"/>
            <a:chExt cx="863715" cy="878808"/>
          </a:xfrm>
        </p:grpSpPr>
        <p:pic>
          <p:nvPicPr>
            <p:cNvPr id="135" name="Rectangle 79 (Stroke) [Figma 9974:38824]" descr="Rectangle 79 (Stroke). векторный контур"/>
            <p:cNvPicPr>
              <a:picLocks noChangeAspect="1"/>
            </p:cNvPicPr>
            <p:nvPr/>
          </p:nvPicPr>
          <p:blipFill>
            <a:blip r:embed="rId196"/>
            <a:stretch>
              <a:fillRect/>
            </a:stretch>
          </p:blipFill>
          <p:spPr>
            <a:xfrm>
              <a:off x="8025300" y="5704142"/>
              <a:ext cx="99250" cy="353828"/>
            </a:xfrm>
            <a:prstGeom prst="rect">
              <a:avLst/>
            </a:prstGeom>
          </p:spPr>
        </p:pic>
        <p:pic>
          <p:nvPicPr>
            <p:cNvPr id="136" name="Rectangle 81 [Figma 9974:38825]" descr="Rectangle 81. векторный контур"/>
            <p:cNvPicPr>
              <a:picLocks noChangeAspect="1"/>
            </p:cNvPicPr>
            <p:nvPr/>
          </p:nvPicPr>
          <p:blipFill>
            <a:blip r:embed="rId196"/>
            <a:stretch>
              <a:fillRect/>
            </a:stretch>
          </p:blipFill>
          <p:spPr>
            <a:xfrm>
              <a:off x="8768932" y="6032845"/>
              <a:ext cx="63" cy="6562"/>
            </a:xfrm>
            <a:prstGeom prst="rect">
              <a:avLst/>
            </a:prstGeom>
          </p:spPr>
        </p:pic>
        <p:pic>
          <p:nvPicPr>
            <p:cNvPr id="137" name="Rectangle 81 (Stroke) [Figma 9974:38826]" descr="Rectangle 81 (Stroke). векторный контур"/>
            <p:cNvPicPr>
              <a:picLocks noChangeAspect="1"/>
            </p:cNvPicPr>
            <p:nvPr/>
          </p:nvPicPr>
          <p:blipFill>
            <a:blip r:embed="rId196"/>
            <a:stretch>
              <a:fillRect/>
            </a:stretch>
          </p:blipFill>
          <p:spPr>
            <a:xfrm>
              <a:off x="8768932" y="6032845"/>
              <a:ext cx="63" cy="6562"/>
            </a:xfrm>
            <a:prstGeom prst="rect">
              <a:avLst/>
            </a:prstGeom>
          </p:spPr>
        </p:pic>
        <p:pic>
          <p:nvPicPr>
            <p:cNvPr id="138" name="Rectangle 80 (Stroke) [Figma 9974:38828]" descr="Rectangle 80 (Stroke). векторный контур"/>
            <p:cNvPicPr>
              <a:picLocks noChangeAspect="1"/>
            </p:cNvPicPr>
            <p:nvPr/>
          </p:nvPicPr>
          <p:blipFill>
            <a:blip r:embed="rId196"/>
            <a:stretch>
              <a:fillRect/>
            </a:stretch>
          </p:blipFill>
          <p:spPr>
            <a:xfrm>
              <a:off x="8025300" y="5704142"/>
              <a:ext cx="99250" cy="353828"/>
            </a:xfrm>
            <a:prstGeom prst="rect">
              <a:avLst/>
            </a:prstGeom>
          </p:spPr>
        </p:pic>
        <p:pic>
          <p:nvPicPr>
            <p:cNvPr id="139" name="Rectangle 82 [Figma 9974:38829]" descr="Rectangle 82. векторный контур"/>
            <p:cNvPicPr>
              <a:picLocks noChangeAspect="1"/>
            </p:cNvPicPr>
            <p:nvPr/>
          </p:nvPicPr>
          <p:blipFill>
            <a:blip r:embed="rId196"/>
            <a:stretch>
              <a:fillRect/>
            </a:stretch>
          </p:blipFill>
          <p:spPr>
            <a:xfrm>
              <a:off x="8768932" y="6032845"/>
              <a:ext cx="63" cy="6562"/>
            </a:xfrm>
            <a:prstGeom prst="rect">
              <a:avLst/>
            </a:prstGeom>
          </p:spPr>
        </p:pic>
        <p:pic>
          <p:nvPicPr>
            <p:cNvPr id="140" name="Rectangle 82 (Stroke) [Figma 9974:38830]" descr="Rectangle 82 (Stroke). векторный контур"/>
            <p:cNvPicPr>
              <a:picLocks noChangeAspect="1"/>
            </p:cNvPicPr>
            <p:nvPr/>
          </p:nvPicPr>
          <p:blipFill>
            <a:blip r:embed="rId196"/>
            <a:stretch>
              <a:fillRect/>
            </a:stretch>
          </p:blipFill>
          <p:spPr>
            <a:xfrm>
              <a:off x="8768932" y="6024313"/>
              <a:ext cx="63" cy="15094"/>
            </a:xfrm>
            <a:prstGeom prst="rect">
              <a:avLst/>
            </a:prstGeom>
          </p:spPr>
        </p:pic>
        <p:pic>
          <p:nvPicPr>
            <p:cNvPr id="176" name="Rectangle 80 [Figma 9974:38827]" descr="Rectangle 80. векторный контур"/>
            <p:cNvPicPr>
              <a:picLocks noChangeAspect="1"/>
            </p:cNvPicPr>
            <p:nvPr/>
          </p:nvPicPr>
          <p:blipFill>
            <a:blip r:embed="rId207">
              <a:extLst>
                <a:ext uri="{96DAC541-7B7A-43D3-8B79-37D633B846F1}">
                  <asvg:svgBlip xmlns:asvg="http://schemas.microsoft.com/office/drawing/2016/SVG/main" r:embed="rId208"/>
                </a:ext>
              </a:extLst>
            </a:blip>
            <a:stretch>
              <a:fillRect/>
            </a:stretch>
          </p:blipFill>
          <p:spPr>
            <a:xfrm>
              <a:off x="8025300" y="5704142"/>
              <a:ext cx="99247" cy="353805"/>
            </a:xfrm>
            <a:prstGeom prst="rect">
              <a:avLst/>
            </a:prstGeom>
          </p:spPr>
        </p:pic>
        <p:pic>
          <p:nvPicPr>
            <p:cNvPr id="177" name="Vector 61 [Figma 9974:43370]" descr="Vector 61. векторный контур"/>
            <p:cNvPicPr>
              <a:picLocks noChangeAspect="1"/>
            </p:cNvPicPr>
            <p:nvPr/>
          </p:nvPicPr>
          <p:blipFill>
            <a:blip r:embed="rId209">
              <a:extLst>
                <a:ext uri="{96DAC541-7B7A-43D3-8B79-37D633B846F1}">
                  <asvg:svgBlip xmlns:asvg="http://schemas.microsoft.com/office/drawing/2016/SVG/main" r:embed="rId210"/>
                </a:ext>
              </a:extLst>
            </a:blip>
            <a:stretch>
              <a:fillRect/>
            </a:stretch>
          </p:blipFill>
          <p:spPr>
            <a:xfrm>
              <a:off x="8180543" y="5708160"/>
              <a:ext cx="428118" cy="364024"/>
            </a:xfrm>
            <a:prstGeom prst="rect">
              <a:avLst/>
            </a:prstGeom>
          </p:spPr>
        </p:pic>
        <p:pic>
          <p:nvPicPr>
            <p:cNvPr id="178" name="Rectangle 78 [Figma 9974:43427]" descr="Rectangle 78. векторный контур"/>
            <p:cNvPicPr>
              <a:picLocks noChangeAspect="1"/>
            </p:cNvPicPr>
            <p:nvPr/>
          </p:nvPicPr>
          <p:blipFill>
            <a:blip r:embed="rId211">
              <a:extLst>
                <a:ext uri="{96DAC541-7B7A-43D3-8B79-37D633B846F1}">
                  <asvg:svgBlip xmlns:asvg="http://schemas.microsoft.com/office/drawing/2016/SVG/main" r:embed="rId212"/>
                </a:ext>
              </a:extLst>
            </a:blip>
            <a:stretch>
              <a:fillRect/>
            </a:stretch>
          </p:blipFill>
          <p:spPr>
            <a:xfrm>
              <a:off x="8305592" y="6135832"/>
              <a:ext cx="194656" cy="64292"/>
            </a:xfrm>
            <a:prstGeom prst="rect">
              <a:avLst/>
            </a:prstGeom>
          </p:spPr>
        </p:pic>
        <p:pic>
          <p:nvPicPr>
            <p:cNvPr id="179" name="Vector 132 (Stroke) [Figma 9974:43558]" descr="Vector 132 (Stroke). векторный контур"/>
            <p:cNvPicPr>
              <a:picLocks noChangeAspect="1"/>
            </p:cNvPicPr>
            <p:nvPr/>
          </p:nvPicPr>
          <p:blipFill>
            <a:blip r:embed="rId213">
              <a:extLst>
                <a:ext uri="{96DAC541-7B7A-43D3-8B79-37D633B846F1}">
                  <asvg:svgBlip xmlns:asvg="http://schemas.microsoft.com/office/drawing/2016/SVG/main" r:embed="rId214"/>
                </a:ext>
              </a:extLst>
            </a:blip>
            <a:stretch>
              <a:fillRect/>
            </a:stretch>
          </p:blipFill>
          <p:spPr>
            <a:xfrm>
              <a:off x="8510586" y="6024313"/>
              <a:ext cx="271592" cy="150263"/>
            </a:xfrm>
            <a:prstGeom prst="rect">
              <a:avLst/>
            </a:prstGeom>
          </p:spPr>
        </p:pic>
        <p:pic>
          <p:nvPicPr>
            <p:cNvPr id="180" name="Rectangle 81 [Figma 9974:43606]" descr="Rectangle 81. векторный контур"/>
            <p:cNvPicPr>
              <a:picLocks noChangeAspect="1"/>
            </p:cNvPicPr>
            <p:nvPr/>
          </p:nvPicPr>
          <p:blipFill>
            <a:blip r:embed="rId215">
              <a:extLst>
                <a:ext uri="{96DAC541-7B7A-43D3-8B79-37D633B846F1}">
                  <asvg:svgBlip xmlns:asvg="http://schemas.microsoft.com/office/drawing/2016/SVG/main" r:embed="rId216"/>
                </a:ext>
              </a:extLst>
            </a:blip>
            <a:stretch>
              <a:fillRect/>
            </a:stretch>
          </p:blipFill>
          <p:spPr>
            <a:xfrm>
              <a:off x="8774104" y="5756131"/>
              <a:ext cx="52287" cy="257863"/>
            </a:xfrm>
            <a:prstGeom prst="rect">
              <a:avLst/>
            </a:prstGeom>
          </p:spPr>
        </p:pic>
        <p:pic>
          <p:nvPicPr>
            <p:cNvPr id="181" name="Vector 132 (Stroke) [Figma 9974:43624]" descr="Vector 132 (Stroke). векторный контур"/>
            <p:cNvPicPr>
              <a:picLocks noChangeAspect="1"/>
            </p:cNvPicPr>
            <p:nvPr/>
          </p:nvPicPr>
          <p:blipFill>
            <a:blip r:embed="rId217">
              <a:extLst>
                <a:ext uri="{96DAC541-7B7A-43D3-8B79-37D633B846F1}">
                  <asvg:svgBlip xmlns:asvg="http://schemas.microsoft.com/office/drawing/2016/SVG/main" r:embed="rId218"/>
                </a:ext>
              </a:extLst>
            </a:blip>
            <a:stretch>
              <a:fillRect/>
            </a:stretch>
          </p:blipFill>
          <p:spPr>
            <a:xfrm>
              <a:off x="8007026" y="5321316"/>
              <a:ext cx="775152" cy="424497"/>
            </a:xfrm>
            <a:prstGeom prst="rect">
              <a:avLst/>
            </a:prstGeom>
          </p:spPr>
        </p:pic>
        <p:pic>
          <p:nvPicPr>
            <p:cNvPr id="182" name="Rectangle 82 [Figma 9974:43662]" descr="Rectangle 82. векторный контур"/>
            <p:cNvPicPr>
              <a:picLocks noChangeAspect="1"/>
            </p:cNvPicPr>
            <p:nvPr/>
          </p:nvPicPr>
          <p:blipFill>
            <a:blip r:embed="rId207">
              <a:extLst>
                <a:ext uri="{96DAC541-7B7A-43D3-8B79-37D633B846F1}">
                  <asvg:svgBlip xmlns:asvg="http://schemas.microsoft.com/office/drawing/2016/SVG/main" r:embed="rId219"/>
                </a:ext>
              </a:extLst>
            </a:blip>
            <a:stretch>
              <a:fillRect/>
            </a:stretch>
          </p:blipFill>
          <p:spPr>
            <a:xfrm>
              <a:off x="8664513" y="5708160"/>
              <a:ext cx="99247" cy="353805"/>
            </a:xfrm>
            <a:prstGeom prst="rect">
              <a:avLst/>
            </a:prstGeom>
          </p:spPr>
        </p:pic>
        <p:pic>
          <p:nvPicPr>
            <p:cNvPr id="183" name="Union [Figma 9974:44026]" descr="Union. векторный контур"/>
            <p:cNvPicPr>
              <a:picLocks noChangeAspect="1"/>
            </p:cNvPicPr>
            <p:nvPr/>
          </p:nvPicPr>
          <p:blipFill>
            <a:blip r:embed="rId220">
              <a:extLst>
                <a:ext uri="{96DAC541-7B7A-43D3-8B79-37D633B846F1}">
                  <asvg:svgBlip xmlns:asvg="http://schemas.microsoft.com/office/drawing/2016/SVG/main" r:embed="rId221"/>
                </a:ext>
              </a:extLst>
            </a:blip>
            <a:stretch>
              <a:fillRect/>
            </a:stretch>
          </p:blipFill>
          <p:spPr>
            <a:xfrm>
              <a:off x="7962676" y="5752113"/>
              <a:ext cx="52281" cy="257863"/>
            </a:xfrm>
            <a:prstGeom prst="rect">
              <a:avLst/>
            </a:prstGeom>
          </p:spPr>
        </p:pic>
      </p:grpSp>
      <p:sp>
        <p:nvSpPr>
          <p:cNvPr id="201" name="Заголовок 200">
            <a:extLst>
              <a:ext uri="{FF2B5EF4-FFF2-40B4-BE49-F238E27FC236}">
                <a16:creationId xmlns:a16="http://schemas.microsoft.com/office/drawing/2014/main" id="{FFB637C9-4192-41D1-960F-D355CFEA1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effectLst/>
              </a:rPr>
              <a:t>Иллюстрации менеджмент</a:t>
            </a:r>
            <a:endParaRPr lang="ru-RU" dirty="0"/>
          </a:p>
        </p:txBody>
      </p:sp>
      <p:grpSp>
        <p:nvGrpSpPr>
          <p:cNvPr id="223" name="Группа 222">
            <a:extLst>
              <a:ext uri="{FF2B5EF4-FFF2-40B4-BE49-F238E27FC236}">
                <a16:creationId xmlns:a16="http://schemas.microsoft.com/office/drawing/2014/main" id="{B1307834-53EE-4D89-B892-27A360F41715}"/>
              </a:ext>
            </a:extLst>
          </p:cNvPr>
          <p:cNvGrpSpPr/>
          <p:nvPr/>
        </p:nvGrpSpPr>
        <p:grpSpPr>
          <a:xfrm>
            <a:off x="978093" y="2860591"/>
            <a:ext cx="1041063" cy="754739"/>
            <a:chOff x="5583030" y="2821611"/>
            <a:chExt cx="1041063" cy="754739"/>
          </a:xfrm>
        </p:grpSpPr>
        <p:pic>
          <p:nvPicPr>
            <p:cNvPr id="224" name="Union [Figma 9982:46746]" descr="Union. векторный контур">
              <a:extLst>
                <a:ext uri="{FF2B5EF4-FFF2-40B4-BE49-F238E27FC236}">
                  <a16:creationId xmlns:a16="http://schemas.microsoft.com/office/drawing/2014/main" id="{3FCB6B1D-2B6F-4E15-B19C-41D2884F2D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22">
              <a:extLst>
                <a:ext uri="{96DAC541-7B7A-43D3-8B79-37D633B846F1}">
                  <asvg:svgBlip xmlns:asvg="http://schemas.microsoft.com/office/drawing/2016/SVG/main" r:embed="rId223"/>
                </a:ext>
              </a:extLst>
            </a:blip>
            <a:stretch>
              <a:fillRect/>
            </a:stretch>
          </p:blipFill>
          <p:spPr>
            <a:xfrm>
              <a:off x="5583030" y="3129480"/>
              <a:ext cx="450715" cy="446870"/>
            </a:xfrm>
            <a:prstGeom prst="rect">
              <a:avLst/>
            </a:prstGeom>
          </p:spPr>
        </p:pic>
        <p:pic>
          <p:nvPicPr>
            <p:cNvPr id="225" name="Rectangle 34 [Figma 9982:46761]" descr="Rectangle 34. векторный контур">
              <a:extLst>
                <a:ext uri="{FF2B5EF4-FFF2-40B4-BE49-F238E27FC236}">
                  <a16:creationId xmlns:a16="http://schemas.microsoft.com/office/drawing/2014/main" id="{61806D7F-A818-4A35-AC16-A3B91DD05E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4">
              <a:extLst>
                <a:ext uri="{96DAC541-7B7A-43D3-8B79-37D633B846F1}">
                  <asvg:svgBlip xmlns:asvg="http://schemas.microsoft.com/office/drawing/2016/SVG/main" r:embed="rId225"/>
                </a:ext>
              </a:extLst>
            </a:blip>
            <a:stretch>
              <a:fillRect/>
            </a:stretch>
          </p:blipFill>
          <p:spPr>
            <a:xfrm>
              <a:off x="5833774" y="2821611"/>
              <a:ext cx="450709" cy="371366"/>
            </a:xfrm>
            <a:prstGeom prst="rect">
              <a:avLst/>
            </a:prstGeom>
          </p:spPr>
        </p:pic>
        <p:pic>
          <p:nvPicPr>
            <p:cNvPr id="226" name="Union [Figma 9982:46776]" descr="Union. векторный контур">
              <a:extLst>
                <a:ext uri="{FF2B5EF4-FFF2-40B4-BE49-F238E27FC236}">
                  <a16:creationId xmlns:a16="http://schemas.microsoft.com/office/drawing/2014/main" id="{6D85185F-1189-4335-A00E-A16A161768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26">
              <a:extLst>
                <a:ext uri="{96DAC541-7B7A-43D3-8B79-37D633B846F1}">
                  <asvg:svgBlip xmlns:asvg="http://schemas.microsoft.com/office/drawing/2016/SVG/main" r:embed="rId227"/>
                </a:ext>
              </a:extLst>
            </a:blip>
            <a:stretch>
              <a:fillRect/>
            </a:stretch>
          </p:blipFill>
          <p:spPr>
            <a:xfrm>
              <a:off x="6173391" y="3002532"/>
              <a:ext cx="450702" cy="449450"/>
            </a:xfrm>
            <a:prstGeom prst="rect">
              <a:avLst/>
            </a:prstGeom>
          </p:spPr>
        </p:pic>
      </p:grpSp>
      <p:grpSp>
        <p:nvGrpSpPr>
          <p:cNvPr id="227" name="Группа 226">
            <a:extLst>
              <a:ext uri="{FF2B5EF4-FFF2-40B4-BE49-F238E27FC236}">
                <a16:creationId xmlns:a16="http://schemas.microsoft.com/office/drawing/2014/main" id="{2E117D04-5D31-49E4-B866-E0751B459259}"/>
              </a:ext>
            </a:extLst>
          </p:cNvPr>
          <p:cNvGrpSpPr/>
          <p:nvPr/>
        </p:nvGrpSpPr>
        <p:grpSpPr>
          <a:xfrm>
            <a:off x="3179313" y="2795984"/>
            <a:ext cx="1069200" cy="849600"/>
            <a:chOff x="6699467" y="2311541"/>
            <a:chExt cx="709328" cy="571896"/>
          </a:xfrm>
        </p:grpSpPr>
        <p:pic>
          <p:nvPicPr>
            <p:cNvPr id="228" name="Rectangle 37 [Figma 10019:18738]" descr="Rectangle 37. векторный контур">
              <a:extLst>
                <a:ext uri="{FF2B5EF4-FFF2-40B4-BE49-F238E27FC236}">
                  <a16:creationId xmlns:a16="http://schemas.microsoft.com/office/drawing/2014/main" id="{4F4DA896-47F0-4A85-8CC1-96A5C0445A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96"/>
            <a:stretch>
              <a:fillRect/>
            </a:stretch>
          </p:blipFill>
          <p:spPr>
            <a:xfrm>
              <a:off x="6699467" y="2883374"/>
              <a:ext cx="239106" cy="63"/>
            </a:xfrm>
            <a:prstGeom prst="rect">
              <a:avLst/>
            </a:prstGeom>
          </p:spPr>
        </p:pic>
        <p:pic>
          <p:nvPicPr>
            <p:cNvPr id="229" name="Rectangle 30 [Figma 10019:18741]" descr="Rectangle 30. векторный контур">
              <a:extLst>
                <a:ext uri="{FF2B5EF4-FFF2-40B4-BE49-F238E27FC236}">
                  <a16:creationId xmlns:a16="http://schemas.microsoft.com/office/drawing/2014/main" id="{00389AB7-39F3-488C-99C2-B28645C21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96"/>
            <a:stretch>
              <a:fillRect/>
            </a:stretch>
          </p:blipFill>
          <p:spPr>
            <a:xfrm>
              <a:off x="6699467" y="2660881"/>
              <a:ext cx="239106" cy="222539"/>
            </a:xfrm>
            <a:prstGeom prst="rect">
              <a:avLst/>
            </a:prstGeom>
          </p:spPr>
        </p:pic>
        <p:pic>
          <p:nvPicPr>
            <p:cNvPr id="230" name="Rectangle 30 (Stroke) [Figma 10019:18742]" descr="Rectangle 30 (Stroke). векторный контур">
              <a:extLst>
                <a:ext uri="{FF2B5EF4-FFF2-40B4-BE49-F238E27FC236}">
                  <a16:creationId xmlns:a16="http://schemas.microsoft.com/office/drawing/2014/main" id="{8911E8CE-B720-458F-865A-B75C84FD9E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96"/>
            <a:stretch>
              <a:fillRect/>
            </a:stretch>
          </p:blipFill>
          <p:spPr>
            <a:xfrm>
              <a:off x="6909477" y="2485070"/>
              <a:ext cx="17212" cy="186768"/>
            </a:xfrm>
            <a:prstGeom prst="rect">
              <a:avLst/>
            </a:prstGeom>
          </p:spPr>
        </p:pic>
        <p:pic>
          <p:nvPicPr>
            <p:cNvPr id="231" name="Rectangle 31 [Figma 10019:18743]" descr="Rectangle 31. векторный контур">
              <a:extLst>
                <a:ext uri="{FF2B5EF4-FFF2-40B4-BE49-F238E27FC236}">
                  <a16:creationId xmlns:a16="http://schemas.microsoft.com/office/drawing/2014/main" id="{FACFF725-DF57-4186-A2B1-8782F93C4CA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6"/>
            <a:stretch>
              <a:fillRect/>
            </a:stretch>
          </p:blipFill>
          <p:spPr>
            <a:xfrm>
              <a:off x="6926629" y="2364621"/>
              <a:ext cx="235409" cy="307254"/>
            </a:xfrm>
            <a:prstGeom prst="rect">
              <a:avLst/>
            </a:prstGeom>
          </p:spPr>
        </p:pic>
        <p:pic>
          <p:nvPicPr>
            <p:cNvPr id="232" name="Ellipse 40 [Figma 10019:18745]" descr="Ellipse 40. векторный контур">
              <a:extLst>
                <a:ext uri="{FF2B5EF4-FFF2-40B4-BE49-F238E27FC236}">
                  <a16:creationId xmlns:a16="http://schemas.microsoft.com/office/drawing/2014/main" id="{E4684D16-AB2D-42AB-A445-2FD756C5BA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6"/>
            <a:stretch>
              <a:fillRect/>
            </a:stretch>
          </p:blipFill>
          <p:spPr>
            <a:xfrm>
              <a:off x="6699467" y="2660881"/>
              <a:ext cx="239106" cy="222539"/>
            </a:xfrm>
            <a:prstGeom prst="rect">
              <a:avLst/>
            </a:prstGeom>
          </p:spPr>
        </p:pic>
        <p:pic>
          <p:nvPicPr>
            <p:cNvPr id="233" name="Ellipse 41 [Figma 10019:18746]" descr="Ellipse 41. векторный контур">
              <a:extLst>
                <a:ext uri="{FF2B5EF4-FFF2-40B4-BE49-F238E27FC236}">
                  <a16:creationId xmlns:a16="http://schemas.microsoft.com/office/drawing/2014/main" id="{9B4FE740-2AF2-456F-8D19-D114174D2C1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6"/>
            <a:stretch>
              <a:fillRect/>
            </a:stretch>
          </p:blipFill>
          <p:spPr>
            <a:xfrm>
              <a:off x="6699467" y="2660881"/>
              <a:ext cx="239106" cy="222539"/>
            </a:xfrm>
            <a:prstGeom prst="rect">
              <a:avLst/>
            </a:prstGeom>
          </p:spPr>
        </p:pic>
        <p:pic>
          <p:nvPicPr>
            <p:cNvPr id="234" name="Rectangle 30 [Figma 10019:19080]" descr="Rectangle 30. векторный контур">
              <a:extLst>
                <a:ext uri="{FF2B5EF4-FFF2-40B4-BE49-F238E27FC236}">
                  <a16:creationId xmlns:a16="http://schemas.microsoft.com/office/drawing/2014/main" id="{0B4F4A86-5D82-4BBC-B910-2E5CD51A64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96"/>
            <a:stretch>
              <a:fillRect/>
            </a:stretch>
          </p:blipFill>
          <p:spPr>
            <a:xfrm>
              <a:off x="6926629" y="2660881"/>
              <a:ext cx="63" cy="10994"/>
            </a:xfrm>
            <a:prstGeom prst="rect">
              <a:avLst/>
            </a:prstGeom>
          </p:spPr>
        </p:pic>
        <p:pic>
          <p:nvPicPr>
            <p:cNvPr id="235" name="Rectangle 30 [Figma 10019:19103]" descr="Rectangle 30. векторный контур">
              <a:extLst>
                <a:ext uri="{FF2B5EF4-FFF2-40B4-BE49-F238E27FC236}">
                  <a16:creationId xmlns:a16="http://schemas.microsoft.com/office/drawing/2014/main" id="{C8C5353D-FE72-4406-83FC-CB817E4D1684}"/>
                </a:ext>
              </a:extLst>
            </p:cNvPr>
            <p:cNvPicPr>
              <a:picLocks noChangeAspect="1"/>
            </p:cNvPicPr>
            <p:nvPr/>
          </p:nvPicPr>
          <p:blipFill>
            <a:blip r:embed="rId196"/>
            <a:stretch>
              <a:fillRect/>
            </a:stretch>
          </p:blipFill>
          <p:spPr>
            <a:xfrm>
              <a:off x="6926629" y="2660881"/>
              <a:ext cx="63" cy="10994"/>
            </a:xfrm>
            <a:prstGeom prst="rect">
              <a:avLst/>
            </a:prstGeom>
          </p:spPr>
        </p:pic>
        <p:pic>
          <p:nvPicPr>
            <p:cNvPr id="236" name="Rectangle 30 [Figma 10019:19126]" descr="Rectangle 30. векторный контур">
              <a:extLst>
                <a:ext uri="{FF2B5EF4-FFF2-40B4-BE49-F238E27FC236}">
                  <a16:creationId xmlns:a16="http://schemas.microsoft.com/office/drawing/2014/main" id="{FD4B008D-25F6-485B-90C4-EE283231AE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6"/>
            <a:stretch>
              <a:fillRect/>
            </a:stretch>
          </p:blipFill>
          <p:spPr>
            <a:xfrm>
              <a:off x="6926629" y="2660881"/>
              <a:ext cx="63" cy="10994"/>
            </a:xfrm>
            <a:prstGeom prst="rect">
              <a:avLst/>
            </a:prstGeom>
          </p:spPr>
        </p:pic>
        <p:pic>
          <p:nvPicPr>
            <p:cNvPr id="237" name="Rectangle 31 [Figma 10019:19679]" descr="Rectangle 31. векторный контур">
              <a:extLst>
                <a:ext uri="{FF2B5EF4-FFF2-40B4-BE49-F238E27FC236}">
                  <a16:creationId xmlns:a16="http://schemas.microsoft.com/office/drawing/2014/main" id="{2EB9C2D9-A48E-483F-A764-4F80CFB2D1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28">
              <a:extLst>
                <a:ext uri="{96DAC541-7B7A-43D3-8B79-37D633B846F1}">
                  <asvg:svgBlip xmlns:asvg="http://schemas.microsoft.com/office/drawing/2016/SVG/main" r:embed="rId229"/>
                </a:ext>
              </a:extLst>
            </a:blip>
            <a:stretch>
              <a:fillRect/>
            </a:stretch>
          </p:blipFill>
          <p:spPr>
            <a:xfrm>
              <a:off x="7063008" y="2311541"/>
              <a:ext cx="99024" cy="102590"/>
            </a:xfrm>
            <a:prstGeom prst="rect">
              <a:avLst/>
            </a:prstGeom>
          </p:spPr>
        </p:pic>
        <p:pic>
          <p:nvPicPr>
            <p:cNvPr id="238" name="Vector 72 (Stroke) [Figma 10019:18733]" descr="Vector 72 (Stroke). векторный контур">
              <a:extLst>
                <a:ext uri="{FF2B5EF4-FFF2-40B4-BE49-F238E27FC236}">
                  <a16:creationId xmlns:a16="http://schemas.microsoft.com/office/drawing/2014/main" id="{0D17FCAD-F193-44EE-B5BC-C3554EB379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30">
              <a:extLst>
                <a:ext uri="{96DAC541-7B7A-43D3-8B79-37D633B846F1}">
                  <asvg:svgBlip xmlns:asvg="http://schemas.microsoft.com/office/drawing/2016/SVG/main" r:embed="rId231"/>
                </a:ext>
              </a:extLst>
            </a:blip>
            <a:stretch>
              <a:fillRect/>
            </a:stretch>
          </p:blipFill>
          <p:spPr>
            <a:xfrm>
              <a:off x="7167824" y="2430054"/>
              <a:ext cx="130017" cy="55015"/>
            </a:xfrm>
            <a:prstGeom prst="rect">
              <a:avLst/>
            </a:prstGeom>
          </p:spPr>
        </p:pic>
        <p:pic>
          <p:nvPicPr>
            <p:cNvPr id="239" name="Rectangle 36 [Figma 10019:19026]" descr="Rectangle 36. векторный контур">
              <a:extLst>
                <a:ext uri="{FF2B5EF4-FFF2-40B4-BE49-F238E27FC236}">
                  <a16:creationId xmlns:a16="http://schemas.microsoft.com/office/drawing/2014/main" id="{614DEF27-805F-4367-9595-C48014A2C1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32">
              <a:extLst>
                <a:ext uri="{96DAC541-7B7A-43D3-8B79-37D633B846F1}">
                  <asvg:svgBlip xmlns:asvg="http://schemas.microsoft.com/office/drawing/2016/SVG/main" r:embed="rId233"/>
                </a:ext>
              </a:extLst>
            </a:blip>
            <a:stretch>
              <a:fillRect/>
            </a:stretch>
          </p:blipFill>
          <p:spPr>
            <a:xfrm>
              <a:off x="7167830" y="2490874"/>
              <a:ext cx="240965" cy="148328"/>
            </a:xfrm>
            <a:prstGeom prst="rect">
              <a:avLst/>
            </a:prstGeom>
          </p:spPr>
        </p:pic>
        <p:pic>
          <p:nvPicPr>
            <p:cNvPr id="240" name="Rectangle 30 [Figma 10019:19328]" descr="Rectangle 30. векторный контур">
              <a:extLst>
                <a:ext uri="{FF2B5EF4-FFF2-40B4-BE49-F238E27FC236}">
                  <a16:creationId xmlns:a16="http://schemas.microsoft.com/office/drawing/2014/main" id="{BA33BD39-E312-4026-A309-74BE2AA085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4">
              <a:extLst>
                <a:ext uri="{96DAC541-7B7A-43D3-8B79-37D633B846F1}">
                  <asvg:svgBlip xmlns:asvg="http://schemas.microsoft.com/office/drawing/2016/SVG/main" r:embed="rId235"/>
                </a:ext>
              </a:extLst>
            </a:blip>
            <a:stretch>
              <a:fillRect/>
            </a:stretch>
          </p:blipFill>
          <p:spPr>
            <a:xfrm>
              <a:off x="6702096" y="2311541"/>
              <a:ext cx="459936" cy="566078"/>
            </a:xfrm>
            <a:prstGeom prst="rect">
              <a:avLst/>
            </a:prstGeom>
          </p:spPr>
        </p:pic>
        <p:pic>
          <p:nvPicPr>
            <p:cNvPr id="241" name="Rectangle 35 [Figma 10019:19594]" descr="Rectangle 35. векторный контур">
              <a:extLst>
                <a:ext uri="{FF2B5EF4-FFF2-40B4-BE49-F238E27FC236}">
                  <a16:creationId xmlns:a16="http://schemas.microsoft.com/office/drawing/2014/main" id="{4C0E2B7C-DD2F-4AF3-B7D2-A5E62C77F2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36">
              <a:extLst>
                <a:ext uri="{96DAC541-7B7A-43D3-8B79-37D633B846F1}">
                  <asvg:svgBlip xmlns:asvg="http://schemas.microsoft.com/office/drawing/2016/SVG/main" r:embed="rId237"/>
                </a:ext>
              </a:extLst>
            </a:blip>
            <a:stretch>
              <a:fillRect/>
            </a:stretch>
          </p:blipFill>
          <p:spPr>
            <a:xfrm>
              <a:off x="7167830" y="2645007"/>
              <a:ext cx="229549" cy="232613"/>
            </a:xfrm>
            <a:prstGeom prst="rect">
              <a:avLst/>
            </a:prstGeom>
          </p:spPr>
        </p:pic>
      </p:grpSp>
      <p:grpSp>
        <p:nvGrpSpPr>
          <p:cNvPr id="261" name="Группа 260">
            <a:extLst>
              <a:ext uri="{FF2B5EF4-FFF2-40B4-BE49-F238E27FC236}">
                <a16:creationId xmlns:a16="http://schemas.microsoft.com/office/drawing/2014/main" id="{3165368A-EBBF-49A8-BB31-F1885347F241}"/>
              </a:ext>
            </a:extLst>
          </p:cNvPr>
          <p:cNvGrpSpPr/>
          <p:nvPr/>
        </p:nvGrpSpPr>
        <p:grpSpPr>
          <a:xfrm>
            <a:off x="5800132" y="2727099"/>
            <a:ext cx="615600" cy="964800"/>
            <a:chOff x="10445080" y="2783066"/>
            <a:chExt cx="553707" cy="880743"/>
          </a:xfrm>
        </p:grpSpPr>
        <p:pic>
          <p:nvPicPr>
            <p:cNvPr id="262" name="Vector 67 [Figma 9987:18992]" descr="Vector 67. векторный контур">
              <a:extLst>
                <a:ext uri="{FF2B5EF4-FFF2-40B4-BE49-F238E27FC236}">
                  <a16:creationId xmlns:a16="http://schemas.microsoft.com/office/drawing/2014/main" id="{68FF4F25-26A5-4D85-AE08-2A2658F1ED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38">
              <a:extLst>
                <a:ext uri="{96DAC541-7B7A-43D3-8B79-37D633B846F1}">
                  <asvg:svgBlip xmlns:asvg="http://schemas.microsoft.com/office/drawing/2016/SVG/main" r:embed="rId239"/>
                </a:ext>
              </a:extLst>
            </a:blip>
            <a:stretch>
              <a:fillRect/>
            </a:stretch>
          </p:blipFill>
          <p:spPr>
            <a:xfrm>
              <a:off x="10662004" y="2878661"/>
              <a:ext cx="32506" cy="784801"/>
            </a:xfrm>
            <a:prstGeom prst="rect">
              <a:avLst/>
            </a:prstGeom>
          </p:spPr>
        </p:pic>
        <p:pic>
          <p:nvPicPr>
            <p:cNvPr id="263" name="Vector 67 [Figma 9987:19008]" descr="Vector 67. векторный контур">
              <a:extLst>
                <a:ext uri="{FF2B5EF4-FFF2-40B4-BE49-F238E27FC236}">
                  <a16:creationId xmlns:a16="http://schemas.microsoft.com/office/drawing/2014/main" id="{EE9433BF-6E43-4281-929C-A2EE86DC73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40">
              <a:extLst>
                <a:ext uri="{96DAC541-7B7A-43D3-8B79-37D633B846F1}">
                  <asvg:svgBlip xmlns:asvg="http://schemas.microsoft.com/office/drawing/2016/SVG/main" r:embed="rId241"/>
                </a:ext>
              </a:extLst>
            </a:blip>
            <a:stretch>
              <a:fillRect/>
            </a:stretch>
          </p:blipFill>
          <p:spPr>
            <a:xfrm>
              <a:off x="10703619" y="2878661"/>
              <a:ext cx="32512" cy="784801"/>
            </a:xfrm>
            <a:prstGeom prst="rect">
              <a:avLst/>
            </a:prstGeom>
          </p:spPr>
        </p:pic>
        <p:pic>
          <p:nvPicPr>
            <p:cNvPr id="264" name="Subtract [Figma 9987:19024]" descr="Subtract. векторный контур">
              <a:extLst>
                <a:ext uri="{FF2B5EF4-FFF2-40B4-BE49-F238E27FC236}">
                  <a16:creationId xmlns:a16="http://schemas.microsoft.com/office/drawing/2014/main" id="{D227C5D9-3C27-4B69-9EA9-CD213A7EE5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42">
              <a:extLst>
                <a:ext uri="{96DAC541-7B7A-43D3-8B79-37D633B846F1}">
                  <asvg:svgBlip xmlns:asvg="http://schemas.microsoft.com/office/drawing/2016/SVG/main" r:embed="rId243"/>
                </a:ext>
              </a:extLst>
            </a:blip>
            <a:stretch>
              <a:fillRect/>
            </a:stretch>
          </p:blipFill>
          <p:spPr>
            <a:xfrm>
              <a:off x="10445080" y="2852220"/>
              <a:ext cx="49317" cy="709694"/>
            </a:xfrm>
            <a:prstGeom prst="rect">
              <a:avLst/>
            </a:prstGeom>
          </p:spPr>
        </p:pic>
        <p:pic>
          <p:nvPicPr>
            <p:cNvPr id="265" name="Rectangle 34 [Figma 9987:19038]" descr="Rectangle 34. векторный контур">
              <a:extLst>
                <a:ext uri="{FF2B5EF4-FFF2-40B4-BE49-F238E27FC236}">
                  <a16:creationId xmlns:a16="http://schemas.microsoft.com/office/drawing/2014/main" id="{ED27CB99-6881-437B-A858-791BC5958E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44">
              <a:extLst>
                <a:ext uri="{96DAC541-7B7A-43D3-8B79-37D633B846F1}">
                  <asvg:svgBlip xmlns:asvg="http://schemas.microsoft.com/office/drawing/2016/SVG/main" r:embed="rId245"/>
                </a:ext>
              </a:extLst>
            </a:blip>
            <a:stretch>
              <a:fillRect/>
            </a:stretch>
          </p:blipFill>
          <p:spPr>
            <a:xfrm>
              <a:off x="10503512" y="2843092"/>
              <a:ext cx="30013" cy="727900"/>
            </a:xfrm>
            <a:prstGeom prst="rect">
              <a:avLst/>
            </a:prstGeom>
          </p:spPr>
        </p:pic>
        <p:pic>
          <p:nvPicPr>
            <p:cNvPr id="266" name="Rectangle 34 [Figma 9987:19080]" descr="Rectangle 34. векторный контур">
              <a:extLst>
                <a:ext uri="{FF2B5EF4-FFF2-40B4-BE49-F238E27FC236}">
                  <a16:creationId xmlns:a16="http://schemas.microsoft.com/office/drawing/2014/main" id="{5A1065EF-78D3-4B18-BAF7-FC4F075C1D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46">
              <a:extLst>
                <a:ext uri="{96DAC541-7B7A-43D3-8B79-37D633B846F1}">
                  <asvg:svgBlip xmlns:asvg="http://schemas.microsoft.com/office/drawing/2016/SVG/main" r:embed="rId247"/>
                </a:ext>
              </a:extLst>
            </a:blip>
            <a:stretch>
              <a:fillRect/>
            </a:stretch>
          </p:blipFill>
          <p:spPr>
            <a:xfrm>
              <a:off x="10607652" y="2843092"/>
              <a:ext cx="54352" cy="727900"/>
            </a:xfrm>
            <a:prstGeom prst="rect">
              <a:avLst/>
            </a:prstGeom>
          </p:spPr>
        </p:pic>
        <p:pic>
          <p:nvPicPr>
            <p:cNvPr id="267" name="Rectangle 34 [Figma 9987:19121]" descr="Rectangle 34. векторный контур">
              <a:extLst>
                <a:ext uri="{FF2B5EF4-FFF2-40B4-BE49-F238E27FC236}">
                  <a16:creationId xmlns:a16="http://schemas.microsoft.com/office/drawing/2014/main" id="{79FB9CE1-AD08-4B13-97E9-F6C4D9CB48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48">
              <a:extLst>
                <a:ext uri="{96DAC541-7B7A-43D3-8B79-37D633B846F1}">
                  <asvg:svgBlip xmlns:asvg="http://schemas.microsoft.com/office/drawing/2016/SVG/main" r:embed="rId249"/>
                </a:ext>
              </a:extLst>
            </a:blip>
            <a:stretch>
              <a:fillRect/>
            </a:stretch>
          </p:blipFill>
          <p:spPr>
            <a:xfrm>
              <a:off x="10736131" y="2843092"/>
              <a:ext cx="262656" cy="727900"/>
            </a:xfrm>
            <a:prstGeom prst="rect">
              <a:avLst/>
            </a:prstGeom>
          </p:spPr>
        </p:pic>
        <p:pic>
          <p:nvPicPr>
            <p:cNvPr id="268" name="Vector 63 [Figma 9987:19136]" descr="Vector 63. векторный контур">
              <a:extLst>
                <a:ext uri="{FF2B5EF4-FFF2-40B4-BE49-F238E27FC236}">
                  <a16:creationId xmlns:a16="http://schemas.microsoft.com/office/drawing/2014/main" id="{B5DBE66A-AC50-4DB9-A82D-285BE2D054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50">
              <a:extLst>
                <a:ext uri="{96DAC541-7B7A-43D3-8B79-37D633B846F1}">
                  <asvg:svgBlip xmlns:asvg="http://schemas.microsoft.com/office/drawing/2016/SVG/main" r:embed="rId251"/>
                </a:ext>
              </a:extLst>
            </a:blip>
            <a:stretch>
              <a:fillRect/>
            </a:stretch>
          </p:blipFill>
          <p:spPr>
            <a:xfrm>
              <a:off x="10856201" y="2828061"/>
              <a:ext cx="82542" cy="172438"/>
            </a:xfrm>
            <a:prstGeom prst="rect">
              <a:avLst/>
            </a:prstGeom>
          </p:spPr>
        </p:pic>
        <p:pic>
          <p:nvPicPr>
            <p:cNvPr id="269" name="Vector 64 [Figma 9987:19152]" descr="Vector 64. векторный контур">
              <a:extLst>
                <a:ext uri="{FF2B5EF4-FFF2-40B4-BE49-F238E27FC236}">
                  <a16:creationId xmlns:a16="http://schemas.microsoft.com/office/drawing/2014/main" id="{03197D75-A1F3-42E4-A12F-941EB60ED6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52">
              <a:extLst>
                <a:ext uri="{96DAC541-7B7A-43D3-8B79-37D633B846F1}">
                  <asvg:svgBlip xmlns:asvg="http://schemas.microsoft.com/office/drawing/2016/SVG/main" r:embed="rId253"/>
                </a:ext>
              </a:extLst>
            </a:blip>
            <a:stretch>
              <a:fillRect/>
            </a:stretch>
          </p:blipFill>
          <p:spPr>
            <a:xfrm>
              <a:off x="10533525" y="2783314"/>
              <a:ext cx="32667" cy="880495"/>
            </a:xfrm>
            <a:prstGeom prst="rect">
              <a:avLst/>
            </a:prstGeom>
          </p:spPr>
        </p:pic>
        <p:pic>
          <p:nvPicPr>
            <p:cNvPr id="270" name="Vector 64 [Figma 9987:19168]" descr="Vector 64. векторный контур">
              <a:extLst>
                <a:ext uri="{FF2B5EF4-FFF2-40B4-BE49-F238E27FC236}">
                  <a16:creationId xmlns:a16="http://schemas.microsoft.com/office/drawing/2014/main" id="{3FB72464-7AD4-4673-8D82-5FA0F81330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4">
              <a:extLst>
                <a:ext uri="{96DAC541-7B7A-43D3-8B79-37D633B846F1}">
                  <asvg:svgBlip xmlns:asvg="http://schemas.microsoft.com/office/drawing/2016/SVG/main" r:embed="rId255"/>
                </a:ext>
              </a:extLst>
            </a:blip>
            <a:stretch>
              <a:fillRect/>
            </a:stretch>
          </p:blipFill>
          <p:spPr>
            <a:xfrm>
              <a:off x="10575406" y="2783364"/>
              <a:ext cx="32245" cy="879602"/>
            </a:xfrm>
            <a:prstGeom prst="rect">
              <a:avLst/>
            </a:prstGeom>
          </p:spPr>
        </p:pic>
        <p:pic>
          <p:nvPicPr>
            <p:cNvPr id="271" name="Vector 67 [Figma 9987:19184]" descr="Vector 67. векторный контур">
              <a:extLst>
                <a:ext uri="{FF2B5EF4-FFF2-40B4-BE49-F238E27FC236}">
                  <a16:creationId xmlns:a16="http://schemas.microsoft.com/office/drawing/2014/main" id="{F23C426C-31C9-43F5-98AA-D59DFE2715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56">
              <a:extLst>
                <a:ext uri="{96DAC541-7B7A-43D3-8B79-37D633B846F1}">
                  <asvg:svgBlip xmlns:asvg="http://schemas.microsoft.com/office/drawing/2016/SVG/main" r:embed="rId257"/>
                </a:ext>
              </a:extLst>
            </a:blip>
            <a:stretch>
              <a:fillRect/>
            </a:stretch>
          </p:blipFill>
          <p:spPr>
            <a:xfrm>
              <a:off x="10662004" y="2783066"/>
              <a:ext cx="74127" cy="86517"/>
            </a:xfrm>
            <a:prstGeom prst="rect">
              <a:avLst/>
            </a:prstGeom>
          </p:spPr>
        </p:pic>
      </p:grpSp>
      <p:grpSp>
        <p:nvGrpSpPr>
          <p:cNvPr id="272" name="Группа 271">
            <a:extLst>
              <a:ext uri="{FF2B5EF4-FFF2-40B4-BE49-F238E27FC236}">
                <a16:creationId xmlns:a16="http://schemas.microsoft.com/office/drawing/2014/main" id="{932981B1-4945-48F9-9D19-D1BC45FEBC61}"/>
              </a:ext>
            </a:extLst>
          </p:cNvPr>
          <p:cNvGrpSpPr/>
          <p:nvPr/>
        </p:nvGrpSpPr>
        <p:grpSpPr>
          <a:xfrm>
            <a:off x="10209258" y="2801437"/>
            <a:ext cx="1004400" cy="889200"/>
            <a:chOff x="4819343" y="4005410"/>
            <a:chExt cx="634303" cy="563154"/>
          </a:xfrm>
        </p:grpSpPr>
        <p:pic>
          <p:nvPicPr>
            <p:cNvPr id="273" name="Rectangle 30 [Figma 9987:23993]" descr="Rectangle 30. векторный контур">
              <a:extLst>
                <a:ext uri="{FF2B5EF4-FFF2-40B4-BE49-F238E27FC236}">
                  <a16:creationId xmlns:a16="http://schemas.microsoft.com/office/drawing/2014/main" id="{973FF4D7-6C7A-417B-9C35-764B84D58679}"/>
                </a:ext>
              </a:extLst>
            </p:cNvPr>
            <p:cNvPicPr>
              <a:picLocks noChangeAspect="1"/>
            </p:cNvPicPr>
            <p:nvPr/>
          </p:nvPicPr>
          <p:blipFill>
            <a:blip r:embed="rId196"/>
            <a:stretch>
              <a:fillRect/>
            </a:stretch>
          </p:blipFill>
          <p:spPr>
            <a:xfrm>
              <a:off x="4939122" y="4056755"/>
              <a:ext cx="332027" cy="511809"/>
            </a:xfrm>
            <a:prstGeom prst="rect">
              <a:avLst/>
            </a:prstGeom>
          </p:spPr>
        </p:pic>
        <p:pic>
          <p:nvPicPr>
            <p:cNvPr id="274" name="Rectangle 31 [Figma 10019:20207]" descr="Rectangle 31. векторный контур">
              <a:extLst>
                <a:ext uri="{FF2B5EF4-FFF2-40B4-BE49-F238E27FC236}">
                  <a16:creationId xmlns:a16="http://schemas.microsoft.com/office/drawing/2014/main" id="{A6800C1E-A02F-46AC-BF51-30C7D1815C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58">
              <a:extLst>
                <a:ext uri="{96DAC541-7B7A-43D3-8B79-37D633B846F1}">
                  <asvg:svgBlip xmlns:asvg="http://schemas.microsoft.com/office/drawing/2016/SVG/main" r:embed="rId259"/>
                </a:ext>
              </a:extLst>
            </a:blip>
            <a:stretch>
              <a:fillRect/>
            </a:stretch>
          </p:blipFill>
          <p:spPr>
            <a:xfrm>
              <a:off x="5193916" y="4005460"/>
              <a:ext cx="79571" cy="83887"/>
            </a:xfrm>
            <a:prstGeom prst="rect">
              <a:avLst/>
            </a:prstGeom>
          </p:spPr>
        </p:pic>
        <p:pic>
          <p:nvPicPr>
            <p:cNvPr id="275" name="Rectangle 30 [Figma 10019:20145]" descr="Rectangle 30. векторный контур">
              <a:extLst>
                <a:ext uri="{FF2B5EF4-FFF2-40B4-BE49-F238E27FC236}">
                  <a16:creationId xmlns:a16="http://schemas.microsoft.com/office/drawing/2014/main" id="{A2829177-D1B5-4821-A2EC-E2ECD215EC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60">
              <a:extLst>
                <a:ext uri="{96DAC541-7B7A-43D3-8B79-37D633B846F1}">
                  <asvg:svgBlip xmlns:asvg="http://schemas.microsoft.com/office/drawing/2016/SVG/main" r:embed="rId261"/>
                </a:ext>
              </a:extLst>
            </a:blip>
            <a:stretch>
              <a:fillRect/>
            </a:stretch>
          </p:blipFill>
          <p:spPr>
            <a:xfrm>
              <a:off x="4819343" y="4005410"/>
              <a:ext cx="454144" cy="560274"/>
            </a:xfrm>
            <a:prstGeom prst="rect">
              <a:avLst/>
            </a:prstGeom>
          </p:spPr>
        </p:pic>
        <p:pic>
          <p:nvPicPr>
            <p:cNvPr id="276" name="Vector 72 (Stroke) [Figma 10019:19772]" descr="Vector 72 (Stroke). векторный контур">
              <a:extLst>
                <a:ext uri="{FF2B5EF4-FFF2-40B4-BE49-F238E27FC236}">
                  <a16:creationId xmlns:a16="http://schemas.microsoft.com/office/drawing/2014/main" id="{6046E8C6-6308-4A68-9157-A522BD7C47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62">
              <a:extLst>
                <a:ext uri="{96DAC541-7B7A-43D3-8B79-37D633B846F1}">
                  <asvg:svgBlip xmlns:asvg="http://schemas.microsoft.com/office/drawing/2016/SVG/main" r:embed="rId263"/>
                </a:ext>
              </a:extLst>
            </a:blip>
            <a:stretch>
              <a:fillRect/>
            </a:stretch>
          </p:blipFill>
          <p:spPr>
            <a:xfrm>
              <a:off x="5087165" y="4126603"/>
              <a:ext cx="207529" cy="55859"/>
            </a:xfrm>
            <a:prstGeom prst="rect">
              <a:avLst/>
            </a:prstGeom>
          </p:spPr>
        </p:pic>
        <p:pic>
          <p:nvPicPr>
            <p:cNvPr id="277" name="Rectangle 36 [Figma 10019:20053]" descr="Rectangle 36. векторный контур">
              <a:extLst>
                <a:ext uri="{FF2B5EF4-FFF2-40B4-BE49-F238E27FC236}">
                  <a16:creationId xmlns:a16="http://schemas.microsoft.com/office/drawing/2014/main" id="{647A9A7A-39DD-4F0F-BF5D-844CE1F8E1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64">
              <a:extLst>
                <a:ext uri="{96DAC541-7B7A-43D3-8B79-37D633B846F1}">
                  <asvg:svgBlip xmlns:asvg="http://schemas.microsoft.com/office/drawing/2016/SVG/main" r:embed="rId265"/>
                </a:ext>
              </a:extLst>
            </a:blip>
            <a:stretch>
              <a:fillRect/>
            </a:stretch>
          </p:blipFill>
          <p:spPr>
            <a:xfrm>
              <a:off x="4928209" y="4188266"/>
              <a:ext cx="525437" cy="237821"/>
            </a:xfrm>
            <a:prstGeom prst="rect">
              <a:avLst/>
            </a:prstGeom>
          </p:spPr>
        </p:pic>
        <p:pic>
          <p:nvPicPr>
            <p:cNvPr id="278" name="Rectangle 35 [Figma 10019:20067]" descr="Rectangle 35. векторный контур">
              <a:extLst>
                <a:ext uri="{FF2B5EF4-FFF2-40B4-BE49-F238E27FC236}">
                  <a16:creationId xmlns:a16="http://schemas.microsoft.com/office/drawing/2014/main" id="{92838507-07B9-4485-B4F0-C4B77B1AA3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66">
              <a:extLst>
                <a:ext uri="{96DAC541-7B7A-43D3-8B79-37D633B846F1}">
                  <asvg:svgBlip xmlns:asvg="http://schemas.microsoft.com/office/drawing/2016/SVG/main" r:embed="rId267"/>
                </a:ext>
              </a:extLst>
            </a:blip>
            <a:stretch>
              <a:fillRect/>
            </a:stretch>
          </p:blipFill>
          <p:spPr>
            <a:xfrm>
              <a:off x="4941268" y="4342696"/>
              <a:ext cx="499312" cy="222989"/>
            </a:xfrm>
            <a:prstGeom prst="rect">
              <a:avLst/>
            </a:prstGeom>
          </p:spPr>
        </p:pic>
      </p:grpSp>
      <p:grpSp>
        <p:nvGrpSpPr>
          <p:cNvPr id="279" name="Группа 278">
            <a:extLst>
              <a:ext uri="{FF2B5EF4-FFF2-40B4-BE49-F238E27FC236}">
                <a16:creationId xmlns:a16="http://schemas.microsoft.com/office/drawing/2014/main" id="{727D0AD5-A96C-4003-89D0-EE2E12257496}"/>
              </a:ext>
            </a:extLst>
          </p:cNvPr>
          <p:cNvGrpSpPr/>
          <p:nvPr/>
        </p:nvGrpSpPr>
        <p:grpSpPr>
          <a:xfrm>
            <a:off x="10108402" y="5328410"/>
            <a:ext cx="1106360" cy="797401"/>
            <a:chOff x="10108402" y="5328410"/>
            <a:chExt cx="1106360" cy="797401"/>
          </a:xfrm>
        </p:grpSpPr>
        <p:pic>
          <p:nvPicPr>
            <p:cNvPr id="280" name="Rectangle 240663353 [Figma 9974:44072]" descr="Rectangle 240663353. векторный контур">
              <a:extLst>
                <a:ext uri="{FF2B5EF4-FFF2-40B4-BE49-F238E27FC236}">
                  <a16:creationId xmlns:a16="http://schemas.microsoft.com/office/drawing/2014/main" id="{71608E25-FD6A-407E-8B1D-CC1870888F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68">
              <a:extLst>
                <a:ext uri="{96DAC541-7B7A-43D3-8B79-37D633B846F1}">
                  <asvg:svgBlip xmlns:asvg="http://schemas.microsoft.com/office/drawing/2016/SVG/main" r:embed="rId269"/>
                </a:ext>
              </a:extLst>
            </a:blip>
            <a:stretch>
              <a:fillRect/>
            </a:stretch>
          </p:blipFill>
          <p:spPr>
            <a:xfrm>
              <a:off x="10574811" y="5860011"/>
              <a:ext cx="1110" cy="21679"/>
            </a:xfrm>
            <a:prstGeom prst="rect">
              <a:avLst/>
            </a:prstGeom>
          </p:spPr>
        </p:pic>
        <p:pic>
          <p:nvPicPr>
            <p:cNvPr id="281" name="Rectangle 240663356 [Figma 9974:44074]" descr="Rectangle 240663356. векторный контур">
              <a:extLst>
                <a:ext uri="{FF2B5EF4-FFF2-40B4-BE49-F238E27FC236}">
                  <a16:creationId xmlns:a16="http://schemas.microsoft.com/office/drawing/2014/main" id="{5520A642-0E0F-49E6-9996-12F082E8F6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0">
              <a:extLst>
                <a:ext uri="{96DAC541-7B7A-43D3-8B79-37D633B846F1}">
                  <asvg:svgBlip xmlns:asvg="http://schemas.microsoft.com/office/drawing/2016/SVG/main" r:embed="rId271"/>
                </a:ext>
              </a:extLst>
            </a:blip>
            <a:stretch>
              <a:fillRect/>
            </a:stretch>
          </p:blipFill>
          <p:spPr>
            <a:xfrm>
              <a:off x="10574811" y="5832875"/>
              <a:ext cx="244630" cy="48814"/>
            </a:xfrm>
            <a:prstGeom prst="rect">
              <a:avLst/>
            </a:prstGeom>
          </p:spPr>
        </p:pic>
        <p:pic>
          <p:nvPicPr>
            <p:cNvPr id="282" name="Rectangle 240663356 (Stroke) [Figma 9974:44073]" descr="Rectangle 240663356 (Stroke). векторный контур">
              <a:extLst>
                <a:ext uri="{FF2B5EF4-FFF2-40B4-BE49-F238E27FC236}">
                  <a16:creationId xmlns:a16="http://schemas.microsoft.com/office/drawing/2014/main" id="{C1267DF5-E976-4AED-A5A4-BBF871A526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72">
              <a:extLst>
                <a:ext uri="{96DAC541-7B7A-43D3-8B79-37D633B846F1}">
                  <asvg:svgBlip xmlns:asvg="http://schemas.microsoft.com/office/drawing/2016/SVG/main" r:embed="rId273"/>
                </a:ext>
              </a:extLst>
            </a:blip>
            <a:stretch>
              <a:fillRect/>
            </a:stretch>
          </p:blipFill>
          <p:spPr>
            <a:xfrm>
              <a:off x="10574811" y="5832875"/>
              <a:ext cx="244630" cy="48814"/>
            </a:xfrm>
            <a:prstGeom prst="rect">
              <a:avLst/>
            </a:prstGeom>
          </p:spPr>
        </p:pic>
        <p:pic>
          <p:nvPicPr>
            <p:cNvPr id="283" name="Rectangle 240663357 (Stroke) [Figma 9974:44075]" descr="Rectangle 240663357 (Stroke). векторный контур">
              <a:extLst>
                <a:ext uri="{FF2B5EF4-FFF2-40B4-BE49-F238E27FC236}">
                  <a16:creationId xmlns:a16="http://schemas.microsoft.com/office/drawing/2014/main" id="{4867B4E5-4048-40D5-8FAD-391E5A1984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74">
              <a:extLst>
                <a:ext uri="{96DAC541-7B7A-43D3-8B79-37D633B846F1}">
                  <asvg:svgBlip xmlns:asvg="http://schemas.microsoft.com/office/drawing/2016/SVG/main" r:embed="rId275"/>
                </a:ext>
              </a:extLst>
            </a:blip>
            <a:stretch>
              <a:fillRect/>
            </a:stretch>
          </p:blipFill>
          <p:spPr>
            <a:xfrm>
              <a:off x="10769436" y="5866063"/>
              <a:ext cx="5891" cy="4415"/>
            </a:xfrm>
            <a:prstGeom prst="rect">
              <a:avLst/>
            </a:prstGeom>
          </p:spPr>
        </p:pic>
        <p:pic>
          <p:nvPicPr>
            <p:cNvPr id="284" name="Rectangle 240663354 [Figma 9974:44076]" descr="Rectangle 240663354. векторный контур">
              <a:extLst>
                <a:ext uri="{FF2B5EF4-FFF2-40B4-BE49-F238E27FC236}">
                  <a16:creationId xmlns:a16="http://schemas.microsoft.com/office/drawing/2014/main" id="{FEF75989-239C-458C-A35A-C6494576A6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68">
              <a:extLst>
                <a:ext uri="{96DAC541-7B7A-43D3-8B79-37D633B846F1}">
                  <asvg:svgBlip xmlns:asvg="http://schemas.microsoft.com/office/drawing/2016/SVG/main" r:embed="rId276"/>
                </a:ext>
              </a:extLst>
            </a:blip>
            <a:stretch>
              <a:fillRect/>
            </a:stretch>
          </p:blipFill>
          <p:spPr>
            <a:xfrm>
              <a:off x="10574811" y="5860011"/>
              <a:ext cx="1110" cy="21679"/>
            </a:xfrm>
            <a:prstGeom prst="rect">
              <a:avLst/>
            </a:prstGeom>
          </p:spPr>
        </p:pic>
        <p:pic>
          <p:nvPicPr>
            <p:cNvPr id="285" name="Rectangle 240663350 [Figma 9974:44080]" descr="Rectangle 240663350. векторный контур">
              <a:extLst>
                <a:ext uri="{FF2B5EF4-FFF2-40B4-BE49-F238E27FC236}">
                  <a16:creationId xmlns:a16="http://schemas.microsoft.com/office/drawing/2014/main" id="{86DB3894-7850-465C-9DD7-702E6741DE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96"/>
            <a:stretch>
              <a:fillRect/>
            </a:stretch>
          </p:blipFill>
          <p:spPr>
            <a:xfrm>
              <a:off x="10585607" y="5794974"/>
              <a:ext cx="63" cy="1091"/>
            </a:xfrm>
            <a:prstGeom prst="rect">
              <a:avLst/>
            </a:prstGeom>
          </p:spPr>
        </p:pic>
        <p:pic>
          <p:nvPicPr>
            <p:cNvPr id="286" name="Rectangle 240663351 [Figma 9974:44082]" descr="Rectangle 240663351. векторный контур">
              <a:extLst>
                <a:ext uri="{FF2B5EF4-FFF2-40B4-BE49-F238E27FC236}">
                  <a16:creationId xmlns:a16="http://schemas.microsoft.com/office/drawing/2014/main" id="{BE618BC8-4899-4553-B4CC-228DE7594F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68">
              <a:extLst>
                <a:ext uri="{96DAC541-7B7A-43D3-8B79-37D633B846F1}">
                  <asvg:svgBlip xmlns:asvg="http://schemas.microsoft.com/office/drawing/2016/SVG/main" r:embed="rId277"/>
                </a:ext>
              </a:extLst>
            </a:blip>
            <a:stretch>
              <a:fillRect/>
            </a:stretch>
          </p:blipFill>
          <p:spPr>
            <a:xfrm>
              <a:off x="10574811" y="5860011"/>
              <a:ext cx="1110" cy="21679"/>
            </a:xfrm>
            <a:prstGeom prst="rect">
              <a:avLst/>
            </a:prstGeom>
          </p:spPr>
        </p:pic>
        <p:pic>
          <p:nvPicPr>
            <p:cNvPr id="287" name="Rectangle 240663351 (Stroke) [Figma 9974:44081]" descr="Rectangle 240663351 (Stroke). векторный контур">
              <a:extLst>
                <a:ext uri="{FF2B5EF4-FFF2-40B4-BE49-F238E27FC236}">
                  <a16:creationId xmlns:a16="http://schemas.microsoft.com/office/drawing/2014/main" id="{BCDD6CB4-EEC8-4774-8C71-117830E378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68">
              <a:extLst>
                <a:ext uri="{96DAC541-7B7A-43D3-8B79-37D633B846F1}">
                  <asvg:svgBlip xmlns:asvg="http://schemas.microsoft.com/office/drawing/2016/SVG/main" r:embed="rId278"/>
                </a:ext>
              </a:extLst>
            </a:blip>
            <a:stretch>
              <a:fillRect/>
            </a:stretch>
          </p:blipFill>
          <p:spPr>
            <a:xfrm>
              <a:off x="10574811" y="5860011"/>
              <a:ext cx="1110" cy="21679"/>
            </a:xfrm>
            <a:prstGeom prst="rect">
              <a:avLst/>
            </a:prstGeom>
          </p:spPr>
        </p:pic>
        <p:pic>
          <p:nvPicPr>
            <p:cNvPr id="288" name="Rectangle 240663355 [Figma 9974:44550]" descr="Rectangle 240663355. векторный контур">
              <a:extLst>
                <a:ext uri="{FF2B5EF4-FFF2-40B4-BE49-F238E27FC236}">
                  <a16:creationId xmlns:a16="http://schemas.microsoft.com/office/drawing/2014/main" id="{D574CAE9-57EA-4D1C-9C6F-81E93137DB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79">
              <a:extLst>
                <a:ext uri="{96DAC541-7B7A-43D3-8B79-37D633B846F1}">
                  <asvg:svgBlip xmlns:asvg="http://schemas.microsoft.com/office/drawing/2016/SVG/main" r:embed="rId280"/>
                </a:ext>
              </a:extLst>
            </a:blip>
            <a:stretch>
              <a:fillRect/>
            </a:stretch>
          </p:blipFill>
          <p:spPr>
            <a:xfrm>
              <a:off x="10452868" y="5845029"/>
              <a:ext cx="731987" cy="280782"/>
            </a:xfrm>
            <a:prstGeom prst="rect">
              <a:avLst/>
            </a:prstGeom>
          </p:spPr>
        </p:pic>
        <p:pic>
          <p:nvPicPr>
            <p:cNvPr id="289" name="Rectangle 240663350 [Figma 9974:44669]" descr="Rectangle 240663350. векторный контур">
              <a:extLst>
                <a:ext uri="{FF2B5EF4-FFF2-40B4-BE49-F238E27FC236}">
                  <a16:creationId xmlns:a16="http://schemas.microsoft.com/office/drawing/2014/main" id="{C401738B-A0AE-4B31-9E24-028FCFC0FC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81">
              <a:extLst>
                <a:ext uri="{96DAC541-7B7A-43D3-8B79-37D633B846F1}">
                  <asvg:svgBlip xmlns:asvg="http://schemas.microsoft.com/office/drawing/2016/SVG/main" r:embed="rId282"/>
                </a:ext>
              </a:extLst>
            </a:blip>
            <a:stretch>
              <a:fillRect/>
            </a:stretch>
          </p:blipFill>
          <p:spPr>
            <a:xfrm>
              <a:off x="10195179" y="5784110"/>
              <a:ext cx="390484" cy="21679"/>
            </a:xfrm>
            <a:prstGeom prst="rect">
              <a:avLst/>
            </a:prstGeom>
          </p:spPr>
        </p:pic>
        <p:pic>
          <p:nvPicPr>
            <p:cNvPr id="290" name="Rectangle 240663351 [Figma 9974:44690]" descr="Rectangle 240663351. векторный контур">
              <a:extLst>
                <a:ext uri="{FF2B5EF4-FFF2-40B4-BE49-F238E27FC236}">
                  <a16:creationId xmlns:a16="http://schemas.microsoft.com/office/drawing/2014/main" id="{61069038-0173-47AD-89BC-2A9948808A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83">
              <a:extLst>
                <a:ext uri="{96DAC541-7B7A-43D3-8B79-37D633B846F1}">
                  <asvg:svgBlip xmlns:asvg="http://schemas.microsoft.com/office/drawing/2016/SVG/main" r:embed="rId284"/>
                </a:ext>
              </a:extLst>
            </a:blip>
            <a:stretch>
              <a:fillRect/>
            </a:stretch>
          </p:blipFill>
          <p:spPr>
            <a:xfrm>
              <a:off x="10108402" y="5860011"/>
              <a:ext cx="477255" cy="21679"/>
            </a:xfrm>
            <a:prstGeom prst="rect">
              <a:avLst/>
            </a:prstGeom>
          </p:spPr>
        </p:pic>
        <p:pic>
          <p:nvPicPr>
            <p:cNvPr id="291" name="Rectangle 240663352 [Figma 9974:44711]" descr="Rectangle 240663352. векторный контур">
              <a:extLst>
                <a:ext uri="{FF2B5EF4-FFF2-40B4-BE49-F238E27FC236}">
                  <a16:creationId xmlns:a16="http://schemas.microsoft.com/office/drawing/2014/main" id="{94E0B9F7-AAEC-43F0-BC3A-08DA450C61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85">
              <a:extLst>
                <a:ext uri="{96DAC541-7B7A-43D3-8B79-37D633B846F1}">
                  <asvg:svgBlip xmlns:asvg="http://schemas.microsoft.com/office/drawing/2016/SVG/main" r:embed="rId286"/>
                </a:ext>
              </a:extLst>
            </a:blip>
            <a:stretch>
              <a:fillRect/>
            </a:stretch>
          </p:blipFill>
          <p:spPr>
            <a:xfrm>
              <a:off x="10195179" y="5935961"/>
              <a:ext cx="390484" cy="21679"/>
            </a:xfrm>
            <a:prstGeom prst="rect">
              <a:avLst/>
            </a:prstGeom>
          </p:spPr>
        </p:pic>
        <p:pic>
          <p:nvPicPr>
            <p:cNvPr id="292" name="Rectangle 240663354 [Figma 9974:44731]" descr="Rectangle 240663354. векторный контур">
              <a:extLst>
                <a:ext uri="{FF2B5EF4-FFF2-40B4-BE49-F238E27FC236}">
                  <a16:creationId xmlns:a16="http://schemas.microsoft.com/office/drawing/2014/main" id="{4D86866F-2CEE-407F-9BE1-486395C76A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87">
              <a:extLst>
                <a:ext uri="{96DAC541-7B7A-43D3-8B79-37D633B846F1}">
                  <asvg:svgBlip xmlns:asvg="http://schemas.microsoft.com/office/drawing/2016/SVG/main" r:embed="rId288"/>
                </a:ext>
              </a:extLst>
            </a:blip>
            <a:stretch>
              <a:fillRect/>
            </a:stretch>
          </p:blipFill>
          <p:spPr>
            <a:xfrm>
              <a:off x="10422954" y="5622636"/>
              <a:ext cx="342854" cy="501389"/>
            </a:xfrm>
            <a:prstGeom prst="rect">
              <a:avLst/>
            </a:prstGeom>
          </p:spPr>
        </p:pic>
        <p:pic>
          <p:nvPicPr>
            <p:cNvPr id="293" name="Rectangle 240663356 [Figma 9974:44866]" descr="Rectangle 240663356. векторный контур">
              <a:extLst>
                <a:ext uri="{FF2B5EF4-FFF2-40B4-BE49-F238E27FC236}">
                  <a16:creationId xmlns:a16="http://schemas.microsoft.com/office/drawing/2014/main" id="{9939B8BF-44D0-4692-AD96-E0DA049057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89">
              <a:extLst>
                <a:ext uri="{96DAC541-7B7A-43D3-8B79-37D633B846F1}">
                  <asvg:svgBlip xmlns:asvg="http://schemas.microsoft.com/office/drawing/2016/SVG/main" r:embed="rId290"/>
                </a:ext>
              </a:extLst>
            </a:blip>
            <a:stretch>
              <a:fillRect/>
            </a:stretch>
          </p:blipFill>
          <p:spPr>
            <a:xfrm>
              <a:off x="10501602" y="5553581"/>
              <a:ext cx="634531" cy="306330"/>
            </a:xfrm>
            <a:prstGeom prst="rect">
              <a:avLst/>
            </a:prstGeom>
          </p:spPr>
        </p:pic>
        <p:pic>
          <p:nvPicPr>
            <p:cNvPr id="294" name="Rectangle 240663353 [Figma 9974:44886]" descr="Rectangle 240663353. векторный контур">
              <a:extLst>
                <a:ext uri="{FF2B5EF4-FFF2-40B4-BE49-F238E27FC236}">
                  <a16:creationId xmlns:a16="http://schemas.microsoft.com/office/drawing/2014/main" id="{3EEC09D6-E24D-403C-A8B8-F3C285B52D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91">
              <a:extLst>
                <a:ext uri="{96DAC541-7B7A-43D3-8B79-37D633B846F1}">
                  <asvg:svgBlip xmlns:asvg="http://schemas.microsoft.com/office/drawing/2016/SVG/main" r:embed="rId292"/>
                </a:ext>
              </a:extLst>
            </a:blip>
            <a:stretch>
              <a:fillRect/>
            </a:stretch>
          </p:blipFill>
          <p:spPr>
            <a:xfrm>
              <a:off x="10427518" y="5328410"/>
              <a:ext cx="782680" cy="336938"/>
            </a:xfrm>
            <a:prstGeom prst="rect">
              <a:avLst/>
            </a:prstGeom>
          </p:spPr>
        </p:pic>
        <p:pic>
          <p:nvPicPr>
            <p:cNvPr id="295" name="Rectangle 240663354 [Figma 9974:44947]" descr="Rectangle 240663354. векторный контур">
              <a:extLst>
                <a:ext uri="{FF2B5EF4-FFF2-40B4-BE49-F238E27FC236}">
                  <a16:creationId xmlns:a16="http://schemas.microsoft.com/office/drawing/2014/main" id="{F351811B-662B-4E9F-B213-CCEDCABA19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93">
              <a:extLst>
                <a:ext uri="{96DAC541-7B7A-43D3-8B79-37D633B846F1}">
                  <asvg:svgBlip xmlns:asvg="http://schemas.microsoft.com/office/drawing/2016/SVG/main" r:embed="rId294"/>
                </a:ext>
              </a:extLst>
            </a:blip>
            <a:stretch>
              <a:fillRect/>
            </a:stretch>
          </p:blipFill>
          <p:spPr>
            <a:xfrm>
              <a:off x="10871920" y="5622636"/>
              <a:ext cx="342842" cy="50138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to-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Группа 37">
            <a:extLst>
              <a:ext uri="{FF2B5EF4-FFF2-40B4-BE49-F238E27FC236}">
                <a16:creationId xmlns:a16="http://schemas.microsoft.com/office/drawing/2014/main" id="{BEC86FF9-A9CC-4197-9FD0-19FB0D3FCFA0}"/>
              </a:ext>
            </a:extLst>
          </p:cNvPr>
          <p:cNvGrpSpPr/>
          <p:nvPr/>
        </p:nvGrpSpPr>
        <p:grpSpPr>
          <a:xfrm>
            <a:off x="975054" y="1505309"/>
            <a:ext cx="993117" cy="889523"/>
            <a:chOff x="975054" y="1505309"/>
            <a:chExt cx="993117" cy="889523"/>
          </a:xfrm>
        </p:grpSpPr>
        <p:pic>
          <p:nvPicPr>
            <p:cNvPr id="2" name="Vector 60 [Figma 9971:37154]" descr="Vector 60. градиент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50503" y="1505309"/>
              <a:ext cx="717668" cy="889523"/>
            </a:xfrm>
            <a:prstGeom prst="rect">
              <a:avLst/>
            </a:prstGeom>
          </p:spPr>
        </p:pic>
        <p:pic>
          <p:nvPicPr>
            <p:cNvPr id="3" name="Vector 61 [Figma 9971:37155]" descr="Vector 61. градиент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75054" y="1649867"/>
              <a:ext cx="686614" cy="589097"/>
            </a:xfrm>
            <a:prstGeom prst="rect">
              <a:avLst/>
            </a:prstGeom>
          </p:spPr>
        </p:pic>
        <p:sp>
          <p:nvSpPr>
            <p:cNvPr id="4" name="Ellipse 48 [Figma 9971:37156]"/>
            <p:cNvSpPr/>
            <p:nvPr/>
          </p:nvSpPr>
          <p:spPr>
            <a:xfrm>
              <a:off x="1214116" y="1866705"/>
              <a:ext cx="44477" cy="44477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5" name="Ellipse 49 [Figma 9971:37157]"/>
            <p:cNvSpPr/>
            <p:nvPr/>
          </p:nvSpPr>
          <p:spPr>
            <a:xfrm>
              <a:off x="1297513" y="1866705"/>
              <a:ext cx="44477" cy="44477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6" name="Ellipse 50 [Figma 9971:37158]"/>
            <p:cNvSpPr/>
            <p:nvPr/>
          </p:nvSpPr>
          <p:spPr>
            <a:xfrm>
              <a:off x="1380904" y="1866705"/>
              <a:ext cx="44477" cy="44477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</p:grp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334BA3E2-808C-4B3A-8B57-773BB72DEA80}"/>
              </a:ext>
            </a:extLst>
          </p:cNvPr>
          <p:cNvGrpSpPr/>
          <p:nvPr/>
        </p:nvGrpSpPr>
        <p:grpSpPr>
          <a:xfrm>
            <a:off x="3304615" y="1608494"/>
            <a:ext cx="961623" cy="693174"/>
            <a:chOff x="3304615" y="1608494"/>
            <a:chExt cx="961623" cy="693174"/>
          </a:xfrm>
        </p:grpSpPr>
        <p:pic>
          <p:nvPicPr>
            <p:cNvPr id="7" name="Rectangle 28 [Figma 9971:37170]" descr="Rectangle 28. градиент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524013" y="1608494"/>
              <a:ext cx="742225" cy="462149"/>
            </a:xfrm>
            <a:prstGeom prst="rect">
              <a:avLst/>
            </a:prstGeom>
          </p:spPr>
        </p:pic>
        <p:pic>
          <p:nvPicPr>
            <p:cNvPr id="8" name="Rectangle 29 [Figma 9971:37171]" descr="Rectangle 29. градиент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524013" y="2070644"/>
              <a:ext cx="742225" cy="74710"/>
            </a:xfrm>
            <a:prstGeom prst="rect">
              <a:avLst/>
            </a:prstGeom>
          </p:spPr>
        </p:pic>
        <p:pic>
          <p:nvPicPr>
            <p:cNvPr id="9" name="Rectangle 30 [Figma 9971:37172]" descr="Rectangle 30. градиент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3836774" y="2145304"/>
              <a:ext cx="116703" cy="149370"/>
            </a:xfrm>
            <a:prstGeom prst="rect">
              <a:avLst/>
            </a:prstGeom>
          </p:spPr>
        </p:pic>
        <p:pic>
          <p:nvPicPr>
            <p:cNvPr id="10" name="Vector 60 (Stroke) [Figma 9971:37174]" descr="Vector 60 (Stroke). векторный контур"/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3306946" y="1716541"/>
              <a:ext cx="281737" cy="542465"/>
            </a:xfrm>
            <a:prstGeom prst="rect">
              <a:avLst/>
            </a:prstGeom>
          </p:spPr>
        </p:pic>
        <p:pic>
          <p:nvPicPr>
            <p:cNvPr id="11" name="Vector 62 [Figma 9971:37175]" descr="Vector 62. градиент"/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3381638" y="1746206"/>
              <a:ext cx="700213" cy="550849"/>
            </a:xfrm>
            <a:prstGeom prst="rect">
              <a:avLst/>
            </a:prstGeom>
          </p:spPr>
        </p:pic>
        <p:pic>
          <p:nvPicPr>
            <p:cNvPr id="12" name="Rectangle 31 [Figma 9971:37176]" descr="Rectangle 31. градиент"/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3477332" y="2252705"/>
              <a:ext cx="228737" cy="42018"/>
            </a:xfrm>
            <a:prstGeom prst="rect">
              <a:avLst/>
            </a:prstGeom>
          </p:spPr>
        </p:pic>
        <p:pic>
          <p:nvPicPr>
            <p:cNvPr id="13" name="Rectangle 32 [Figma 9971:37177]" descr="Rectangle 32. градиент"/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3575357" y="1711183"/>
              <a:ext cx="317430" cy="37355"/>
            </a:xfrm>
            <a:prstGeom prst="rect">
              <a:avLst/>
            </a:prstGeom>
          </p:spPr>
        </p:pic>
        <p:pic>
          <p:nvPicPr>
            <p:cNvPr id="14" name="Vector 61 (Stroke) [Figma 9971:37178]" descr="Vector 61 (Stroke). векторный контур"/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3304615" y="2292342"/>
              <a:ext cx="952284" cy="9326"/>
            </a:xfrm>
            <a:prstGeom prst="rect">
              <a:avLst/>
            </a:prstGeom>
          </p:spPr>
        </p:pic>
      </p:grp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09828DF9-BC38-4A5B-AACA-9376A14F36DD}"/>
              </a:ext>
            </a:extLst>
          </p:cNvPr>
          <p:cNvGrpSpPr/>
          <p:nvPr/>
        </p:nvGrpSpPr>
        <p:grpSpPr>
          <a:xfrm>
            <a:off x="5789772" y="1522325"/>
            <a:ext cx="707070" cy="858915"/>
            <a:chOff x="5789772" y="1522325"/>
            <a:chExt cx="707070" cy="858915"/>
          </a:xfrm>
        </p:grpSpPr>
        <p:pic>
          <p:nvPicPr>
            <p:cNvPr id="15" name="Rectangle 240663396 [Figma 9971:37206]" descr="Rectangle 240663396. градиент"/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5789772" y="1522325"/>
              <a:ext cx="493527" cy="858915"/>
            </a:xfrm>
            <a:prstGeom prst="rect">
              <a:avLst/>
            </a:prstGeom>
          </p:spPr>
        </p:pic>
        <p:pic>
          <p:nvPicPr>
            <p:cNvPr id="16" name="Rectangle 240663397 [Figma 9971:37207]" descr="Rectangle 240663397. градиент"/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5799259" y="1531800"/>
              <a:ext cx="474545" cy="740302"/>
            </a:xfrm>
            <a:prstGeom prst="rect">
              <a:avLst/>
            </a:prstGeom>
          </p:spPr>
        </p:pic>
        <p:pic>
          <p:nvPicPr>
            <p:cNvPr id="17" name="Ellipse 5048 [Figma 9971:37208]" descr="Ellipse 5048. градиент"/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6017547" y="1569750"/>
              <a:ext cx="37963" cy="37950"/>
            </a:xfrm>
            <a:prstGeom prst="rect">
              <a:avLst/>
            </a:prstGeom>
          </p:spPr>
        </p:pic>
        <p:pic>
          <p:nvPicPr>
            <p:cNvPr id="18" name="Rectangle 240663399 [Figma 9971:37210]" descr="Rectangle 240663399. векторный контур"/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6050772" y="1726363"/>
              <a:ext cx="293122" cy="450839"/>
            </a:xfrm>
            <a:prstGeom prst="rect">
              <a:avLst/>
            </a:prstGeom>
          </p:spPr>
        </p:pic>
        <p:pic>
          <p:nvPicPr>
            <p:cNvPr id="19" name="Rectangle 240663398 [Figma 9971:37211]" descr="Rectangle 240663398. градиент"/>
            <p:cNvPicPr>
              <a:picLocks noChangeAspect="1"/>
            </p:cNvPicPr>
            <p:nvPr/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6055516" y="1731125"/>
              <a:ext cx="441326" cy="441314"/>
            </a:xfrm>
            <a:prstGeom prst="rect">
              <a:avLst/>
            </a:prstGeom>
          </p:spPr>
        </p:pic>
        <p:pic>
          <p:nvPicPr>
            <p:cNvPr id="20" name="Union [Figma 9971:37212]" descr="Union. градиент"/>
            <p:cNvPicPr>
              <a:picLocks noChangeAspect="1"/>
            </p:cNvPicPr>
            <p:nvPr/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6164660" y="1826026"/>
              <a:ext cx="227782" cy="251513"/>
            </a:xfrm>
            <a:prstGeom prst="rect">
              <a:avLst/>
            </a:prstGeom>
          </p:spPr>
        </p:pic>
      </p:grpSp>
      <p:grpSp>
        <p:nvGrpSpPr>
          <p:cNvPr id="41" name="Группа 40">
            <a:extLst>
              <a:ext uri="{FF2B5EF4-FFF2-40B4-BE49-F238E27FC236}">
                <a16:creationId xmlns:a16="http://schemas.microsoft.com/office/drawing/2014/main" id="{CEA6516B-F752-40F9-9A2B-E6AB198C7A92}"/>
              </a:ext>
            </a:extLst>
          </p:cNvPr>
          <p:cNvGrpSpPr/>
          <p:nvPr/>
        </p:nvGrpSpPr>
        <p:grpSpPr>
          <a:xfrm>
            <a:off x="3303914" y="2883225"/>
            <a:ext cx="962324" cy="693224"/>
            <a:chOff x="3303914" y="2883225"/>
            <a:chExt cx="962324" cy="693224"/>
          </a:xfrm>
        </p:grpSpPr>
        <p:pic>
          <p:nvPicPr>
            <p:cNvPr id="24" name="Union [Figma 9974:41950]" descr="Union. векторный контур"/>
            <p:cNvPicPr>
              <a:picLocks noChangeAspect="1"/>
            </p:cNvPicPr>
            <p:nvPr/>
          </p:nvPicPr>
          <p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3524013" y="2883225"/>
              <a:ext cx="742225" cy="462149"/>
            </a:xfrm>
            <a:prstGeom prst="rect">
              <a:avLst/>
            </a:prstGeom>
          </p:spPr>
        </p:pic>
        <p:pic>
          <p:nvPicPr>
            <p:cNvPr id="25" name="Rectangle 29 [Figma 9974:41726]" descr="Rectangle 29. векторный контур"/>
            <p:cNvPicPr>
              <a:picLocks noChangeAspect="1"/>
            </p:cNvPicPr>
            <p:nvPr/>
          </p:nvPicPr>
          <p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3524013" y="3354502"/>
              <a:ext cx="742225" cy="65582"/>
            </a:xfrm>
            <a:prstGeom prst="rect">
              <a:avLst/>
            </a:prstGeom>
          </p:spPr>
        </p:pic>
        <p:pic>
          <p:nvPicPr>
            <p:cNvPr id="26" name="Union [Figma 9974:41951]" descr="Union. векторный контур"/>
            <p:cNvPicPr>
              <a:picLocks noChangeAspect="1"/>
            </p:cNvPicPr>
            <p:nvPr/>
          </p:nvPicPr>
          <p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3303914" y="2985914"/>
              <a:ext cx="952985" cy="590535"/>
            </a:xfrm>
            <a:prstGeom prst="rect">
              <a:avLst/>
            </a:prstGeom>
          </p:spPr>
        </p:pic>
      </p:grpSp>
      <p:grpSp>
        <p:nvGrpSpPr>
          <p:cNvPr id="43" name="Группа 42">
            <a:extLst>
              <a:ext uri="{FF2B5EF4-FFF2-40B4-BE49-F238E27FC236}">
                <a16:creationId xmlns:a16="http://schemas.microsoft.com/office/drawing/2014/main" id="{6260C6F3-2756-4188-8AA6-0E168FA996F6}"/>
              </a:ext>
            </a:extLst>
          </p:cNvPr>
          <p:cNvGrpSpPr/>
          <p:nvPr/>
        </p:nvGrpSpPr>
        <p:grpSpPr>
          <a:xfrm>
            <a:off x="5789772" y="2797055"/>
            <a:ext cx="707071" cy="858915"/>
            <a:chOff x="5789772" y="2797055"/>
            <a:chExt cx="707071" cy="858915"/>
          </a:xfrm>
        </p:grpSpPr>
        <p:pic>
          <p:nvPicPr>
            <p:cNvPr id="23" name="Ellipse 5048 [Figma 9971:37198]" descr="Ellipse 5048. векторный контур"/>
            <p:cNvPicPr>
              <a:picLocks noChangeAspect="1"/>
            </p:cNvPicPr>
            <p:nvPr/>
          </p:nvPicPr>
          <p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/>
            </a:stretch>
          </p:blipFill>
          <p:spPr>
            <a:xfrm>
              <a:off x="6017547" y="2844481"/>
              <a:ext cx="37963" cy="37950"/>
            </a:xfrm>
            <a:prstGeom prst="rect">
              <a:avLst/>
            </a:prstGeom>
          </p:spPr>
        </p:pic>
        <p:pic>
          <p:nvPicPr>
            <p:cNvPr id="27" name="Rectangle 240663396 [Figma 9971:37196]" descr="Rectangle 240663396. векторный контур"/>
            <p:cNvPicPr>
              <a:picLocks noChangeAspect="1"/>
            </p:cNvPicPr>
            <p:nvPr/>
          </p:nvPicPr>
          <p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/>
            </a:stretch>
          </p:blipFill>
          <p:spPr>
            <a:xfrm>
              <a:off x="5789772" y="2797055"/>
              <a:ext cx="493527" cy="858915"/>
            </a:xfrm>
            <a:prstGeom prst="rect">
              <a:avLst/>
            </a:prstGeom>
          </p:spPr>
        </p:pic>
        <p:pic>
          <p:nvPicPr>
            <p:cNvPr id="28" name="Rectangle 240663397 [Figma 9971:37197]" descr="Rectangle 240663397. векторный контур"/>
            <p:cNvPicPr>
              <a:picLocks noChangeAspect="1"/>
            </p:cNvPicPr>
            <p:nvPr/>
          </p:nvPicPr>
          <p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/>
            </a:stretch>
          </p:blipFill>
          <p:spPr>
            <a:xfrm>
              <a:off x="5799259" y="2806531"/>
              <a:ext cx="474545" cy="740302"/>
            </a:xfrm>
            <a:prstGeom prst="rect">
              <a:avLst/>
            </a:prstGeom>
          </p:spPr>
        </p:pic>
        <p:pic>
          <p:nvPicPr>
            <p:cNvPr id="29" name="Rectangle 240663398 [Figma 9971:37201]" descr="Rectangle 240663398. векторный контур"/>
            <p:cNvPicPr>
              <a:picLocks noChangeAspect="1"/>
            </p:cNvPicPr>
            <p:nvPr/>
          </p:nvPicPr>
          <p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/>
            </a:stretch>
          </p:blipFill>
          <p:spPr>
            <a:xfrm>
              <a:off x="6059020" y="3009329"/>
              <a:ext cx="437823" cy="434369"/>
            </a:xfrm>
            <a:prstGeom prst="rect">
              <a:avLst/>
            </a:prstGeom>
          </p:spPr>
        </p:pic>
        <p:pic>
          <p:nvPicPr>
            <p:cNvPr id="30" name="Union [Figma 9974:42121]" descr="Union. векторный контур"/>
            <p:cNvPicPr>
              <a:picLocks noChangeAspect="1"/>
            </p:cNvPicPr>
            <p:nvPr/>
          </p:nvPicPr>
          <p:blipFill>
            <a:blip r:embed="rId49"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/>
            </a:stretch>
          </p:blipFill>
          <p:spPr>
            <a:xfrm>
              <a:off x="6164660" y="3100756"/>
              <a:ext cx="227782" cy="251513"/>
            </a:xfrm>
            <a:prstGeom prst="rect">
              <a:avLst/>
            </a:prstGeom>
          </p:spPr>
        </p:pic>
      </p:grpSp>
      <p:grpSp>
        <p:nvGrpSpPr>
          <p:cNvPr id="39" name="Группа 38">
            <a:extLst>
              <a:ext uri="{FF2B5EF4-FFF2-40B4-BE49-F238E27FC236}">
                <a16:creationId xmlns:a16="http://schemas.microsoft.com/office/drawing/2014/main" id="{7D7CDE04-3EF8-4BFB-9C2C-6F1507045D8E}"/>
              </a:ext>
            </a:extLst>
          </p:cNvPr>
          <p:cNvGrpSpPr/>
          <p:nvPr/>
        </p:nvGrpSpPr>
        <p:grpSpPr>
          <a:xfrm>
            <a:off x="979612" y="2784604"/>
            <a:ext cx="984008" cy="880445"/>
            <a:chOff x="979612" y="2784604"/>
            <a:chExt cx="984008" cy="880445"/>
          </a:xfrm>
        </p:grpSpPr>
        <p:pic>
          <p:nvPicPr>
            <p:cNvPr id="21" name="Vector 60 (Stroke) [Figma 9971:37162]" descr="Vector 60 (Stroke). векторный контур"/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1315695" y="2920034"/>
              <a:ext cx="3330" cy="5259"/>
            </a:xfrm>
            <a:prstGeom prst="rect">
              <a:avLst/>
            </a:prstGeom>
          </p:spPr>
        </p:pic>
        <p:pic>
          <p:nvPicPr>
            <p:cNvPr id="22" name="Vector 61 (Stroke) [Figma 9971:37164]" descr="Vector 61 (Stroke). векторный контур"/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979612" y="2920034"/>
              <a:ext cx="677504" cy="589074"/>
            </a:xfrm>
            <a:prstGeom prst="rect">
              <a:avLst/>
            </a:prstGeom>
          </p:spPr>
        </p:pic>
        <p:pic>
          <p:nvPicPr>
            <p:cNvPr id="31" name="Ellipse 48 [Figma 9974:42129]" descr="Ellipse 48. векторный контур"/>
            <p:cNvPicPr>
              <a:picLocks noChangeAspect="1"/>
            </p:cNvPicPr>
            <p:nvPr/>
          </p:nvPicPr>
          <p:blipFill>
            <a:blip r:embed="rId52">
              <a:extLs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/>
            </a:stretch>
          </p:blipFill>
          <p:spPr>
            <a:xfrm>
              <a:off x="1214122" y="3141386"/>
              <a:ext cx="44480" cy="44498"/>
            </a:xfrm>
            <a:prstGeom prst="rect">
              <a:avLst/>
            </a:prstGeom>
          </p:spPr>
        </p:pic>
        <p:pic>
          <p:nvPicPr>
            <p:cNvPr id="32" name="Ellipse 49 [Figma 9974:42139]" descr="Ellipse 49. векторный контур"/>
            <p:cNvPicPr>
              <a:picLocks noChangeAspect="1"/>
            </p:cNvPicPr>
            <p:nvPr/>
          </p:nvPicPr>
          <p:blipFill>
            <a:blip r:embed="rId52">
              <a:extLs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/>
            </a:stretch>
          </p:blipFill>
          <p:spPr>
            <a:xfrm>
              <a:off x="1297513" y="3141386"/>
              <a:ext cx="44480" cy="44498"/>
            </a:xfrm>
            <a:prstGeom prst="rect">
              <a:avLst/>
            </a:prstGeom>
          </p:spPr>
        </p:pic>
        <p:pic>
          <p:nvPicPr>
            <p:cNvPr id="33" name="Ellipse 50 [Figma 9974:42150]" descr="Ellipse 50. векторный контур"/>
            <p:cNvPicPr>
              <a:picLocks noChangeAspect="1"/>
            </p:cNvPicPr>
            <p:nvPr/>
          </p:nvPicPr>
          <p:blipFill>
            <a:blip r:embed="rId52">
              <a:extLs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/>
            </a:stretch>
          </p:blipFill>
          <p:spPr>
            <a:xfrm>
              <a:off x="1380911" y="3141386"/>
              <a:ext cx="44480" cy="44498"/>
            </a:xfrm>
            <a:prstGeom prst="rect">
              <a:avLst/>
            </a:prstGeom>
          </p:spPr>
        </p:pic>
        <p:pic>
          <p:nvPicPr>
            <p:cNvPr id="34" name="Vector 61 [Figma 9974:42170]" descr="Vector 61. векторный контур"/>
            <p:cNvPicPr>
              <a:picLocks noChangeAspect="1"/>
            </p:cNvPicPr>
            <p:nvPr/>
          </p:nvPicPr>
          <p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/>
            </a:stretch>
          </p:blipFill>
          <p:spPr>
            <a:xfrm>
              <a:off x="979612" y="2929162"/>
              <a:ext cx="677504" cy="579969"/>
            </a:xfrm>
            <a:prstGeom prst="rect">
              <a:avLst/>
            </a:prstGeom>
          </p:spPr>
        </p:pic>
        <p:pic>
          <p:nvPicPr>
            <p:cNvPr id="35" name="Vector 60 [Figma 9974:42258]" descr="Vector 60. векторный контур"/>
            <p:cNvPicPr>
              <a:picLocks noChangeAspect="1"/>
            </p:cNvPicPr>
            <p:nvPr/>
          </p:nvPicPr>
          <p:blipFill>
            <a:blip r:embed="rId56">
              <a:extLst>
                <a:ext uri="{96DAC541-7B7A-43D3-8B79-37D633B846F1}">
                  <asvg:svgBlip xmlns:asvg="http://schemas.microsoft.com/office/drawing/2016/SVG/main" r:embed="rId57"/>
                </a:ext>
              </a:extLst>
            </a:blip>
            <a:stretch>
              <a:fillRect/>
            </a:stretch>
          </p:blipFill>
          <p:spPr>
            <a:xfrm>
              <a:off x="1255067" y="2784604"/>
              <a:ext cx="708553" cy="880445"/>
            </a:xfrm>
            <a:prstGeom prst="rect">
              <a:avLst/>
            </a:prstGeom>
          </p:spPr>
        </p:pic>
      </p:grpSp>
      <p:sp>
        <p:nvSpPr>
          <p:cNvPr id="37" name="Заголовок 36">
            <a:extLst>
              <a:ext uri="{FF2B5EF4-FFF2-40B4-BE49-F238E27FC236}">
                <a16:creationId xmlns:a16="http://schemas.microsoft.com/office/drawing/2014/main" id="{CF749247-5DE8-4F5B-968C-A5B3A98D4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effectLst/>
              </a:rPr>
              <a:t>Иллюстрации </a:t>
            </a:r>
            <a:r>
              <a:rPr lang="ru-RU" dirty="0" err="1">
                <a:effectLst/>
              </a:rPr>
              <a:t>ит</a:t>
            </a:r>
            <a:endParaRPr lang="ru-RU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to-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graph [Figma 9974:39004]"/>
          <p:cNvSpPr txBox="1"/>
          <p:nvPr/>
        </p:nvSpPr>
        <p:spPr>
          <a:xfrm>
            <a:off x="11823404" y="6503902"/>
            <a:ext cx="114297" cy="140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kern="0" spc="-15" dirty="0">
                <a:solidFill>
                  <a:srgbClr val="ACB6C3"/>
                </a:solidFill>
                <a:latin typeface="VTB Group Book" panose="020B0503040504020204" pitchFamily="34" charset="-52"/>
                <a:ea typeface="VTB Group" pitchFamily="34" charset="-122"/>
                <a:cs typeface="VTB Group" pitchFamily="34" charset="-120"/>
              </a:rPr>
              <a:t>01</a:t>
            </a:r>
            <a:endParaRPr lang="en-US" sz="800" dirty="0">
              <a:latin typeface="VTB Group Book" panose="020B0503040504020204" pitchFamily="34" charset="-52"/>
            </a:endParaRPr>
          </a:p>
        </p:txBody>
      </p:sp>
      <p:grpSp>
        <p:nvGrpSpPr>
          <p:cNvPr id="170" name="Группа 169">
            <a:extLst>
              <a:ext uri="{FF2B5EF4-FFF2-40B4-BE49-F238E27FC236}">
                <a16:creationId xmlns:a16="http://schemas.microsoft.com/office/drawing/2014/main" id="{15E8F80C-A770-43CB-8DEB-C8E42BAEBB74}"/>
              </a:ext>
            </a:extLst>
          </p:cNvPr>
          <p:cNvGrpSpPr/>
          <p:nvPr/>
        </p:nvGrpSpPr>
        <p:grpSpPr>
          <a:xfrm>
            <a:off x="739726" y="1489038"/>
            <a:ext cx="1051066" cy="894534"/>
            <a:chOff x="739726" y="1489038"/>
            <a:chExt cx="1051066" cy="894534"/>
          </a:xfrm>
        </p:grpSpPr>
        <p:pic>
          <p:nvPicPr>
            <p:cNvPr id="3" name="Vector 139 (Stroke) [Figma 9974:38935]" descr="Vector 139 (Stroke). градиент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39726" y="1489038"/>
              <a:ext cx="1051066" cy="894534"/>
            </a:xfrm>
            <a:prstGeom prst="rect">
              <a:avLst/>
            </a:prstGeom>
          </p:spPr>
        </p:pic>
        <p:pic>
          <p:nvPicPr>
            <p:cNvPr id="4" name="Vector 140 [Figma 9974:38936]" descr="Vector 140. градиент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27655" y="1729984"/>
              <a:ext cx="293519" cy="328307"/>
            </a:xfrm>
            <a:prstGeom prst="rect">
              <a:avLst/>
            </a:prstGeom>
          </p:spPr>
        </p:pic>
      </p:grpSp>
      <p:pic>
        <p:nvPicPr>
          <p:cNvPr id="5" name="Group 143 [Figma 9974:38928]" descr="Group 143. отражение или наклон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934184" y="1500547"/>
            <a:ext cx="522697" cy="877927"/>
          </a:xfrm>
          <a:prstGeom prst="rect">
            <a:avLst/>
          </a:prstGeom>
        </p:spPr>
      </p:pic>
      <p:grpSp>
        <p:nvGrpSpPr>
          <p:cNvPr id="171" name="Группа 170">
            <a:extLst>
              <a:ext uri="{FF2B5EF4-FFF2-40B4-BE49-F238E27FC236}">
                <a16:creationId xmlns:a16="http://schemas.microsoft.com/office/drawing/2014/main" id="{AED6A62A-68E9-42CA-B2D3-B80C0A91F960}"/>
              </a:ext>
            </a:extLst>
          </p:cNvPr>
          <p:cNvGrpSpPr/>
          <p:nvPr/>
        </p:nvGrpSpPr>
        <p:grpSpPr>
          <a:xfrm>
            <a:off x="4802712" y="1502829"/>
            <a:ext cx="637868" cy="875633"/>
            <a:chOff x="4802712" y="1502829"/>
            <a:chExt cx="637868" cy="875633"/>
          </a:xfrm>
        </p:grpSpPr>
        <p:pic>
          <p:nvPicPr>
            <p:cNvPr id="6" name="Vector 138 [Figma 9974:38939]" descr="Vector 138. градиент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289455" y="1601747"/>
              <a:ext cx="151125" cy="485713"/>
            </a:xfrm>
            <a:prstGeom prst="rect">
              <a:avLst/>
            </a:prstGeom>
          </p:spPr>
        </p:pic>
        <p:pic>
          <p:nvPicPr>
            <p:cNvPr id="7" name="Vector 133 [Figma 9974:38940]" descr="Vector 133. градиент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4802712" y="1502829"/>
              <a:ext cx="589444" cy="875633"/>
            </a:xfrm>
            <a:prstGeom prst="rect">
              <a:avLst/>
            </a:prstGeom>
          </p:spPr>
        </p:pic>
        <p:pic>
          <p:nvPicPr>
            <p:cNvPr id="8" name="Vector 135 [Figma 9974:38941]" descr="Vector 135. градиент"/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5067378" y="1608941"/>
              <a:ext cx="60857" cy="39538"/>
            </a:xfrm>
            <a:prstGeom prst="rect">
              <a:avLst/>
            </a:prstGeom>
          </p:spPr>
        </p:pic>
        <p:pic>
          <p:nvPicPr>
            <p:cNvPr id="9" name="Vector 134 [Figma 9974:38942]" descr="Vector 134. градиент"/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4883338" y="1520688"/>
              <a:ext cx="425613" cy="173827"/>
            </a:xfrm>
            <a:prstGeom prst="rect">
              <a:avLst/>
            </a:prstGeom>
          </p:spPr>
        </p:pic>
        <p:pic>
          <p:nvPicPr>
            <p:cNvPr id="10" name="Ellipse 83 [Figma 9974:38943]" descr="Ellipse 83. градиент"/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5086396" y="1814616"/>
              <a:ext cx="22820" cy="22820"/>
            </a:xfrm>
            <a:prstGeom prst="rect">
              <a:avLst/>
            </a:prstGeom>
          </p:spPr>
        </p:pic>
        <p:pic>
          <p:nvPicPr>
            <p:cNvPr id="11" name="Vector 136 (Stroke) [Figma 9974:38944]" descr="Vector 136 (Stroke). векторный контур"/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5051875" y="1667627"/>
              <a:ext cx="368334" cy="228743"/>
            </a:xfrm>
            <a:prstGeom prst="rect">
              <a:avLst/>
            </a:prstGeom>
          </p:spPr>
        </p:pic>
        <p:pic>
          <p:nvPicPr>
            <p:cNvPr id="12" name="Rectangle 83 [Figma 9974:38945]" descr="Rectangle 83. градиент"/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5024771" y="2092967"/>
              <a:ext cx="143926" cy="252059"/>
            </a:xfrm>
            <a:prstGeom prst="rect">
              <a:avLst/>
            </a:prstGeom>
          </p:spPr>
        </p:pic>
        <p:pic>
          <p:nvPicPr>
            <p:cNvPr id="13" name="Vector 137 [Figma 9974:38946]" descr="Vector 137. градиент"/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4910145" y="1912790"/>
              <a:ext cx="375769" cy="111073"/>
            </a:xfrm>
            <a:prstGeom prst="rect">
              <a:avLst/>
            </a:prstGeom>
          </p:spPr>
        </p:pic>
        <p:pic>
          <p:nvPicPr>
            <p:cNvPr id="14" name="Ellipse 84 [Figma 9974:38947]" descr="Ellipse 84. градиент"/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5072574" y="1998811"/>
              <a:ext cx="50141" cy="50154"/>
            </a:xfrm>
            <a:prstGeom prst="rect">
              <a:avLst/>
            </a:prstGeom>
          </p:spPr>
        </p:pic>
      </p:grpSp>
      <p:grpSp>
        <p:nvGrpSpPr>
          <p:cNvPr id="172" name="Группа 171">
            <a:extLst>
              <a:ext uri="{FF2B5EF4-FFF2-40B4-BE49-F238E27FC236}">
                <a16:creationId xmlns:a16="http://schemas.microsoft.com/office/drawing/2014/main" id="{8309790B-C960-432D-8C56-24758E1B757A}"/>
              </a:ext>
            </a:extLst>
          </p:cNvPr>
          <p:cNvGrpSpPr/>
          <p:nvPr/>
        </p:nvGrpSpPr>
        <p:grpSpPr>
          <a:xfrm>
            <a:off x="6633544" y="1505210"/>
            <a:ext cx="853340" cy="892103"/>
            <a:chOff x="6633544" y="1505210"/>
            <a:chExt cx="853340" cy="892103"/>
          </a:xfrm>
        </p:grpSpPr>
        <p:pic>
          <p:nvPicPr>
            <p:cNvPr id="15" name="Vector (Stroke) [Figma 9974:38921]" descr="Vector (Stroke). градиент"/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6636644" y="1656763"/>
              <a:ext cx="850240" cy="516669"/>
            </a:xfrm>
            <a:prstGeom prst="rect">
              <a:avLst/>
            </a:prstGeom>
          </p:spPr>
        </p:pic>
        <p:pic>
          <p:nvPicPr>
            <p:cNvPr id="16" name="Vector 88 [Figma 9974:38922]" descr="Vector 88. градиент"/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6633662" y="1505260"/>
              <a:ext cx="428075" cy="485763"/>
            </a:xfrm>
            <a:prstGeom prst="rect">
              <a:avLst/>
            </a:prstGeom>
          </p:spPr>
        </p:pic>
        <p:pic>
          <p:nvPicPr>
            <p:cNvPr id="17" name="Vector 91 [Figma 9974:38923]" descr="Vector 91. градиент"/>
            <p:cNvPicPr>
              <a:picLocks noChangeAspect="1"/>
            </p:cNvPicPr>
            <p:nvPr/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6633662" y="1951038"/>
              <a:ext cx="428075" cy="446275"/>
            </a:xfrm>
            <a:prstGeom prst="rect">
              <a:avLst/>
            </a:prstGeom>
          </p:spPr>
        </p:pic>
        <p:pic>
          <p:nvPicPr>
            <p:cNvPr id="18" name="Vector 92 (Stroke) [Figma 9974:38924]" descr="Vector 92 (Stroke). градиент"/>
            <p:cNvPicPr>
              <a:picLocks noChangeAspect="1"/>
            </p:cNvPicPr>
            <p:nvPr/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6633544" y="1950294"/>
              <a:ext cx="258365" cy="41472"/>
            </a:xfrm>
            <a:prstGeom prst="rect">
              <a:avLst/>
            </a:prstGeom>
          </p:spPr>
        </p:pic>
        <p:pic>
          <p:nvPicPr>
            <p:cNvPr id="19" name="Vector 89 [Figma 9974:38925]" descr="Vector 89. градиент"/>
            <p:cNvPicPr>
              <a:picLocks noChangeAspect="1"/>
            </p:cNvPicPr>
            <p:nvPr/>
          </p:nvPicPr>
          <p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6891810" y="1505210"/>
              <a:ext cx="595050" cy="485763"/>
            </a:xfrm>
            <a:prstGeom prst="rect">
              <a:avLst/>
            </a:prstGeom>
          </p:spPr>
        </p:pic>
        <p:pic>
          <p:nvPicPr>
            <p:cNvPr id="20" name="Vector 90 [Figma 9974:38926]" descr="Vector 90. градиент"/>
            <p:cNvPicPr>
              <a:picLocks noChangeAspect="1"/>
            </p:cNvPicPr>
            <p:nvPr/>
          </p:nvPicPr>
          <p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6891810" y="1951038"/>
              <a:ext cx="595050" cy="446275"/>
            </a:xfrm>
            <a:prstGeom prst="rect">
              <a:avLst/>
            </a:prstGeom>
          </p:spPr>
        </p:pic>
      </p:grpSp>
      <p:grpSp>
        <p:nvGrpSpPr>
          <p:cNvPr id="173" name="Группа 172">
            <a:extLst>
              <a:ext uri="{FF2B5EF4-FFF2-40B4-BE49-F238E27FC236}">
                <a16:creationId xmlns:a16="http://schemas.microsoft.com/office/drawing/2014/main" id="{63CC0BE9-5C0E-46AC-AB55-9CC4048BA7F4}"/>
              </a:ext>
            </a:extLst>
          </p:cNvPr>
          <p:cNvGrpSpPr/>
          <p:nvPr/>
        </p:nvGrpSpPr>
        <p:grpSpPr>
          <a:xfrm>
            <a:off x="8503510" y="1505309"/>
            <a:ext cx="962225" cy="889524"/>
            <a:chOff x="8503510" y="1505309"/>
            <a:chExt cx="962225" cy="889524"/>
          </a:xfrm>
        </p:grpSpPr>
        <p:pic>
          <p:nvPicPr>
            <p:cNvPr id="21" name="Vector 83 [Figma 9974:38977]" descr="Vector 83. градиент"/>
            <p:cNvPicPr>
              <a:picLocks noChangeAspect="1"/>
            </p:cNvPicPr>
            <p:nvPr/>
          </p:nvPicPr>
          <p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8827135" y="1738765"/>
              <a:ext cx="313957" cy="656068"/>
            </a:xfrm>
            <a:prstGeom prst="rect">
              <a:avLst/>
            </a:prstGeom>
          </p:spPr>
        </p:pic>
        <p:pic>
          <p:nvPicPr>
            <p:cNvPr id="22" name="Vector 82 [Figma 9974:38978]" descr="Vector 82. градиент"/>
            <p:cNvPicPr>
              <a:picLocks noChangeAspect="1"/>
            </p:cNvPicPr>
            <p:nvPr/>
          </p:nvPicPr>
          <p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/>
            </a:stretch>
          </p:blipFill>
          <p:spPr>
            <a:xfrm>
              <a:off x="8505135" y="1738765"/>
              <a:ext cx="478985" cy="656068"/>
            </a:xfrm>
            <a:prstGeom prst="rect">
              <a:avLst/>
            </a:prstGeom>
          </p:spPr>
        </p:pic>
        <p:pic>
          <p:nvPicPr>
            <p:cNvPr id="23" name="Vector 85 (Stroke) [Figma 9974:38979]" descr="Vector 85 (Stroke). векторный контур"/>
            <p:cNvPicPr>
              <a:picLocks noChangeAspect="1"/>
            </p:cNvPicPr>
            <p:nvPr/>
          </p:nvPicPr>
          <p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/>
            </a:stretch>
          </p:blipFill>
          <p:spPr>
            <a:xfrm>
              <a:off x="8503510" y="1810052"/>
              <a:ext cx="422357" cy="576447"/>
            </a:xfrm>
            <a:prstGeom prst="rect">
              <a:avLst/>
            </a:prstGeom>
          </p:spPr>
        </p:pic>
        <p:pic>
          <p:nvPicPr>
            <p:cNvPr id="24" name="Vector 81 [Figma 9974:38980]" descr="Vector 81. градиент"/>
            <p:cNvPicPr>
              <a:picLocks noChangeAspect="1"/>
            </p:cNvPicPr>
            <p:nvPr/>
          </p:nvPicPr>
          <p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/>
            </a:stretch>
          </p:blipFill>
          <p:spPr>
            <a:xfrm>
              <a:off x="8505135" y="1505309"/>
              <a:ext cx="322006" cy="233456"/>
            </a:xfrm>
            <a:prstGeom prst="rect">
              <a:avLst/>
            </a:prstGeom>
          </p:spPr>
        </p:pic>
        <p:pic>
          <p:nvPicPr>
            <p:cNvPr id="25" name="Vector 80 [Figma 9974:38981]" descr="Vector 80. градиент"/>
            <p:cNvPicPr>
              <a:picLocks noChangeAspect="1"/>
            </p:cNvPicPr>
            <p:nvPr/>
          </p:nvPicPr>
          <p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/>
            </a:stretch>
          </p:blipFill>
          <p:spPr>
            <a:xfrm>
              <a:off x="8666138" y="1505309"/>
              <a:ext cx="317982" cy="233456"/>
            </a:xfrm>
            <a:prstGeom prst="rect">
              <a:avLst/>
            </a:prstGeom>
          </p:spPr>
        </p:pic>
        <p:pic>
          <p:nvPicPr>
            <p:cNvPr id="26" name="Vector 79 [Figma 9974:38982]" descr="Vector 79. градиент"/>
            <p:cNvPicPr>
              <a:picLocks noChangeAspect="1"/>
            </p:cNvPicPr>
            <p:nvPr/>
          </p:nvPicPr>
          <p:blipFill>
            <a:blip r:embed="rId49"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/>
            </a:stretch>
          </p:blipFill>
          <p:spPr>
            <a:xfrm>
              <a:off x="9141093" y="1505309"/>
              <a:ext cx="322006" cy="233456"/>
            </a:xfrm>
            <a:prstGeom prst="rect">
              <a:avLst/>
            </a:prstGeom>
          </p:spPr>
        </p:pic>
        <p:pic>
          <p:nvPicPr>
            <p:cNvPr id="27" name="Vector 78 [Figma 9974:38983]" descr="Vector 78. градиент"/>
            <p:cNvPicPr>
              <a:picLocks noChangeAspect="1"/>
            </p:cNvPicPr>
            <p:nvPr/>
          </p:nvPicPr>
          <p:blipFill>
            <a:blip r:embed="rId51"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/>
            </a:stretch>
          </p:blipFill>
          <p:spPr>
            <a:xfrm>
              <a:off x="8984114" y="1505309"/>
              <a:ext cx="317982" cy="233456"/>
            </a:xfrm>
            <a:prstGeom prst="rect">
              <a:avLst/>
            </a:prstGeom>
          </p:spPr>
        </p:pic>
        <p:pic>
          <p:nvPicPr>
            <p:cNvPr id="28" name="Vector 77 [Figma 9974:38984]" descr="Vector 77. градиент"/>
            <p:cNvPicPr>
              <a:picLocks noChangeAspect="1"/>
            </p:cNvPicPr>
            <p:nvPr/>
          </p:nvPicPr>
          <p:blipFill>
            <a:blip r:embed="rId53">
              <a:extLst>
                <a:ext uri="{96DAC541-7B7A-43D3-8B79-37D633B846F1}">
                  <asvg:svgBlip xmlns:asvg="http://schemas.microsoft.com/office/drawing/2016/SVG/main" r:embed="rId54"/>
                </a:ext>
              </a:extLst>
            </a:blip>
            <a:stretch>
              <a:fillRect/>
            </a:stretch>
          </p:blipFill>
          <p:spPr>
            <a:xfrm>
              <a:off x="8827135" y="1505309"/>
              <a:ext cx="313957" cy="233456"/>
            </a:xfrm>
            <a:prstGeom prst="rect">
              <a:avLst/>
            </a:prstGeom>
          </p:spPr>
        </p:pic>
        <p:pic>
          <p:nvPicPr>
            <p:cNvPr id="29" name="Vector 84 [Figma 9974:38985]" descr="Vector 84. градиент"/>
            <p:cNvPicPr>
              <a:picLocks noChangeAspect="1"/>
            </p:cNvPicPr>
            <p:nvPr/>
          </p:nvPicPr>
          <p:blipFill>
            <a:blip r:embed="rId55">
              <a:extLst>
                <a:ext uri="{96DAC541-7B7A-43D3-8B79-37D633B846F1}">
                  <asvg:svgBlip xmlns:asvg="http://schemas.microsoft.com/office/drawing/2016/SVG/main" r:embed="rId56"/>
                </a:ext>
              </a:extLst>
            </a:blip>
            <a:stretch>
              <a:fillRect/>
            </a:stretch>
          </p:blipFill>
          <p:spPr>
            <a:xfrm>
              <a:off x="8984114" y="1738765"/>
              <a:ext cx="478985" cy="656068"/>
            </a:xfrm>
            <a:prstGeom prst="rect">
              <a:avLst/>
            </a:prstGeom>
          </p:spPr>
        </p:pic>
        <p:pic>
          <p:nvPicPr>
            <p:cNvPr id="30" name="Vector 86 (Stroke) [Figma 9974:38986]" descr="Vector 86 (Stroke). векторный контур"/>
            <p:cNvPicPr>
              <a:picLocks noChangeAspect="1"/>
            </p:cNvPicPr>
            <p:nvPr/>
          </p:nvPicPr>
          <p:blipFill>
            <a:blip r:embed="rId57">
              <a:extLst>
                <a:ext uri="{96DAC541-7B7A-43D3-8B79-37D633B846F1}">
                  <asvg:svgBlip xmlns:asvg="http://schemas.microsoft.com/office/drawing/2016/SVG/main" r:embed="rId58"/>
                </a:ext>
              </a:extLst>
            </a:blip>
            <a:stretch>
              <a:fillRect/>
            </a:stretch>
          </p:blipFill>
          <p:spPr>
            <a:xfrm>
              <a:off x="9103248" y="1793929"/>
              <a:ext cx="362487" cy="494444"/>
            </a:xfrm>
            <a:prstGeom prst="rect">
              <a:avLst/>
            </a:prstGeom>
          </p:spPr>
        </p:pic>
      </p:grpSp>
      <p:grpSp>
        <p:nvGrpSpPr>
          <p:cNvPr id="174" name="Группа 173">
            <a:extLst>
              <a:ext uri="{FF2B5EF4-FFF2-40B4-BE49-F238E27FC236}">
                <a16:creationId xmlns:a16="http://schemas.microsoft.com/office/drawing/2014/main" id="{C008654B-5780-4101-B4F5-DA9068A309DF}"/>
              </a:ext>
            </a:extLst>
          </p:cNvPr>
          <p:cNvGrpSpPr/>
          <p:nvPr/>
        </p:nvGrpSpPr>
        <p:grpSpPr>
          <a:xfrm>
            <a:off x="10461612" y="1505309"/>
            <a:ext cx="901560" cy="894187"/>
            <a:chOff x="10461612" y="1505309"/>
            <a:chExt cx="901560" cy="894187"/>
          </a:xfrm>
        </p:grpSpPr>
        <p:pic>
          <p:nvPicPr>
            <p:cNvPr id="31" name="Rectangle 43 [Figma 9974:39053]" descr="Rectangle 43. градиент"/>
            <p:cNvPicPr>
              <a:picLocks noChangeAspect="1"/>
            </p:cNvPicPr>
            <p:nvPr/>
          </p:nvPicPr>
          <p:blipFill>
            <a:blip r:embed="rId59">
              <a:extLst>
                <a:ext uri="{96DAC541-7B7A-43D3-8B79-37D633B846F1}">
                  <asvg:svgBlip xmlns:asvg="http://schemas.microsoft.com/office/drawing/2016/SVG/main" r:embed="rId60"/>
                </a:ext>
              </a:extLst>
            </a:blip>
            <a:stretch>
              <a:fillRect/>
            </a:stretch>
          </p:blipFill>
          <p:spPr>
            <a:xfrm>
              <a:off x="10894362" y="2136424"/>
              <a:ext cx="336585" cy="258458"/>
            </a:xfrm>
            <a:prstGeom prst="rect">
              <a:avLst/>
            </a:prstGeom>
          </p:spPr>
        </p:pic>
        <p:pic>
          <p:nvPicPr>
            <p:cNvPr id="32" name="Rectangle 44 [Figma 9974:39054]" descr="Rectangle 44. градиент"/>
            <p:cNvPicPr>
              <a:picLocks noChangeAspect="1"/>
            </p:cNvPicPr>
            <p:nvPr/>
          </p:nvPicPr>
          <p:blipFill>
            <a:blip r:embed="rId61">
              <a:extLst>
                <a:ext uri="{96DAC541-7B7A-43D3-8B79-37D633B846F1}">
                  <asvg:svgBlip xmlns:asvg="http://schemas.microsoft.com/office/drawing/2016/SVG/main" r:embed="rId62"/>
                </a:ext>
              </a:extLst>
            </a:blip>
            <a:stretch>
              <a:fillRect/>
            </a:stretch>
          </p:blipFill>
          <p:spPr>
            <a:xfrm>
              <a:off x="10575809" y="2286637"/>
              <a:ext cx="360626" cy="108195"/>
            </a:xfrm>
            <a:prstGeom prst="rect">
              <a:avLst/>
            </a:prstGeom>
          </p:spPr>
        </p:pic>
        <p:pic>
          <p:nvPicPr>
            <p:cNvPr id="33" name="Rectangle 45 [Figma 9974:39055]" descr="Rectangle 45. градиент"/>
            <p:cNvPicPr>
              <a:picLocks noChangeAspect="1"/>
            </p:cNvPicPr>
            <p:nvPr/>
          </p:nvPicPr>
          <p:blipFill>
            <a:blip r:embed="rId63">
              <a:extLst>
                <a:ext uri="{96DAC541-7B7A-43D3-8B79-37D633B846F1}">
                  <asvg:svgBlip xmlns:asvg="http://schemas.microsoft.com/office/drawing/2016/SVG/main" r:embed="rId64"/>
                </a:ext>
              </a:extLst>
            </a:blip>
            <a:stretch>
              <a:fillRect/>
            </a:stretch>
          </p:blipFill>
          <p:spPr>
            <a:xfrm>
              <a:off x="10635916" y="2046236"/>
              <a:ext cx="240413" cy="72130"/>
            </a:xfrm>
            <a:prstGeom prst="rect">
              <a:avLst/>
            </a:prstGeom>
          </p:spPr>
        </p:pic>
        <p:pic>
          <p:nvPicPr>
            <p:cNvPr id="34" name="Rectangle 46 [Figma 9974:39056]" descr="Rectangle 46. градиент"/>
            <p:cNvPicPr>
              <a:picLocks noChangeAspect="1"/>
            </p:cNvPicPr>
            <p:nvPr/>
          </p:nvPicPr>
          <p:blipFill>
            <a:blip r:embed="rId65">
              <a:extLst>
                <a:ext uri="{96DAC541-7B7A-43D3-8B79-37D633B846F1}">
                  <asvg:svgBlip xmlns:asvg="http://schemas.microsoft.com/office/drawing/2016/SVG/main" r:embed="rId66"/>
                </a:ext>
              </a:extLst>
            </a:blip>
            <a:stretch>
              <a:fillRect/>
            </a:stretch>
          </p:blipFill>
          <p:spPr>
            <a:xfrm>
              <a:off x="10942445" y="1859908"/>
              <a:ext cx="240413" cy="108195"/>
            </a:xfrm>
            <a:prstGeom prst="rect">
              <a:avLst/>
            </a:prstGeom>
          </p:spPr>
        </p:pic>
        <p:pic>
          <p:nvPicPr>
            <p:cNvPr id="35" name="Ellipse 58 (Stroke) [Figma 9974:39057]" descr="Ellipse 58 (Stroke). градиент"/>
            <p:cNvPicPr>
              <a:picLocks noChangeAspect="1"/>
            </p:cNvPicPr>
            <p:nvPr/>
          </p:nvPicPr>
          <p:blipFill>
            <a:blip r:embed="rId67">
              <a:extLst>
                <a:ext uri="{96DAC541-7B7A-43D3-8B79-37D633B846F1}">
                  <asvg:svgBlip xmlns:asvg="http://schemas.microsoft.com/office/drawing/2016/SVG/main" r:embed="rId68"/>
                </a:ext>
              </a:extLst>
            </a:blip>
            <a:stretch>
              <a:fillRect/>
            </a:stretch>
          </p:blipFill>
          <p:spPr>
            <a:xfrm>
              <a:off x="10978510" y="1968104"/>
              <a:ext cx="168289" cy="168271"/>
            </a:xfrm>
            <a:prstGeom prst="rect">
              <a:avLst/>
            </a:prstGeom>
          </p:spPr>
        </p:pic>
        <p:pic>
          <p:nvPicPr>
            <p:cNvPr id="36" name="Ellipse 59 [Figma 9974:39058]" descr="Ellipse 59. градиент"/>
            <p:cNvPicPr>
              <a:picLocks noChangeAspect="1"/>
            </p:cNvPicPr>
            <p:nvPr/>
          </p:nvPicPr>
          <p:blipFill>
            <a:blip r:embed="rId69">
              <a:extLst>
                <a:ext uri="{96DAC541-7B7A-43D3-8B79-37D633B846F1}">
                  <asvg:svgBlip xmlns:asvg="http://schemas.microsoft.com/office/drawing/2016/SVG/main" r:embed="rId70"/>
                </a:ext>
              </a:extLst>
            </a:blip>
            <a:stretch>
              <a:fillRect/>
            </a:stretch>
          </p:blipFill>
          <p:spPr>
            <a:xfrm>
              <a:off x="11002551" y="1739708"/>
              <a:ext cx="120207" cy="120201"/>
            </a:xfrm>
            <a:prstGeom prst="rect">
              <a:avLst/>
            </a:prstGeom>
          </p:spPr>
        </p:pic>
        <p:pic>
          <p:nvPicPr>
            <p:cNvPr id="37" name="Ellipse 60 [Figma 9974:39059]" descr="Ellipse 60. градиент"/>
            <p:cNvPicPr>
              <a:picLocks noChangeAspect="1"/>
            </p:cNvPicPr>
            <p:nvPr/>
          </p:nvPicPr>
          <p:blipFill>
            <a:blip r:embed="rId71">
              <a:extLst>
                <a:ext uri="{96DAC541-7B7A-43D3-8B79-37D633B846F1}">
                  <asvg:svgBlip xmlns:asvg="http://schemas.microsoft.com/office/drawing/2016/SVG/main" r:embed="rId72"/>
                </a:ext>
              </a:extLst>
            </a:blip>
            <a:stretch>
              <a:fillRect/>
            </a:stretch>
          </p:blipFill>
          <p:spPr>
            <a:xfrm>
              <a:off x="11044625" y="1505309"/>
              <a:ext cx="36065" cy="36065"/>
            </a:xfrm>
            <a:prstGeom prst="rect">
              <a:avLst/>
            </a:prstGeom>
          </p:spPr>
        </p:pic>
        <p:pic>
          <p:nvPicPr>
            <p:cNvPr id="38" name="Ellipse 61 [Figma 9974:39060]" descr="Ellipse 61. градиент"/>
            <p:cNvPicPr>
              <a:picLocks noChangeAspect="1"/>
            </p:cNvPicPr>
            <p:nvPr/>
          </p:nvPicPr>
          <p:blipFill>
            <a:blip r:embed="rId73">
              <a:extLst>
                <a:ext uri="{96DAC541-7B7A-43D3-8B79-37D633B846F1}">
                  <asvg:svgBlip xmlns:asvg="http://schemas.microsoft.com/office/drawing/2016/SVG/main" r:embed="rId74"/>
                </a:ext>
              </a:extLst>
            </a:blip>
            <a:stretch>
              <a:fillRect/>
            </a:stretch>
          </p:blipFill>
          <p:spPr>
            <a:xfrm>
              <a:off x="10665972" y="1865960"/>
              <a:ext cx="180313" cy="180326"/>
            </a:xfrm>
            <a:prstGeom prst="rect">
              <a:avLst/>
            </a:prstGeom>
          </p:spPr>
        </p:pic>
        <p:pic>
          <p:nvPicPr>
            <p:cNvPr id="39" name="Ellipse 62 [Figma 9974:39061]" descr="Ellipse 62. градиент"/>
            <p:cNvPicPr>
              <a:picLocks noChangeAspect="1"/>
            </p:cNvPicPr>
            <p:nvPr/>
          </p:nvPicPr>
          <p:blipFill>
            <a:blip r:embed="rId75">
              <a:extLst>
                <a:ext uri="{96DAC541-7B7A-43D3-8B79-37D633B846F1}">
                  <asvg:svgBlip xmlns:asvg="http://schemas.microsoft.com/office/drawing/2016/SVG/main" r:embed="rId76"/>
                </a:ext>
              </a:extLst>
            </a:blip>
            <a:stretch>
              <a:fillRect/>
            </a:stretch>
          </p:blipFill>
          <p:spPr>
            <a:xfrm>
              <a:off x="10984518" y="1541374"/>
              <a:ext cx="156272" cy="78133"/>
            </a:xfrm>
            <a:prstGeom prst="rect">
              <a:avLst/>
            </a:prstGeom>
          </p:spPr>
        </p:pic>
        <p:pic>
          <p:nvPicPr>
            <p:cNvPr id="40" name="Ellipse 63 (Stroke) [Figma 9974:39062]" descr="Ellipse 63 (Stroke). градиент"/>
            <p:cNvPicPr>
              <a:picLocks noChangeAspect="1"/>
            </p:cNvPicPr>
            <p:nvPr/>
          </p:nvPicPr>
          <p:blipFill>
            <a:blip r:embed="rId77">
              <a:extLst>
                <a:ext uri="{96DAC541-7B7A-43D3-8B79-37D633B846F1}">
                  <asvg:svgBlip xmlns:asvg="http://schemas.microsoft.com/office/drawing/2016/SVG/main" r:embed="rId78"/>
                </a:ext>
              </a:extLst>
            </a:blip>
            <a:stretch>
              <a:fillRect/>
            </a:stretch>
          </p:blipFill>
          <p:spPr>
            <a:xfrm>
              <a:off x="10671975" y="2118367"/>
              <a:ext cx="168289" cy="168271"/>
            </a:xfrm>
            <a:prstGeom prst="rect">
              <a:avLst/>
            </a:prstGeom>
          </p:spPr>
        </p:pic>
        <p:pic>
          <p:nvPicPr>
            <p:cNvPr id="41" name="Vector 80 [Figma 9974:39063]" descr="Vector 80. градиент"/>
            <p:cNvPicPr>
              <a:picLocks noChangeAspect="1"/>
            </p:cNvPicPr>
            <p:nvPr/>
          </p:nvPicPr>
          <p:blipFill>
            <a:blip r:embed="rId79">
              <a:extLst>
                <a:ext uri="{96DAC541-7B7A-43D3-8B79-37D633B846F1}">
                  <asvg:svgBlip xmlns:asvg="http://schemas.microsoft.com/office/drawing/2016/SVG/main" r:embed="rId80"/>
                </a:ext>
              </a:extLst>
            </a:blip>
            <a:stretch>
              <a:fillRect/>
            </a:stretch>
          </p:blipFill>
          <p:spPr>
            <a:xfrm>
              <a:off x="10942445" y="1619507"/>
              <a:ext cx="240413" cy="120201"/>
            </a:xfrm>
            <a:prstGeom prst="rect">
              <a:avLst/>
            </a:prstGeom>
          </p:spPr>
        </p:pic>
        <p:pic>
          <p:nvPicPr>
            <p:cNvPr id="42" name="Union [Figma 9974:39064]" descr="Union. градиент"/>
            <p:cNvPicPr>
              <a:picLocks noChangeAspect="1"/>
            </p:cNvPicPr>
            <p:nvPr/>
          </p:nvPicPr>
          <p:blipFill>
            <a:blip r:embed="rId81">
              <a:extLst>
                <a:ext uri="{96DAC541-7B7A-43D3-8B79-37D633B846F1}">
                  <asvg:svgBlip xmlns:asvg="http://schemas.microsoft.com/office/drawing/2016/SVG/main" r:embed="rId82"/>
                </a:ext>
              </a:extLst>
            </a:blip>
            <a:stretch>
              <a:fillRect/>
            </a:stretch>
          </p:blipFill>
          <p:spPr>
            <a:xfrm>
              <a:off x="10605860" y="1595447"/>
              <a:ext cx="223038" cy="271356"/>
            </a:xfrm>
            <a:prstGeom prst="rect">
              <a:avLst/>
            </a:prstGeom>
          </p:spPr>
        </p:pic>
        <p:pic>
          <p:nvPicPr>
            <p:cNvPr id="43" name="Vector 81 (Stroke) [Figma 9974:39065]" descr="Vector 81 (Stroke). векторный контур"/>
            <p:cNvPicPr>
              <a:picLocks noChangeAspect="1"/>
            </p:cNvPicPr>
            <p:nvPr/>
          </p:nvPicPr>
          <p:blipFill>
            <a:blip r:embed="rId83">
              <a:extLst>
                <a:ext uri="{96DAC541-7B7A-43D3-8B79-37D633B846F1}">
                  <asvg:svgBlip xmlns:asvg="http://schemas.microsoft.com/office/drawing/2016/SVG/main" r:embed="rId84"/>
                </a:ext>
              </a:extLst>
            </a:blip>
            <a:stretch>
              <a:fillRect/>
            </a:stretch>
          </p:blipFill>
          <p:spPr>
            <a:xfrm>
              <a:off x="10461612" y="2390170"/>
              <a:ext cx="901560" cy="9326"/>
            </a:xfrm>
            <a:prstGeom prst="rect">
              <a:avLst/>
            </a:prstGeom>
          </p:spPr>
        </p:pic>
      </p:grpSp>
      <p:pic>
        <p:nvPicPr>
          <p:cNvPr id="44" name="Vector 140 [Figma 9974:38917]" descr="Vector 140. векторный контур"/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1262589" y="3204338"/>
            <a:ext cx="1581" cy="2176"/>
          </a:xfrm>
          <a:prstGeom prst="rect">
            <a:avLst/>
          </a:prstGeom>
        </p:spPr>
      </p:pic>
      <p:grpSp>
        <p:nvGrpSpPr>
          <p:cNvPr id="179" name="Группа 178">
            <a:extLst>
              <a:ext uri="{FF2B5EF4-FFF2-40B4-BE49-F238E27FC236}">
                <a16:creationId xmlns:a16="http://schemas.microsoft.com/office/drawing/2014/main" id="{410CBA21-DF51-4663-B53F-A2CC0F432D7C}"/>
              </a:ext>
            </a:extLst>
          </p:cNvPr>
          <p:cNvGrpSpPr/>
          <p:nvPr/>
        </p:nvGrpSpPr>
        <p:grpSpPr>
          <a:xfrm>
            <a:off x="2938736" y="2807920"/>
            <a:ext cx="518145" cy="840709"/>
            <a:chOff x="2938736" y="2807920"/>
            <a:chExt cx="518145" cy="840709"/>
          </a:xfrm>
        </p:grpSpPr>
        <p:pic>
          <p:nvPicPr>
            <p:cNvPr id="45" name="Vector 127 [Figma 9974:38966]" descr="Vector 127. векторный контур"/>
            <p:cNvPicPr>
              <a:picLocks noChangeAspect="1"/>
            </p:cNvPicPr>
            <p:nvPr/>
          </p:nvPicPr>
          <p:blipFill>
            <a:blip r:embed="rId86">
              <a:extLst>
                <a:ext uri="{96DAC541-7B7A-43D3-8B79-37D633B846F1}">
                  <asvg:svgBlip xmlns:asvg="http://schemas.microsoft.com/office/drawing/2016/SVG/main" r:embed="rId87"/>
                </a:ext>
              </a:extLst>
            </a:blip>
            <a:stretch>
              <a:fillRect/>
            </a:stretch>
          </p:blipFill>
          <p:spPr>
            <a:xfrm>
              <a:off x="3159896" y="2808515"/>
              <a:ext cx="296985" cy="616728"/>
            </a:xfrm>
            <a:prstGeom prst="rect">
              <a:avLst/>
            </a:prstGeom>
          </p:spPr>
        </p:pic>
        <p:pic>
          <p:nvPicPr>
            <p:cNvPr id="46" name="Subtract [Figma 9974:39185]" descr="Subtract. отражение или наклон"/>
            <p:cNvPicPr>
              <a:picLocks noChangeAspect="1"/>
            </p:cNvPicPr>
            <p:nvPr/>
          </p:nvPicPr>
          <p:blipFill>
            <a:blip r:embed="rId88">
              <a:extLst>
                <a:ext uri="{96DAC541-7B7A-43D3-8B79-37D633B846F1}">
                  <asvg:svgBlip xmlns:asvg="http://schemas.microsoft.com/office/drawing/2016/SVG/main" r:embed="rId89"/>
                </a:ext>
              </a:extLst>
            </a:blip>
            <a:stretch>
              <a:fillRect/>
            </a:stretch>
          </p:blipFill>
          <p:spPr>
            <a:xfrm>
              <a:off x="2938736" y="2807920"/>
              <a:ext cx="406557" cy="608345"/>
            </a:xfrm>
            <a:prstGeom prst="rect">
              <a:avLst/>
            </a:prstGeom>
          </p:spPr>
        </p:pic>
        <p:pic>
          <p:nvPicPr>
            <p:cNvPr id="47" name="Subtract [Figma 9974:39187]" descr="Subtract. отражение или наклон"/>
            <p:cNvPicPr>
              <a:picLocks noChangeAspect="1"/>
            </p:cNvPicPr>
            <p:nvPr/>
          </p:nvPicPr>
          <p:blipFill>
            <a:blip r:embed="rId90">
              <a:extLst>
                <a:ext uri="{96DAC541-7B7A-43D3-8B79-37D633B846F1}">
                  <asvg:svgBlip xmlns:asvg="http://schemas.microsoft.com/office/drawing/2016/SVG/main" r:embed="rId91"/>
                </a:ext>
              </a:extLst>
            </a:blip>
            <a:stretch>
              <a:fillRect/>
            </a:stretch>
          </p:blipFill>
          <p:spPr>
            <a:xfrm>
              <a:off x="2975552" y="3568561"/>
              <a:ext cx="430617" cy="80068"/>
            </a:xfrm>
            <a:prstGeom prst="rect">
              <a:avLst/>
            </a:prstGeom>
          </p:spPr>
        </p:pic>
        <p:pic>
          <p:nvPicPr>
            <p:cNvPr id="48" name="Subtract [Figma 9974:39188]" descr="Subtract. отражение или наклон"/>
            <p:cNvPicPr>
              <a:picLocks noChangeAspect="1"/>
            </p:cNvPicPr>
            <p:nvPr/>
          </p:nvPicPr>
          <p:blipFill>
            <a:blip r:embed="rId92">
              <a:extLst>
                <a:ext uri="{96DAC541-7B7A-43D3-8B79-37D633B846F1}">
                  <asvg:svgBlip xmlns:asvg="http://schemas.microsoft.com/office/drawing/2016/SVG/main" r:embed="rId93"/>
                </a:ext>
              </a:extLst>
            </a:blip>
            <a:stretch>
              <a:fillRect/>
            </a:stretch>
          </p:blipFill>
          <p:spPr>
            <a:xfrm>
              <a:off x="3067631" y="3425293"/>
              <a:ext cx="246453" cy="33089"/>
            </a:xfrm>
            <a:prstGeom prst="rect">
              <a:avLst/>
            </a:prstGeom>
          </p:spPr>
        </p:pic>
        <p:pic>
          <p:nvPicPr>
            <p:cNvPr id="49" name="Subtract [Figma 9974:39186]" descr="Subtract. отражение или наклон"/>
            <p:cNvPicPr>
              <a:picLocks noChangeAspect="1"/>
            </p:cNvPicPr>
            <p:nvPr/>
          </p:nvPicPr>
          <p:blipFill>
            <a:blip r:embed="rId94">
              <a:extLst>
                <a:ext uri="{96DAC541-7B7A-43D3-8B79-37D633B846F1}">
                  <asvg:svgBlip xmlns:asvg="http://schemas.microsoft.com/office/drawing/2016/SVG/main" r:embed="rId95"/>
                </a:ext>
              </a:extLst>
            </a:blip>
            <a:stretch>
              <a:fillRect/>
            </a:stretch>
          </p:blipFill>
          <p:spPr>
            <a:xfrm>
              <a:off x="3045673" y="3469940"/>
              <a:ext cx="290369" cy="87062"/>
            </a:xfrm>
            <a:prstGeom prst="rect">
              <a:avLst/>
            </a:prstGeom>
          </p:spPr>
        </p:pic>
      </p:grpSp>
      <p:grpSp>
        <p:nvGrpSpPr>
          <p:cNvPr id="175" name="Группа 174">
            <a:extLst>
              <a:ext uri="{FF2B5EF4-FFF2-40B4-BE49-F238E27FC236}">
                <a16:creationId xmlns:a16="http://schemas.microsoft.com/office/drawing/2014/main" id="{AB34251E-C609-4EB6-91CA-E06D223B4332}"/>
              </a:ext>
            </a:extLst>
          </p:cNvPr>
          <p:cNvGrpSpPr/>
          <p:nvPr/>
        </p:nvGrpSpPr>
        <p:grpSpPr>
          <a:xfrm>
            <a:off x="10461612" y="2780040"/>
            <a:ext cx="901560" cy="894236"/>
            <a:chOff x="10461612" y="2780040"/>
            <a:chExt cx="901560" cy="894236"/>
          </a:xfrm>
        </p:grpSpPr>
        <p:pic>
          <p:nvPicPr>
            <p:cNvPr id="57" name="Subtract [Figma 9974:39085]" descr="Subtract. векторный контур"/>
            <p:cNvPicPr>
              <a:picLocks noChangeAspect="1"/>
            </p:cNvPicPr>
            <p:nvPr/>
          </p:nvPicPr>
          <p:blipFill>
            <a:blip r:embed="rId96">
              <a:extLst>
                <a:ext uri="{96DAC541-7B7A-43D3-8B79-37D633B846F1}">
                  <asvg:svgBlip xmlns:asvg="http://schemas.microsoft.com/office/drawing/2016/SVG/main" r:embed="rId97"/>
                </a:ext>
              </a:extLst>
            </a:blip>
            <a:stretch>
              <a:fillRect/>
            </a:stretch>
          </p:blipFill>
          <p:spPr>
            <a:xfrm>
              <a:off x="10645007" y="3327317"/>
              <a:ext cx="231068" cy="56652"/>
            </a:xfrm>
            <a:prstGeom prst="rect">
              <a:avLst/>
            </a:prstGeom>
          </p:spPr>
        </p:pic>
        <p:pic>
          <p:nvPicPr>
            <p:cNvPr id="58" name="Subtract [Figma 9974:39084]" descr="Subtract. векторный контур"/>
            <p:cNvPicPr>
              <a:picLocks noChangeAspect="1"/>
            </p:cNvPicPr>
            <p:nvPr/>
          </p:nvPicPr>
          <p:blipFill>
            <a:blip r:embed="rId98">
              <a:extLst>
                <a:ext uri="{96DAC541-7B7A-43D3-8B79-37D633B846F1}">
                  <asvg:svgBlip xmlns:asvg="http://schemas.microsoft.com/office/drawing/2016/SVG/main" r:embed="rId99"/>
                </a:ext>
              </a:extLst>
            </a:blip>
            <a:stretch>
              <a:fillRect/>
            </a:stretch>
          </p:blipFill>
          <p:spPr>
            <a:xfrm>
              <a:off x="10951541" y="3140989"/>
              <a:ext cx="231118" cy="92718"/>
            </a:xfrm>
            <a:prstGeom prst="rect">
              <a:avLst/>
            </a:prstGeom>
          </p:spPr>
        </p:pic>
        <p:pic>
          <p:nvPicPr>
            <p:cNvPr id="59" name="Ellipse 58 (Stroke) [Figma 9974:39039]" descr="Ellipse 58 (Stroke). векторный контур"/>
            <p:cNvPicPr>
              <a:picLocks noChangeAspect="1"/>
            </p:cNvPicPr>
            <p:nvPr/>
          </p:nvPicPr>
          <p:blipFill>
            <a:blip r:embed="rId100">
              <a:extLst>
                <a:ext uri="{96DAC541-7B7A-43D3-8B79-37D633B846F1}">
                  <asvg:svgBlip xmlns:asvg="http://schemas.microsoft.com/office/drawing/2016/SVG/main" r:embed="rId101"/>
                </a:ext>
              </a:extLst>
            </a:blip>
            <a:stretch>
              <a:fillRect/>
            </a:stretch>
          </p:blipFill>
          <p:spPr>
            <a:xfrm>
              <a:off x="10978510" y="3242834"/>
              <a:ext cx="168289" cy="168271"/>
            </a:xfrm>
            <a:prstGeom prst="rect">
              <a:avLst/>
            </a:prstGeom>
          </p:spPr>
        </p:pic>
        <p:pic>
          <p:nvPicPr>
            <p:cNvPr id="60" name="Subtract [Figma 9974:39088]" descr="Subtract. векторный контур"/>
            <p:cNvPicPr>
              <a:picLocks noChangeAspect="1"/>
            </p:cNvPicPr>
            <p:nvPr/>
          </p:nvPicPr>
          <p:blipFill>
            <a:blip r:embed="rId102">
              <a:extLst>
                <a:ext uri="{96DAC541-7B7A-43D3-8B79-37D633B846F1}">
                  <asvg:svgBlip xmlns:asvg="http://schemas.microsoft.com/office/drawing/2016/SVG/main" r:embed="rId103"/>
                </a:ext>
              </a:extLst>
            </a:blip>
            <a:stretch>
              <a:fillRect/>
            </a:stretch>
          </p:blipFill>
          <p:spPr>
            <a:xfrm>
              <a:off x="11011648" y="3023517"/>
              <a:ext cx="102013" cy="101994"/>
            </a:xfrm>
            <a:prstGeom prst="rect">
              <a:avLst/>
            </a:prstGeom>
          </p:spPr>
        </p:pic>
        <p:pic>
          <p:nvPicPr>
            <p:cNvPr id="61" name="Ellipse 60 [Figma 9974:39042]" descr="Ellipse 60. векторный контур"/>
            <p:cNvPicPr>
              <a:picLocks noChangeAspect="1"/>
            </p:cNvPicPr>
            <p:nvPr/>
          </p:nvPicPr>
          <p:blipFill>
            <a:blip r:embed="rId104">
              <a:extLst>
                <a:ext uri="{96DAC541-7B7A-43D3-8B79-37D633B846F1}">
                  <asvg:svgBlip xmlns:asvg="http://schemas.microsoft.com/office/drawing/2016/SVG/main" r:embed="rId105"/>
                </a:ext>
              </a:extLst>
            </a:blip>
            <a:stretch>
              <a:fillRect/>
            </a:stretch>
          </p:blipFill>
          <p:spPr>
            <a:xfrm>
              <a:off x="11044625" y="2780040"/>
              <a:ext cx="36065" cy="36065"/>
            </a:xfrm>
            <a:prstGeom prst="rect">
              <a:avLst/>
            </a:prstGeom>
          </p:spPr>
        </p:pic>
        <p:pic>
          <p:nvPicPr>
            <p:cNvPr id="62" name="Subtract [Figma 9974:39087]" descr="Subtract. векторный контур"/>
            <p:cNvPicPr>
              <a:picLocks noChangeAspect="1"/>
            </p:cNvPicPr>
            <p:nvPr/>
          </p:nvPicPr>
          <p:blipFill>
            <a:blip r:embed="rId106">
              <a:extLst>
                <a:ext uri="{96DAC541-7B7A-43D3-8B79-37D633B846F1}">
                  <asvg:svgBlip xmlns:asvg="http://schemas.microsoft.com/office/drawing/2016/SVG/main" r:embed="rId107"/>
                </a:ext>
              </a:extLst>
            </a:blip>
            <a:stretch>
              <a:fillRect/>
            </a:stretch>
          </p:blipFill>
          <p:spPr>
            <a:xfrm>
              <a:off x="10675069" y="3149720"/>
              <a:ext cx="162113" cy="162119"/>
            </a:xfrm>
            <a:prstGeom prst="rect">
              <a:avLst/>
            </a:prstGeom>
          </p:spPr>
        </p:pic>
        <p:pic>
          <p:nvPicPr>
            <p:cNvPr id="63" name="Subtract [Figma 9974:39089]" descr="Subtract. векторный контур"/>
            <p:cNvPicPr>
              <a:picLocks noChangeAspect="1"/>
            </p:cNvPicPr>
            <p:nvPr/>
          </p:nvPicPr>
          <p:blipFill>
            <a:blip r:embed="rId108">
              <a:extLst>
                <a:ext uri="{96DAC541-7B7A-43D3-8B79-37D633B846F1}">
                  <asvg:svgBlip xmlns:asvg="http://schemas.microsoft.com/office/drawing/2016/SVG/main" r:embed="rId109"/>
                </a:ext>
              </a:extLst>
            </a:blip>
            <a:stretch>
              <a:fillRect/>
            </a:stretch>
          </p:blipFill>
          <p:spPr>
            <a:xfrm>
              <a:off x="10994211" y="2825134"/>
              <a:ext cx="145953" cy="59927"/>
            </a:xfrm>
            <a:prstGeom prst="rect">
              <a:avLst/>
            </a:prstGeom>
          </p:spPr>
        </p:pic>
        <p:pic>
          <p:nvPicPr>
            <p:cNvPr id="64" name="Ellipse 63 (Stroke) [Figma 9974:39047]" descr="Ellipse 63 (Stroke). векторный контур"/>
            <p:cNvPicPr>
              <a:picLocks noChangeAspect="1"/>
            </p:cNvPicPr>
            <p:nvPr/>
          </p:nvPicPr>
          <p:blipFill>
            <a:blip r:embed="rId100">
              <a:extLst>
                <a:ext uri="{96DAC541-7B7A-43D3-8B79-37D633B846F1}">
                  <asvg:svgBlip xmlns:asvg="http://schemas.microsoft.com/office/drawing/2016/SVG/main" r:embed="rId101"/>
                </a:ext>
              </a:extLst>
            </a:blip>
            <a:stretch>
              <a:fillRect/>
            </a:stretch>
          </p:blipFill>
          <p:spPr>
            <a:xfrm>
              <a:off x="10671975" y="3393097"/>
              <a:ext cx="168289" cy="168271"/>
            </a:xfrm>
            <a:prstGeom prst="rect">
              <a:avLst/>
            </a:prstGeom>
          </p:spPr>
        </p:pic>
        <p:pic>
          <p:nvPicPr>
            <p:cNvPr id="65" name="Vector 80 [Figma 9974:39048]" descr="Vector 80. векторный контур"/>
            <p:cNvPicPr>
              <a:picLocks noChangeAspect="1"/>
            </p:cNvPicPr>
            <p:nvPr/>
          </p:nvPicPr>
          <p:blipFill>
            <a:blip r:embed="rId110">
              <a:extLst>
                <a:ext uri="{96DAC541-7B7A-43D3-8B79-37D633B846F1}">
                  <asvg:svgBlip xmlns:asvg="http://schemas.microsoft.com/office/drawing/2016/SVG/main" r:embed="rId111"/>
                </a:ext>
              </a:extLst>
            </a:blip>
            <a:stretch>
              <a:fillRect/>
            </a:stretch>
          </p:blipFill>
          <p:spPr>
            <a:xfrm>
              <a:off x="10942445" y="2894188"/>
              <a:ext cx="240413" cy="120201"/>
            </a:xfrm>
            <a:prstGeom prst="rect">
              <a:avLst/>
            </a:prstGeom>
          </p:spPr>
        </p:pic>
        <p:pic>
          <p:nvPicPr>
            <p:cNvPr id="66" name="Union [Figma 9974:39049]" descr="Union. векторный контур"/>
            <p:cNvPicPr>
              <a:picLocks noChangeAspect="1"/>
            </p:cNvPicPr>
            <p:nvPr/>
          </p:nvPicPr>
          <p:blipFill>
            <a:blip r:embed="rId112">
              <a:extLst>
                <a:ext uri="{96DAC541-7B7A-43D3-8B79-37D633B846F1}">
                  <asvg:svgBlip xmlns:asvg="http://schemas.microsoft.com/office/drawing/2016/SVG/main" r:embed="rId113"/>
                </a:ext>
              </a:extLst>
            </a:blip>
            <a:stretch>
              <a:fillRect/>
            </a:stretch>
          </p:blipFill>
          <p:spPr>
            <a:xfrm>
              <a:off x="10605860" y="2870178"/>
              <a:ext cx="223038" cy="271356"/>
            </a:xfrm>
            <a:prstGeom prst="rect">
              <a:avLst/>
            </a:prstGeom>
          </p:spPr>
        </p:pic>
        <p:pic>
          <p:nvPicPr>
            <p:cNvPr id="67" name="Union [Figma 9974:41710]" descr="Union. векторный контур"/>
            <p:cNvPicPr>
              <a:picLocks noChangeAspect="1"/>
            </p:cNvPicPr>
            <p:nvPr/>
          </p:nvPicPr>
          <p:blipFill>
            <a:blip r:embed="rId114">
              <a:extLst>
                <a:ext uri="{96DAC541-7B7A-43D3-8B79-37D633B846F1}">
                  <asvg:svgBlip xmlns:asvg="http://schemas.microsoft.com/office/drawing/2016/SVG/main" r:embed="rId115"/>
                </a:ext>
              </a:extLst>
            </a:blip>
            <a:stretch>
              <a:fillRect/>
            </a:stretch>
          </p:blipFill>
          <p:spPr>
            <a:xfrm>
              <a:off x="10461612" y="3415669"/>
              <a:ext cx="901560" cy="258607"/>
            </a:xfrm>
            <a:prstGeom prst="rect">
              <a:avLst/>
            </a:prstGeom>
          </p:spPr>
        </p:pic>
      </p:grpSp>
      <p:grpSp>
        <p:nvGrpSpPr>
          <p:cNvPr id="182" name="Группа 181">
            <a:extLst>
              <a:ext uri="{FF2B5EF4-FFF2-40B4-BE49-F238E27FC236}">
                <a16:creationId xmlns:a16="http://schemas.microsoft.com/office/drawing/2014/main" id="{ABD29666-605B-4AC3-9A91-296DCE471FE7}"/>
              </a:ext>
            </a:extLst>
          </p:cNvPr>
          <p:cNvGrpSpPr/>
          <p:nvPr/>
        </p:nvGrpSpPr>
        <p:grpSpPr>
          <a:xfrm>
            <a:off x="679222" y="4334560"/>
            <a:ext cx="1202247" cy="330986"/>
            <a:chOff x="679222" y="4334560"/>
            <a:chExt cx="1202247" cy="330986"/>
          </a:xfrm>
        </p:grpSpPr>
        <p:pic>
          <p:nvPicPr>
            <p:cNvPr id="68" name="Vector 105 [Figma 9971:37215]" descr="Vector 105. градиент"/>
            <p:cNvPicPr>
              <a:picLocks noChangeAspect="1"/>
            </p:cNvPicPr>
            <p:nvPr/>
          </p:nvPicPr>
          <p:blipFill>
            <a:blip r:embed="rId116">
              <a:extLst>
                <a:ext uri="{96DAC541-7B7A-43D3-8B79-37D633B846F1}">
                  <asvg:svgBlip xmlns:asvg="http://schemas.microsoft.com/office/drawing/2016/SVG/main" r:embed="rId117"/>
                </a:ext>
              </a:extLst>
            </a:blip>
            <a:stretch>
              <a:fillRect/>
            </a:stretch>
          </p:blipFill>
          <p:spPr>
            <a:xfrm>
              <a:off x="1037467" y="4445435"/>
              <a:ext cx="27322" cy="220111"/>
            </a:xfrm>
            <a:prstGeom prst="rect">
              <a:avLst/>
            </a:prstGeom>
          </p:spPr>
        </p:pic>
        <p:pic>
          <p:nvPicPr>
            <p:cNvPr id="69" name="Vector 106 [Figma 9971:37216]" descr="Vector 106. градиент"/>
            <p:cNvPicPr>
              <a:picLocks noChangeAspect="1"/>
            </p:cNvPicPr>
            <p:nvPr/>
          </p:nvPicPr>
          <p:blipFill>
            <a:blip r:embed="rId118">
              <a:extLst>
                <a:ext uri="{96DAC541-7B7A-43D3-8B79-37D633B846F1}">
                  <asvg:svgBlip xmlns:asvg="http://schemas.microsoft.com/office/drawing/2016/SVG/main" r:embed="rId119"/>
                </a:ext>
              </a:extLst>
            </a:blip>
            <a:stretch>
              <a:fillRect/>
            </a:stretch>
          </p:blipFill>
          <p:spPr>
            <a:xfrm>
              <a:off x="1259092" y="4404359"/>
              <a:ext cx="27322" cy="261088"/>
            </a:xfrm>
            <a:prstGeom prst="rect">
              <a:avLst/>
            </a:prstGeom>
          </p:spPr>
        </p:pic>
        <p:pic>
          <p:nvPicPr>
            <p:cNvPr id="70" name="Vector 107 [Figma 9971:37217]" descr="Vector 107. градиент"/>
            <p:cNvPicPr>
              <a:picLocks noChangeAspect="1"/>
            </p:cNvPicPr>
            <p:nvPr/>
          </p:nvPicPr>
          <p:blipFill>
            <a:blip r:embed="rId120">
              <a:extLst>
                <a:ext uri="{96DAC541-7B7A-43D3-8B79-37D633B846F1}">
                  <asvg:svgBlip xmlns:asvg="http://schemas.microsoft.com/office/drawing/2016/SVG/main" r:embed="rId121"/>
                </a:ext>
              </a:extLst>
            </a:blip>
            <a:stretch>
              <a:fillRect/>
            </a:stretch>
          </p:blipFill>
          <p:spPr>
            <a:xfrm>
              <a:off x="1480716" y="4440821"/>
              <a:ext cx="27322" cy="224675"/>
            </a:xfrm>
            <a:prstGeom prst="rect">
              <a:avLst/>
            </a:prstGeom>
          </p:spPr>
        </p:pic>
        <p:pic>
          <p:nvPicPr>
            <p:cNvPr id="71" name="Vector 103 [Figma 9971:37218]" descr="Vector 103. градиент"/>
            <p:cNvPicPr>
              <a:picLocks noChangeAspect="1"/>
            </p:cNvPicPr>
            <p:nvPr/>
          </p:nvPicPr>
          <p:blipFill>
            <a:blip r:embed="rId122">
              <a:extLst>
                <a:ext uri="{96DAC541-7B7A-43D3-8B79-37D633B846F1}">
                  <asvg:svgBlip xmlns:asvg="http://schemas.microsoft.com/office/drawing/2016/SVG/main" r:embed="rId123"/>
                </a:ext>
              </a:extLst>
            </a:blip>
            <a:stretch>
              <a:fillRect/>
            </a:stretch>
          </p:blipFill>
          <p:spPr>
            <a:xfrm>
              <a:off x="679222" y="4372560"/>
              <a:ext cx="1068665" cy="292986"/>
            </a:xfrm>
            <a:prstGeom prst="rect">
              <a:avLst/>
            </a:prstGeom>
          </p:spPr>
        </p:pic>
        <p:pic>
          <p:nvPicPr>
            <p:cNvPr id="72" name="Vector 104 [Figma 9971:37219]" descr="Vector 104. градиент"/>
            <p:cNvPicPr>
              <a:picLocks noChangeAspect="1"/>
            </p:cNvPicPr>
            <p:nvPr/>
          </p:nvPicPr>
          <p:blipFill>
            <a:blip r:embed="rId124">
              <a:extLst>
                <a:ext uri="{96DAC541-7B7A-43D3-8B79-37D633B846F1}">
                  <asvg:svgBlip xmlns:asvg="http://schemas.microsoft.com/office/drawing/2016/SVG/main" r:embed="rId125"/>
                </a:ext>
              </a:extLst>
            </a:blip>
            <a:stretch>
              <a:fillRect/>
            </a:stretch>
          </p:blipFill>
          <p:spPr>
            <a:xfrm>
              <a:off x="996485" y="4334560"/>
              <a:ext cx="884984" cy="330936"/>
            </a:xfrm>
            <a:prstGeom prst="rect">
              <a:avLst/>
            </a:prstGeom>
          </p:spPr>
        </p:pic>
      </p:grpSp>
      <p:grpSp>
        <p:nvGrpSpPr>
          <p:cNvPr id="186" name="Группа 185">
            <a:extLst>
              <a:ext uri="{FF2B5EF4-FFF2-40B4-BE49-F238E27FC236}">
                <a16:creationId xmlns:a16="http://schemas.microsoft.com/office/drawing/2014/main" id="{DF9D0474-43D7-4FA0-853C-44FAB4522E45}"/>
              </a:ext>
            </a:extLst>
          </p:cNvPr>
          <p:cNvGrpSpPr/>
          <p:nvPr/>
        </p:nvGrpSpPr>
        <p:grpSpPr>
          <a:xfrm>
            <a:off x="2761672" y="4056755"/>
            <a:ext cx="889579" cy="889523"/>
            <a:chOff x="2761672" y="4056755"/>
            <a:chExt cx="889579" cy="889523"/>
          </a:xfrm>
        </p:grpSpPr>
        <p:pic>
          <p:nvPicPr>
            <p:cNvPr id="73" name="Subtract [Figma 9971:37242]" descr="Subtract. градиент"/>
            <p:cNvPicPr>
              <a:picLocks noChangeAspect="1"/>
            </p:cNvPicPr>
            <p:nvPr/>
          </p:nvPicPr>
          <p:blipFill>
            <a:blip r:embed="rId126">
              <a:extLst>
                <a:ext uri="{96DAC541-7B7A-43D3-8B79-37D633B846F1}">
                  <asvg:svgBlip xmlns:asvg="http://schemas.microsoft.com/office/drawing/2016/SVG/main" r:embed="rId127"/>
                </a:ext>
              </a:extLst>
            </a:blip>
            <a:stretch>
              <a:fillRect/>
            </a:stretch>
          </p:blipFill>
          <p:spPr>
            <a:xfrm>
              <a:off x="2761672" y="4056755"/>
              <a:ext cx="889579" cy="889523"/>
            </a:xfrm>
            <a:prstGeom prst="rect">
              <a:avLst/>
            </a:prstGeom>
          </p:spPr>
        </p:pic>
        <p:pic>
          <p:nvPicPr>
            <p:cNvPr id="74" name="Ellipse 78 (Stroke) [Figma 9971:37243]" descr="Ellipse 78 (Stroke). градиент"/>
            <p:cNvPicPr>
              <a:picLocks noChangeAspect="1"/>
            </p:cNvPicPr>
            <p:nvPr/>
          </p:nvPicPr>
          <p:blipFill>
            <a:blip r:embed="rId128">
              <a:extLst>
                <a:ext uri="{96DAC541-7B7A-43D3-8B79-37D633B846F1}">
                  <asvg:svgBlip xmlns:asvg="http://schemas.microsoft.com/office/drawing/2016/SVG/main" r:embed="rId129"/>
                </a:ext>
              </a:extLst>
            </a:blip>
            <a:stretch>
              <a:fillRect/>
            </a:stretch>
          </p:blipFill>
          <p:spPr>
            <a:xfrm>
              <a:off x="3000405" y="4295519"/>
              <a:ext cx="412113" cy="412095"/>
            </a:xfrm>
            <a:prstGeom prst="rect">
              <a:avLst/>
            </a:prstGeom>
          </p:spPr>
        </p:pic>
        <p:pic>
          <p:nvPicPr>
            <p:cNvPr id="75" name="Mask group [Figma 9971:37244]" descr="Mask group. маска"/>
            <p:cNvPicPr>
              <a:picLocks noChangeAspect="1"/>
            </p:cNvPicPr>
            <p:nvPr/>
          </p:nvPicPr>
          <p:blipFill>
            <a:blip r:embed="rId130">
              <a:extLst>
                <a:ext uri="{96DAC541-7B7A-43D3-8B79-37D633B846F1}">
                  <asvg:svgBlip xmlns:asvg="http://schemas.microsoft.com/office/drawing/2016/SVG/main" r:embed="rId131"/>
                </a:ext>
              </a:extLst>
            </a:blip>
            <a:stretch>
              <a:fillRect/>
            </a:stretch>
          </p:blipFill>
          <p:spPr>
            <a:xfrm>
              <a:off x="3070148" y="4253600"/>
              <a:ext cx="192811" cy="541770"/>
            </a:xfrm>
            <a:prstGeom prst="rect">
              <a:avLst/>
            </a:prstGeom>
          </p:spPr>
        </p:pic>
        <p:pic>
          <p:nvPicPr>
            <p:cNvPr id="76" name="Mask group [Figma 9971:37248]" descr="Mask group. маска"/>
            <p:cNvPicPr>
              <a:picLocks noChangeAspect="1"/>
            </p:cNvPicPr>
            <p:nvPr/>
          </p:nvPicPr>
          <p:blipFill>
            <a:blip r:embed="rId132">
              <a:extLst>
                <a:ext uri="{96DAC541-7B7A-43D3-8B79-37D633B846F1}">
                  <asvg:svgBlip xmlns:asvg="http://schemas.microsoft.com/office/drawing/2016/SVG/main" r:embed="rId133"/>
                </a:ext>
              </a:extLst>
            </a:blip>
            <a:stretch>
              <a:fillRect/>
            </a:stretch>
          </p:blipFill>
          <p:spPr>
            <a:xfrm>
              <a:off x="2946810" y="4177005"/>
              <a:ext cx="153360" cy="618370"/>
            </a:xfrm>
            <a:prstGeom prst="rect">
              <a:avLst/>
            </a:prstGeom>
          </p:spPr>
        </p:pic>
      </p:grpSp>
      <p:grpSp>
        <p:nvGrpSpPr>
          <p:cNvPr id="187" name="Группа 186">
            <a:extLst>
              <a:ext uri="{FF2B5EF4-FFF2-40B4-BE49-F238E27FC236}">
                <a16:creationId xmlns:a16="http://schemas.microsoft.com/office/drawing/2014/main" id="{AF9FE487-3FAF-427B-9C36-4C8DC08E0F52}"/>
              </a:ext>
            </a:extLst>
          </p:cNvPr>
          <p:cNvGrpSpPr/>
          <p:nvPr/>
        </p:nvGrpSpPr>
        <p:grpSpPr>
          <a:xfrm>
            <a:off x="4638826" y="4170060"/>
            <a:ext cx="991654" cy="658201"/>
            <a:chOff x="4638826" y="4170060"/>
            <a:chExt cx="991654" cy="658201"/>
          </a:xfrm>
        </p:grpSpPr>
        <p:pic>
          <p:nvPicPr>
            <p:cNvPr id="77" name="Vector 111 [Figma 9971:37324]" descr="Vector 111. градиент"/>
            <p:cNvPicPr>
              <a:picLocks noChangeAspect="1"/>
            </p:cNvPicPr>
            <p:nvPr/>
          </p:nvPicPr>
          <p:blipFill>
            <a:blip r:embed="rId134">
              <a:extLst>
                <a:ext uri="{96DAC541-7B7A-43D3-8B79-37D633B846F1}">
                  <asvg:svgBlip xmlns:asvg="http://schemas.microsoft.com/office/drawing/2016/SVG/main" r:embed="rId135"/>
                </a:ext>
              </a:extLst>
            </a:blip>
            <a:stretch>
              <a:fillRect/>
            </a:stretch>
          </p:blipFill>
          <p:spPr>
            <a:xfrm>
              <a:off x="4806569" y="4170060"/>
              <a:ext cx="799497" cy="395972"/>
            </a:xfrm>
            <a:prstGeom prst="rect">
              <a:avLst/>
            </a:prstGeom>
          </p:spPr>
        </p:pic>
        <p:pic>
          <p:nvPicPr>
            <p:cNvPr id="78" name="Vector 119 [Figma 9971:37325]" descr="Vector 119. градиент"/>
            <p:cNvPicPr>
              <a:picLocks noChangeAspect="1"/>
            </p:cNvPicPr>
            <p:nvPr/>
          </p:nvPicPr>
          <p:blipFill>
            <a:blip r:embed="rId136">
              <a:extLst>
                <a:ext uri="{96DAC541-7B7A-43D3-8B79-37D633B846F1}">
                  <asvg:svgBlip xmlns:asvg="http://schemas.microsoft.com/office/drawing/2016/SVG/main" r:embed="rId137"/>
                </a:ext>
              </a:extLst>
            </a:blip>
            <a:stretch>
              <a:fillRect/>
            </a:stretch>
          </p:blipFill>
          <p:spPr>
            <a:xfrm>
              <a:off x="4638826" y="4566082"/>
              <a:ext cx="991654" cy="141383"/>
            </a:xfrm>
            <a:prstGeom prst="rect">
              <a:avLst/>
            </a:prstGeom>
          </p:spPr>
        </p:pic>
        <p:pic>
          <p:nvPicPr>
            <p:cNvPr id="79" name="Vector 112 [Figma 9971:37326]" descr="Vector 112. градиент"/>
            <p:cNvPicPr>
              <a:picLocks noChangeAspect="1"/>
            </p:cNvPicPr>
            <p:nvPr/>
          </p:nvPicPr>
          <p:blipFill>
            <a:blip r:embed="rId138">
              <a:extLst>
                <a:ext uri="{96DAC541-7B7A-43D3-8B79-37D633B846F1}">
                  <asvg:svgBlip xmlns:asvg="http://schemas.microsoft.com/office/drawing/2016/SVG/main" r:embed="rId139"/>
                </a:ext>
              </a:extLst>
            </a:blip>
            <a:stretch>
              <a:fillRect/>
            </a:stretch>
          </p:blipFill>
          <p:spPr>
            <a:xfrm>
              <a:off x="5011141" y="4482690"/>
              <a:ext cx="97151" cy="78927"/>
            </a:xfrm>
            <a:prstGeom prst="rect">
              <a:avLst/>
            </a:prstGeom>
          </p:spPr>
        </p:pic>
        <p:pic>
          <p:nvPicPr>
            <p:cNvPr id="80" name="Vector 118 [Figma 9971:37327]" descr="Vector 118. градиент"/>
            <p:cNvPicPr>
              <a:picLocks noChangeAspect="1"/>
            </p:cNvPicPr>
            <p:nvPr/>
          </p:nvPicPr>
          <p:blipFill>
            <a:blip r:embed="rId138">
              <a:extLst>
                <a:ext uri="{96DAC541-7B7A-43D3-8B79-37D633B846F1}">
                  <asvg:svgBlip xmlns:asvg="http://schemas.microsoft.com/office/drawing/2016/SVG/main" r:embed="rId140"/>
                </a:ext>
              </a:extLst>
            </a:blip>
            <a:stretch>
              <a:fillRect/>
            </a:stretch>
          </p:blipFill>
          <p:spPr>
            <a:xfrm>
              <a:off x="5448319" y="4482690"/>
              <a:ext cx="97151" cy="78927"/>
            </a:xfrm>
            <a:prstGeom prst="rect">
              <a:avLst/>
            </a:prstGeom>
          </p:spPr>
        </p:pic>
        <p:pic>
          <p:nvPicPr>
            <p:cNvPr id="81" name="Vector 115 [Figma 9971:37328]" descr="Vector 115. градиент"/>
            <p:cNvPicPr>
              <a:picLocks noChangeAspect="1"/>
            </p:cNvPicPr>
            <p:nvPr/>
          </p:nvPicPr>
          <p:blipFill>
            <a:blip r:embed="rId141">
              <a:extLst>
                <a:ext uri="{96DAC541-7B7A-43D3-8B79-37D633B846F1}">
                  <asvg:svgBlip xmlns:asvg="http://schemas.microsoft.com/office/drawing/2016/SVG/main" r:embed="rId142"/>
                </a:ext>
              </a:extLst>
            </a:blip>
            <a:stretch>
              <a:fillRect/>
            </a:stretch>
          </p:blipFill>
          <p:spPr>
            <a:xfrm>
              <a:off x="5160251" y="4318835"/>
              <a:ext cx="211821" cy="48566"/>
            </a:xfrm>
            <a:prstGeom prst="rect">
              <a:avLst/>
            </a:prstGeom>
          </p:spPr>
        </p:pic>
        <p:pic>
          <p:nvPicPr>
            <p:cNvPr id="82" name="Vector 116 [Figma 9971:37329]" descr="Vector 116. градиент"/>
            <p:cNvPicPr>
              <a:picLocks noChangeAspect="1"/>
            </p:cNvPicPr>
            <p:nvPr/>
          </p:nvPicPr>
          <p:blipFill>
            <a:blip r:embed="rId143">
              <a:extLst>
                <a:ext uri="{96DAC541-7B7A-43D3-8B79-37D633B846F1}">
                  <asvg:svgBlip xmlns:asvg="http://schemas.microsoft.com/office/drawing/2016/SVG/main" r:embed="rId144"/>
                </a:ext>
              </a:extLst>
            </a:blip>
            <a:stretch>
              <a:fillRect/>
            </a:stretch>
          </p:blipFill>
          <p:spPr>
            <a:xfrm>
              <a:off x="4808672" y="4349443"/>
              <a:ext cx="115370" cy="154579"/>
            </a:xfrm>
            <a:prstGeom prst="rect">
              <a:avLst/>
            </a:prstGeom>
          </p:spPr>
        </p:pic>
        <p:pic>
          <p:nvPicPr>
            <p:cNvPr id="83" name="Vector 117 [Figma 9971:37330]" descr="Vector 117. градиент"/>
            <p:cNvPicPr>
              <a:picLocks noChangeAspect="1"/>
            </p:cNvPicPr>
            <p:nvPr/>
          </p:nvPicPr>
          <p:blipFill>
            <a:blip r:embed="rId145">
              <a:extLst>
                <a:ext uri="{96DAC541-7B7A-43D3-8B79-37D633B846F1}">
                  <asvg:svgBlip xmlns:asvg="http://schemas.microsoft.com/office/drawing/2016/SVG/main" r:embed="rId146"/>
                </a:ext>
              </a:extLst>
            </a:blip>
            <a:stretch>
              <a:fillRect/>
            </a:stretch>
          </p:blipFill>
          <p:spPr>
            <a:xfrm>
              <a:off x="5267677" y="4663413"/>
              <a:ext cx="316959" cy="164848"/>
            </a:xfrm>
            <a:prstGeom prst="rect">
              <a:avLst/>
            </a:prstGeom>
          </p:spPr>
        </p:pic>
        <p:pic>
          <p:nvPicPr>
            <p:cNvPr id="84" name="Vector 113 [Figma 9971:37331]" descr="Vector 113. градиент"/>
            <p:cNvPicPr>
              <a:picLocks noChangeAspect="1"/>
            </p:cNvPicPr>
            <p:nvPr/>
          </p:nvPicPr>
          <p:blipFill>
            <a:blip r:embed="rId147">
              <a:extLst>
                <a:ext uri="{96DAC541-7B7A-43D3-8B79-37D633B846F1}">
                  <asvg:svgBlip xmlns:asvg="http://schemas.microsoft.com/office/drawing/2016/SVG/main" r:embed="rId148"/>
                </a:ext>
              </a:extLst>
            </a:blip>
            <a:stretch>
              <a:fillRect/>
            </a:stretch>
          </p:blipFill>
          <p:spPr>
            <a:xfrm>
              <a:off x="5181154" y="4482690"/>
              <a:ext cx="194303" cy="78927"/>
            </a:xfrm>
            <a:prstGeom prst="rect">
              <a:avLst/>
            </a:prstGeom>
          </p:spPr>
        </p:pic>
      </p:grpSp>
      <p:grpSp>
        <p:nvGrpSpPr>
          <p:cNvPr id="190" name="Группа 189">
            <a:extLst>
              <a:ext uri="{FF2B5EF4-FFF2-40B4-BE49-F238E27FC236}">
                <a16:creationId xmlns:a16="http://schemas.microsoft.com/office/drawing/2014/main" id="{1ED9EBB7-837C-4110-821D-3F1A8C3190B3}"/>
              </a:ext>
            </a:extLst>
          </p:cNvPr>
          <p:cNvGrpSpPr/>
          <p:nvPr/>
        </p:nvGrpSpPr>
        <p:grpSpPr>
          <a:xfrm>
            <a:off x="6673131" y="4055316"/>
            <a:ext cx="771140" cy="889524"/>
            <a:chOff x="6673131" y="4055316"/>
            <a:chExt cx="771140" cy="889524"/>
          </a:xfrm>
        </p:grpSpPr>
        <p:pic>
          <p:nvPicPr>
            <p:cNvPr id="85" name="Vector 99 [Figma 9971:37309]" descr="Vector 99. градиент"/>
            <p:cNvPicPr>
              <a:picLocks noChangeAspect="1"/>
            </p:cNvPicPr>
            <p:nvPr/>
          </p:nvPicPr>
          <p:blipFill>
            <a:blip r:embed="rId149">
              <a:extLst>
                <a:ext uri="{96DAC541-7B7A-43D3-8B79-37D633B846F1}">
                  <asvg:svgBlip xmlns:asvg="http://schemas.microsoft.com/office/drawing/2016/SVG/main" r:embed="rId150"/>
                </a:ext>
              </a:extLst>
            </a:blip>
            <a:stretch>
              <a:fillRect/>
            </a:stretch>
          </p:blipFill>
          <p:spPr>
            <a:xfrm>
              <a:off x="6794572" y="4055316"/>
              <a:ext cx="403785" cy="889523"/>
            </a:xfrm>
            <a:prstGeom prst="rect">
              <a:avLst/>
            </a:prstGeom>
          </p:spPr>
        </p:pic>
        <p:pic>
          <p:nvPicPr>
            <p:cNvPr id="86" name="Rectangle 52 [Figma 9971:37310]" descr="Rectangle 52. градиент"/>
            <p:cNvPicPr>
              <a:picLocks noChangeAspect="1"/>
            </p:cNvPicPr>
            <p:nvPr/>
          </p:nvPicPr>
          <p:blipFill>
            <a:blip r:embed="rId151">
              <a:extLst>
                <a:ext uri="{96DAC541-7B7A-43D3-8B79-37D633B846F1}">
                  <asvg:svgBlip xmlns:asvg="http://schemas.microsoft.com/office/drawing/2016/SVG/main" r:embed="rId152"/>
                </a:ext>
              </a:extLst>
            </a:blip>
            <a:stretch>
              <a:fillRect/>
            </a:stretch>
          </p:blipFill>
          <p:spPr>
            <a:xfrm>
              <a:off x="6982798" y="4531902"/>
              <a:ext cx="461467" cy="412889"/>
            </a:xfrm>
            <a:prstGeom prst="rect">
              <a:avLst/>
            </a:prstGeom>
          </p:spPr>
        </p:pic>
        <p:pic>
          <p:nvPicPr>
            <p:cNvPr id="87" name="Rectangle 53 [Figma 9971:37311]" descr="Rectangle 53. градиент"/>
            <p:cNvPicPr>
              <a:picLocks noChangeAspect="1"/>
            </p:cNvPicPr>
            <p:nvPr/>
          </p:nvPicPr>
          <p:blipFill>
            <a:blip r:embed="rId153">
              <a:extLst>
                <a:ext uri="{96DAC541-7B7A-43D3-8B79-37D633B846F1}">
                  <asvg:svgBlip xmlns:asvg="http://schemas.microsoft.com/office/drawing/2016/SVG/main" r:embed="rId154"/>
                </a:ext>
              </a:extLst>
            </a:blip>
            <a:stretch>
              <a:fillRect/>
            </a:stretch>
          </p:blipFill>
          <p:spPr>
            <a:xfrm>
              <a:off x="7125495" y="4346764"/>
              <a:ext cx="318776" cy="598076"/>
            </a:xfrm>
            <a:prstGeom prst="rect">
              <a:avLst/>
            </a:prstGeom>
          </p:spPr>
        </p:pic>
        <p:pic>
          <p:nvPicPr>
            <p:cNvPr id="88" name="Vector 98 [Figma 9971:37312]" descr="Vector 98. градиент"/>
            <p:cNvPicPr>
              <a:picLocks noChangeAspect="1"/>
            </p:cNvPicPr>
            <p:nvPr/>
          </p:nvPicPr>
          <p:blipFill>
            <a:blip r:embed="rId155">
              <a:extLst>
                <a:ext uri="{96DAC541-7B7A-43D3-8B79-37D633B846F1}">
                  <asvg:svgBlip xmlns:asvg="http://schemas.microsoft.com/office/drawing/2016/SVG/main" r:embed="rId156"/>
                </a:ext>
              </a:extLst>
            </a:blip>
            <a:stretch>
              <a:fillRect/>
            </a:stretch>
          </p:blipFill>
          <p:spPr>
            <a:xfrm>
              <a:off x="6673131" y="4531902"/>
              <a:ext cx="403785" cy="412889"/>
            </a:xfrm>
            <a:prstGeom prst="rect">
              <a:avLst/>
            </a:prstGeom>
          </p:spPr>
        </p:pic>
        <p:sp>
          <p:nvSpPr>
            <p:cNvPr id="89" name="Ellipse 73 [Figma 9971:37313]"/>
            <p:cNvSpPr/>
            <p:nvPr/>
          </p:nvSpPr>
          <p:spPr>
            <a:xfrm rot="5400000">
              <a:off x="6831000" y="4152449"/>
              <a:ext cx="44477" cy="44477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90" name="Ellipse 74 [Figma 9971:37314]"/>
            <p:cNvSpPr/>
            <p:nvPr/>
          </p:nvSpPr>
          <p:spPr>
            <a:xfrm rot="5400000">
              <a:off x="6831000" y="4235840"/>
              <a:ext cx="44477" cy="44477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91" name="Ellipse 75 [Figma 9971:37315]"/>
            <p:cNvSpPr/>
            <p:nvPr/>
          </p:nvSpPr>
          <p:spPr>
            <a:xfrm rot="5400000">
              <a:off x="6831000" y="4319281"/>
              <a:ext cx="44477" cy="44477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pic>
          <p:nvPicPr>
            <p:cNvPr id="92" name="Ellipse 76 (Stroke) [Figma 9971:37316]" descr="Ellipse 76 (Stroke). векторный контур"/>
            <p:cNvPicPr>
              <a:picLocks noChangeAspect="1"/>
            </p:cNvPicPr>
            <p:nvPr/>
          </p:nvPicPr>
          <p:blipFill>
            <a:blip r:embed="rId157">
              <a:extLst>
                <a:ext uri="{96DAC541-7B7A-43D3-8B79-37D633B846F1}">
                  <asvg:svgBlip xmlns:asvg="http://schemas.microsoft.com/office/drawing/2016/SVG/main" r:embed="rId158"/>
                </a:ext>
              </a:extLst>
            </a:blip>
            <a:stretch>
              <a:fillRect/>
            </a:stretch>
          </p:blipFill>
          <p:spPr>
            <a:xfrm>
              <a:off x="7383551" y="4364921"/>
              <a:ext cx="42502" cy="42514"/>
            </a:xfrm>
            <a:prstGeom prst="rect">
              <a:avLst/>
            </a:prstGeom>
          </p:spPr>
        </p:pic>
        <p:pic>
          <p:nvPicPr>
            <p:cNvPr id="93" name="Vector 100 (Stroke) [Figma 9971:37317]" descr="Vector 100 (Stroke). векторный контур"/>
            <p:cNvPicPr>
              <a:picLocks noChangeAspect="1"/>
            </p:cNvPicPr>
            <p:nvPr/>
          </p:nvPicPr>
          <p:blipFill>
            <a:blip r:embed="rId159">
              <a:extLst>
                <a:ext uri="{96DAC541-7B7A-43D3-8B79-37D633B846F1}">
                  <asvg:svgBlip xmlns:asvg="http://schemas.microsoft.com/office/drawing/2016/SVG/main" r:embed="rId160"/>
                </a:ext>
              </a:extLst>
            </a:blip>
            <a:stretch>
              <a:fillRect/>
            </a:stretch>
          </p:blipFill>
          <p:spPr>
            <a:xfrm>
              <a:off x="7016190" y="4559236"/>
              <a:ext cx="54650" cy="6052"/>
            </a:xfrm>
            <a:prstGeom prst="rect">
              <a:avLst/>
            </a:prstGeom>
          </p:spPr>
        </p:pic>
        <p:pic>
          <p:nvPicPr>
            <p:cNvPr id="94" name="Vector 101 (Stroke) [Figma 9971:37318]" descr="Vector 101 (Stroke). векторный контур"/>
            <p:cNvPicPr>
              <a:picLocks noChangeAspect="1"/>
            </p:cNvPicPr>
            <p:nvPr/>
          </p:nvPicPr>
          <p:blipFill>
            <a:blip r:embed="rId159">
              <a:extLst>
                <a:ext uri="{96DAC541-7B7A-43D3-8B79-37D633B846F1}">
                  <asvg:svgBlip xmlns:asvg="http://schemas.microsoft.com/office/drawing/2016/SVG/main" r:embed="rId160"/>
                </a:ext>
              </a:extLst>
            </a:blip>
            <a:stretch>
              <a:fillRect/>
            </a:stretch>
          </p:blipFill>
          <p:spPr>
            <a:xfrm>
              <a:off x="7016190" y="4583494"/>
              <a:ext cx="54650" cy="6052"/>
            </a:xfrm>
            <a:prstGeom prst="rect">
              <a:avLst/>
            </a:prstGeom>
          </p:spPr>
        </p:pic>
        <p:pic>
          <p:nvPicPr>
            <p:cNvPr id="95" name="Vector 102 (Stroke) [Figma 9971:37319]" descr="Vector 102 (Stroke). векторный контур"/>
            <p:cNvPicPr>
              <a:picLocks noChangeAspect="1"/>
            </p:cNvPicPr>
            <p:nvPr/>
          </p:nvPicPr>
          <p:blipFill>
            <a:blip r:embed="rId159">
              <a:extLst>
                <a:ext uri="{96DAC541-7B7A-43D3-8B79-37D633B846F1}">
                  <asvg:svgBlip xmlns:asvg="http://schemas.microsoft.com/office/drawing/2016/SVG/main" r:embed="rId160"/>
                </a:ext>
              </a:extLst>
            </a:blip>
            <a:stretch>
              <a:fillRect/>
            </a:stretch>
          </p:blipFill>
          <p:spPr>
            <a:xfrm>
              <a:off x="6691350" y="4920532"/>
              <a:ext cx="54650" cy="6052"/>
            </a:xfrm>
            <a:prstGeom prst="rect">
              <a:avLst/>
            </a:prstGeom>
          </p:spPr>
        </p:pic>
      </p:grpSp>
      <p:grpSp>
        <p:nvGrpSpPr>
          <p:cNvPr id="191" name="Группа 190">
            <a:extLst>
              <a:ext uri="{FF2B5EF4-FFF2-40B4-BE49-F238E27FC236}">
                <a16:creationId xmlns:a16="http://schemas.microsoft.com/office/drawing/2014/main" id="{F24A9CAA-0D1E-4963-8BC5-5B81CB02DECB}"/>
              </a:ext>
            </a:extLst>
          </p:cNvPr>
          <p:cNvGrpSpPr/>
          <p:nvPr/>
        </p:nvGrpSpPr>
        <p:grpSpPr>
          <a:xfrm>
            <a:off x="8541572" y="4057251"/>
            <a:ext cx="887763" cy="886895"/>
            <a:chOff x="8541572" y="4057251"/>
            <a:chExt cx="887763" cy="886895"/>
          </a:xfrm>
        </p:grpSpPr>
        <p:pic>
          <p:nvPicPr>
            <p:cNvPr id="96" name="Subtract [Figma 9971:37343]" descr="Subtract. градиент"/>
            <p:cNvPicPr>
              <a:picLocks noChangeAspect="1"/>
            </p:cNvPicPr>
            <p:nvPr/>
          </p:nvPicPr>
          <p:blipFill>
            <a:blip r:embed="rId161">
              <a:extLst>
                <a:ext uri="{96DAC541-7B7A-43D3-8B79-37D633B846F1}">
                  <asvg:svgBlip xmlns:asvg="http://schemas.microsoft.com/office/drawing/2016/SVG/main" r:embed="rId162"/>
                </a:ext>
              </a:extLst>
            </a:blip>
            <a:stretch>
              <a:fillRect/>
            </a:stretch>
          </p:blipFill>
          <p:spPr>
            <a:xfrm>
              <a:off x="8577079" y="4289119"/>
              <a:ext cx="490048" cy="454559"/>
            </a:xfrm>
            <a:prstGeom prst="rect">
              <a:avLst/>
            </a:prstGeom>
          </p:spPr>
        </p:pic>
        <p:pic>
          <p:nvPicPr>
            <p:cNvPr id="97" name="Vector 122 [Figma 9971:37344]" descr="Vector 122. градиент"/>
            <p:cNvPicPr>
              <a:picLocks noChangeAspect="1"/>
            </p:cNvPicPr>
            <p:nvPr/>
          </p:nvPicPr>
          <p:blipFill>
            <a:blip r:embed="rId163">
              <a:extLst>
                <a:ext uri="{96DAC541-7B7A-43D3-8B79-37D633B846F1}">
                  <asvg:svgBlip xmlns:asvg="http://schemas.microsoft.com/office/drawing/2016/SVG/main" r:embed="rId164"/>
                </a:ext>
              </a:extLst>
            </a:blip>
            <a:stretch>
              <a:fillRect/>
            </a:stretch>
          </p:blipFill>
          <p:spPr>
            <a:xfrm>
              <a:off x="8983829" y="4148877"/>
              <a:ext cx="267958" cy="276913"/>
            </a:xfrm>
            <a:prstGeom prst="rect">
              <a:avLst/>
            </a:prstGeom>
          </p:spPr>
        </p:pic>
        <p:pic>
          <p:nvPicPr>
            <p:cNvPr id="98" name="Vector 123 [Figma 9971:37345]" descr="Vector 123. градиент"/>
            <p:cNvPicPr>
              <a:picLocks noChangeAspect="1"/>
            </p:cNvPicPr>
            <p:nvPr/>
          </p:nvPicPr>
          <p:blipFill>
            <a:blip r:embed="rId165">
              <a:extLst>
                <a:ext uri="{96DAC541-7B7A-43D3-8B79-37D633B846F1}">
                  <asvg:svgBlip xmlns:asvg="http://schemas.microsoft.com/office/drawing/2016/SVG/main" r:embed="rId166"/>
                </a:ext>
              </a:extLst>
            </a:blip>
            <a:stretch>
              <a:fillRect/>
            </a:stretch>
          </p:blipFill>
          <p:spPr>
            <a:xfrm>
              <a:off x="9273999" y="4057251"/>
              <a:ext cx="119822" cy="540481"/>
            </a:xfrm>
            <a:prstGeom prst="rect">
              <a:avLst/>
            </a:prstGeom>
          </p:spPr>
        </p:pic>
        <p:pic>
          <p:nvPicPr>
            <p:cNvPr id="99" name="Vector 124 [Figma 9971:37346]" descr="Vector 124. градиент"/>
            <p:cNvPicPr>
              <a:picLocks noChangeAspect="1"/>
            </p:cNvPicPr>
            <p:nvPr/>
          </p:nvPicPr>
          <p:blipFill>
            <a:blip r:embed="rId167">
              <a:extLst>
                <a:ext uri="{96DAC541-7B7A-43D3-8B79-37D633B846F1}">
                  <asvg:svgBlip xmlns:asvg="http://schemas.microsoft.com/office/drawing/2016/SVG/main" r:embed="rId168"/>
                </a:ext>
              </a:extLst>
            </a:blip>
            <a:stretch>
              <a:fillRect/>
            </a:stretch>
          </p:blipFill>
          <p:spPr>
            <a:xfrm>
              <a:off x="9123941" y="4607554"/>
              <a:ext cx="305394" cy="230231"/>
            </a:xfrm>
            <a:prstGeom prst="rect">
              <a:avLst/>
            </a:prstGeom>
          </p:spPr>
        </p:pic>
        <p:pic>
          <p:nvPicPr>
            <p:cNvPr id="100" name="Subtract [Figma 9974:39209]" descr="Subtract. градиент"/>
            <p:cNvPicPr>
              <a:picLocks noChangeAspect="1"/>
            </p:cNvPicPr>
            <p:nvPr/>
          </p:nvPicPr>
          <p:blipFill>
            <a:blip r:embed="rId169">
              <a:extLst>
                <a:ext uri="{96DAC541-7B7A-43D3-8B79-37D633B846F1}">
                  <asvg:svgBlip xmlns:asvg="http://schemas.microsoft.com/office/drawing/2016/SVG/main" r:embed="rId170"/>
                </a:ext>
              </a:extLst>
            </a:blip>
            <a:stretch>
              <a:fillRect/>
            </a:stretch>
          </p:blipFill>
          <p:spPr>
            <a:xfrm>
              <a:off x="8541572" y="4773692"/>
              <a:ext cx="568168" cy="170454"/>
            </a:xfrm>
            <a:prstGeom prst="rect">
              <a:avLst/>
            </a:prstGeom>
          </p:spPr>
        </p:pic>
      </p:grpSp>
      <p:grpSp>
        <p:nvGrpSpPr>
          <p:cNvPr id="183" name="Группа 182">
            <a:extLst>
              <a:ext uri="{FF2B5EF4-FFF2-40B4-BE49-F238E27FC236}">
                <a16:creationId xmlns:a16="http://schemas.microsoft.com/office/drawing/2014/main" id="{44142963-DA00-4978-8510-6D4DCDBD2B81}"/>
              </a:ext>
            </a:extLst>
          </p:cNvPr>
          <p:cNvGrpSpPr/>
          <p:nvPr/>
        </p:nvGrpSpPr>
        <p:grpSpPr>
          <a:xfrm>
            <a:off x="679241" y="5609341"/>
            <a:ext cx="1202222" cy="330936"/>
            <a:chOff x="679241" y="5609341"/>
            <a:chExt cx="1202222" cy="330936"/>
          </a:xfrm>
        </p:grpSpPr>
        <p:pic>
          <p:nvPicPr>
            <p:cNvPr id="101" name="Subtract [Figma 9974:39070]" descr="Subtract. векторный контур"/>
            <p:cNvPicPr>
              <a:picLocks noChangeAspect="1"/>
            </p:cNvPicPr>
            <p:nvPr/>
          </p:nvPicPr>
          <p:blipFill>
            <a:blip r:embed="rId171">
              <a:extLst>
                <a:ext uri="{96DAC541-7B7A-43D3-8B79-37D633B846F1}">
                  <asvg:svgBlip xmlns:asvg="http://schemas.microsoft.com/office/drawing/2016/SVG/main" r:embed="rId172"/>
                </a:ext>
              </a:extLst>
            </a:blip>
            <a:stretch>
              <a:fillRect/>
            </a:stretch>
          </p:blipFill>
          <p:spPr>
            <a:xfrm>
              <a:off x="679241" y="5647340"/>
              <a:ext cx="1068404" cy="292936"/>
            </a:xfrm>
            <a:prstGeom prst="rect">
              <a:avLst/>
            </a:prstGeom>
          </p:spPr>
        </p:pic>
        <p:pic>
          <p:nvPicPr>
            <p:cNvPr id="102" name="Vector 104 [Figma 9971:37339]" descr="Vector 104. векторный контур"/>
            <p:cNvPicPr>
              <a:picLocks noChangeAspect="1"/>
            </p:cNvPicPr>
            <p:nvPr/>
          </p:nvPicPr>
          <p:blipFill>
            <a:blip r:embed="rId173">
              <a:extLst>
                <a:ext uri="{96DAC541-7B7A-43D3-8B79-37D633B846F1}">
                  <asvg:svgBlip xmlns:asvg="http://schemas.microsoft.com/office/drawing/2016/SVG/main" r:embed="rId174"/>
                </a:ext>
              </a:extLst>
            </a:blip>
            <a:stretch>
              <a:fillRect/>
            </a:stretch>
          </p:blipFill>
          <p:spPr>
            <a:xfrm>
              <a:off x="996479" y="5609341"/>
              <a:ext cx="884984" cy="330936"/>
            </a:xfrm>
            <a:prstGeom prst="rect">
              <a:avLst/>
            </a:prstGeom>
          </p:spPr>
        </p:pic>
      </p:grpSp>
      <p:grpSp>
        <p:nvGrpSpPr>
          <p:cNvPr id="188" name="Группа 187">
            <a:extLst>
              <a:ext uri="{FF2B5EF4-FFF2-40B4-BE49-F238E27FC236}">
                <a16:creationId xmlns:a16="http://schemas.microsoft.com/office/drawing/2014/main" id="{4D5FB881-CA8A-4AA9-BA9D-A92F2B92330F}"/>
              </a:ext>
            </a:extLst>
          </p:cNvPr>
          <p:cNvGrpSpPr/>
          <p:nvPr/>
        </p:nvGrpSpPr>
        <p:grpSpPr>
          <a:xfrm>
            <a:off x="4643390" y="5448065"/>
            <a:ext cx="982533" cy="650362"/>
            <a:chOff x="4643390" y="5448065"/>
            <a:chExt cx="982533" cy="650362"/>
          </a:xfrm>
        </p:grpSpPr>
        <p:pic>
          <p:nvPicPr>
            <p:cNvPr id="108" name="Subtract [Figma 9974:39232]" descr="Subtract. векторный контур"/>
            <p:cNvPicPr>
              <a:picLocks noChangeAspect="1"/>
            </p:cNvPicPr>
            <p:nvPr/>
          </p:nvPicPr>
          <p:blipFill>
            <a:blip r:embed="rId175">
              <a:extLst>
                <a:ext uri="{96DAC541-7B7A-43D3-8B79-37D633B846F1}">
                  <asvg:svgBlip xmlns:asvg="http://schemas.microsoft.com/office/drawing/2016/SVG/main" r:embed="rId176"/>
                </a:ext>
              </a:extLst>
            </a:blip>
            <a:stretch>
              <a:fillRect/>
            </a:stretch>
          </p:blipFill>
          <p:spPr>
            <a:xfrm>
              <a:off x="4643390" y="5845426"/>
              <a:ext cx="982533" cy="253001"/>
            </a:xfrm>
            <a:prstGeom prst="rect">
              <a:avLst/>
            </a:prstGeom>
          </p:spPr>
        </p:pic>
        <p:pic>
          <p:nvPicPr>
            <p:cNvPr id="109" name="Subtract [Figma 9974:39234]" descr="Subtract. векторный контур"/>
            <p:cNvPicPr>
              <a:picLocks noChangeAspect="1"/>
            </p:cNvPicPr>
            <p:nvPr/>
          </p:nvPicPr>
          <p:blipFill>
            <a:blip r:embed="rId177">
              <a:extLst>
                <a:ext uri="{96DAC541-7B7A-43D3-8B79-37D633B846F1}">
                  <asvg:svgBlip xmlns:asvg="http://schemas.microsoft.com/office/drawing/2016/SVG/main" r:embed="rId178"/>
                </a:ext>
              </a:extLst>
            </a:blip>
            <a:stretch>
              <a:fillRect/>
            </a:stretch>
          </p:blipFill>
          <p:spPr>
            <a:xfrm>
              <a:off x="4811146" y="5448065"/>
              <a:ext cx="790307" cy="386894"/>
            </a:xfrm>
            <a:prstGeom prst="rect">
              <a:avLst/>
            </a:prstGeom>
          </p:spPr>
        </p:pic>
        <p:pic>
          <p:nvPicPr>
            <p:cNvPr id="110" name="Vector 112 [Figma 9971:37293]" descr="Vector 112. векторный контур"/>
            <p:cNvPicPr>
              <a:picLocks noChangeAspect="1"/>
            </p:cNvPicPr>
            <p:nvPr/>
          </p:nvPicPr>
          <p:blipFill>
            <a:blip r:embed="rId179">
              <a:extLst>
                <a:ext uri="{96DAC541-7B7A-43D3-8B79-37D633B846F1}">
                  <asvg:svgBlip xmlns:asvg="http://schemas.microsoft.com/office/drawing/2016/SVG/main" r:embed="rId180"/>
                </a:ext>
              </a:extLst>
            </a:blip>
            <a:stretch>
              <a:fillRect/>
            </a:stretch>
          </p:blipFill>
          <p:spPr>
            <a:xfrm>
              <a:off x="5015692" y="5765110"/>
              <a:ext cx="88042" cy="69799"/>
            </a:xfrm>
            <a:prstGeom prst="rect">
              <a:avLst/>
            </a:prstGeom>
          </p:spPr>
        </p:pic>
        <p:pic>
          <p:nvPicPr>
            <p:cNvPr id="111" name="Vector 118 [Figma 9971:37295]" descr="Vector 118. векторный контур"/>
            <p:cNvPicPr>
              <a:picLocks noChangeAspect="1"/>
            </p:cNvPicPr>
            <p:nvPr/>
          </p:nvPicPr>
          <p:blipFill>
            <a:blip r:embed="rId179">
              <a:extLst>
                <a:ext uri="{96DAC541-7B7A-43D3-8B79-37D633B846F1}">
                  <asvg:svgBlip xmlns:asvg="http://schemas.microsoft.com/office/drawing/2016/SVG/main" r:embed="rId181"/>
                </a:ext>
              </a:extLst>
            </a:blip>
            <a:stretch>
              <a:fillRect/>
            </a:stretch>
          </p:blipFill>
          <p:spPr>
            <a:xfrm>
              <a:off x="5452877" y="5765110"/>
              <a:ext cx="88042" cy="69799"/>
            </a:xfrm>
            <a:prstGeom prst="rect">
              <a:avLst/>
            </a:prstGeom>
          </p:spPr>
        </p:pic>
        <p:pic>
          <p:nvPicPr>
            <p:cNvPr id="112" name="Vector 115 [Figma 9971:37297]" descr="Vector 115. векторный контур"/>
            <p:cNvPicPr>
              <a:picLocks noChangeAspect="1"/>
            </p:cNvPicPr>
            <p:nvPr/>
          </p:nvPicPr>
          <p:blipFill>
            <a:blip r:embed="rId182">
              <a:extLst>
                <a:ext uri="{96DAC541-7B7A-43D3-8B79-37D633B846F1}">
                  <asvg:svgBlip xmlns:asvg="http://schemas.microsoft.com/office/drawing/2016/SVG/main" r:embed="rId183"/>
                </a:ext>
              </a:extLst>
            </a:blip>
            <a:stretch>
              <a:fillRect/>
            </a:stretch>
          </p:blipFill>
          <p:spPr>
            <a:xfrm>
              <a:off x="5164815" y="5598129"/>
              <a:ext cx="202705" cy="39438"/>
            </a:xfrm>
            <a:prstGeom prst="rect">
              <a:avLst/>
            </a:prstGeom>
          </p:spPr>
        </p:pic>
        <p:pic>
          <p:nvPicPr>
            <p:cNvPr id="113" name="Vector 116 [Figma 9971:37299]" descr="Vector 116. векторный контур"/>
            <p:cNvPicPr>
              <a:picLocks noChangeAspect="1"/>
            </p:cNvPicPr>
            <p:nvPr/>
          </p:nvPicPr>
          <p:blipFill>
            <a:blip r:embed="rId184">
              <a:extLst>
                <a:ext uri="{96DAC541-7B7A-43D3-8B79-37D633B846F1}">
                  <asvg:svgBlip xmlns:asvg="http://schemas.microsoft.com/office/drawing/2016/SVG/main" r:embed="rId185"/>
                </a:ext>
              </a:extLst>
            </a:blip>
            <a:stretch>
              <a:fillRect/>
            </a:stretch>
          </p:blipFill>
          <p:spPr>
            <a:xfrm>
              <a:off x="4813595" y="5630126"/>
              <a:ext cx="105895" cy="144161"/>
            </a:xfrm>
            <a:prstGeom prst="rect">
              <a:avLst/>
            </a:prstGeom>
          </p:spPr>
        </p:pic>
        <p:pic>
          <p:nvPicPr>
            <p:cNvPr id="114" name="Vector 113 [Figma 9971:37303]" descr="Vector 113. векторный контур"/>
            <p:cNvPicPr>
              <a:picLocks noChangeAspect="1"/>
            </p:cNvPicPr>
            <p:nvPr/>
          </p:nvPicPr>
          <p:blipFill>
            <a:blip r:embed="rId186">
              <a:extLst>
                <a:ext uri="{96DAC541-7B7A-43D3-8B79-37D633B846F1}">
                  <asvg:svgBlip xmlns:asvg="http://schemas.microsoft.com/office/drawing/2016/SVG/main" r:embed="rId187"/>
                </a:ext>
              </a:extLst>
            </a:blip>
            <a:stretch>
              <a:fillRect/>
            </a:stretch>
          </p:blipFill>
          <p:spPr>
            <a:xfrm>
              <a:off x="5185706" y="5765110"/>
              <a:ext cx="185193" cy="69799"/>
            </a:xfrm>
            <a:prstGeom prst="rect">
              <a:avLst/>
            </a:prstGeom>
          </p:spPr>
        </p:pic>
        <p:pic>
          <p:nvPicPr>
            <p:cNvPr id="115" name="Union [Figma 9974:39219]" descr="Union. векторный контур"/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4811146" y="5836298"/>
              <a:ext cx="790307" cy="97313"/>
            </a:xfrm>
            <a:prstGeom prst="rect">
              <a:avLst/>
            </a:prstGeom>
          </p:spPr>
        </p:pic>
      </p:grpSp>
      <p:grpSp>
        <p:nvGrpSpPr>
          <p:cNvPr id="192" name="Группа 191">
            <a:extLst>
              <a:ext uri="{FF2B5EF4-FFF2-40B4-BE49-F238E27FC236}">
                <a16:creationId xmlns:a16="http://schemas.microsoft.com/office/drawing/2014/main" id="{13F239FE-AAD5-4A76-89D9-10E66BD43872}"/>
              </a:ext>
            </a:extLst>
          </p:cNvPr>
          <p:cNvGrpSpPr/>
          <p:nvPr/>
        </p:nvGrpSpPr>
        <p:grpSpPr>
          <a:xfrm>
            <a:off x="8541566" y="5336545"/>
            <a:ext cx="883217" cy="882430"/>
            <a:chOff x="8541566" y="5336545"/>
            <a:chExt cx="883217" cy="882430"/>
          </a:xfrm>
        </p:grpSpPr>
        <p:pic>
          <p:nvPicPr>
            <p:cNvPr id="123" name="Subtract [Figma 9974:39199]" descr="Subtract. векторный контур"/>
            <p:cNvPicPr>
              <a:picLocks noChangeAspect="1"/>
            </p:cNvPicPr>
            <p:nvPr/>
          </p:nvPicPr>
          <p:blipFill>
            <a:blip r:embed="rId188">
              <a:extLst>
                <a:ext uri="{96DAC541-7B7A-43D3-8B79-37D633B846F1}">
                  <asvg:svgBlip xmlns:asvg="http://schemas.microsoft.com/office/drawing/2016/SVG/main" r:embed="rId189"/>
                </a:ext>
              </a:extLst>
            </a:blip>
            <a:stretch>
              <a:fillRect/>
            </a:stretch>
          </p:blipFill>
          <p:spPr>
            <a:xfrm>
              <a:off x="8577079" y="5563850"/>
              <a:ext cx="490048" cy="454510"/>
            </a:xfrm>
            <a:prstGeom prst="rect">
              <a:avLst/>
            </a:prstGeom>
          </p:spPr>
        </p:pic>
        <p:pic>
          <p:nvPicPr>
            <p:cNvPr id="124" name="Subtract [Figma 9974:39205]" descr="Subtract. векторный контур"/>
            <p:cNvPicPr>
              <a:picLocks noChangeAspect="1"/>
            </p:cNvPicPr>
            <p:nvPr/>
          </p:nvPicPr>
          <p:blipFill>
            <a:blip r:embed="rId190">
              <a:extLst>
                <a:ext uri="{96DAC541-7B7A-43D3-8B79-37D633B846F1}">
                  <asvg:svgBlip xmlns:asvg="http://schemas.microsoft.com/office/drawing/2016/SVG/main" r:embed="rId191"/>
                </a:ext>
              </a:extLst>
            </a:blip>
            <a:stretch>
              <a:fillRect/>
            </a:stretch>
          </p:blipFill>
          <p:spPr>
            <a:xfrm>
              <a:off x="8988368" y="5428072"/>
              <a:ext cx="258855" cy="267785"/>
            </a:xfrm>
            <a:prstGeom prst="rect">
              <a:avLst/>
            </a:prstGeom>
          </p:spPr>
        </p:pic>
        <p:pic>
          <p:nvPicPr>
            <p:cNvPr id="125" name="Subtract [Figma 9974:39203]" descr="Subtract. векторный контур"/>
            <p:cNvPicPr>
              <a:picLocks noChangeAspect="1"/>
            </p:cNvPicPr>
            <p:nvPr/>
          </p:nvPicPr>
          <p:blipFill>
            <a:blip r:embed="rId192">
              <a:extLst>
                <a:ext uri="{96DAC541-7B7A-43D3-8B79-37D633B846F1}">
                  <asvg:svgBlip xmlns:asvg="http://schemas.microsoft.com/office/drawing/2016/SVG/main" r:embed="rId193"/>
                </a:ext>
              </a:extLst>
            </a:blip>
            <a:stretch>
              <a:fillRect/>
            </a:stretch>
          </p:blipFill>
          <p:spPr>
            <a:xfrm>
              <a:off x="9278544" y="5336545"/>
              <a:ext cx="110725" cy="531353"/>
            </a:xfrm>
            <a:prstGeom prst="rect">
              <a:avLst/>
            </a:prstGeom>
          </p:spPr>
        </p:pic>
        <p:pic>
          <p:nvPicPr>
            <p:cNvPr id="126" name="Subtract [Figma 9974:39204]" descr="Subtract. векторный контур"/>
            <p:cNvPicPr>
              <a:picLocks noChangeAspect="1"/>
            </p:cNvPicPr>
            <p:nvPr/>
          </p:nvPicPr>
          <p:blipFill>
            <a:blip r:embed="rId194">
              <a:extLst>
                <a:ext uri="{96DAC541-7B7A-43D3-8B79-37D633B846F1}">
                  <asvg:svgBlip xmlns:asvg="http://schemas.microsoft.com/office/drawing/2016/SVG/main" r:embed="rId195"/>
                </a:ext>
              </a:extLst>
            </a:blip>
            <a:stretch>
              <a:fillRect/>
            </a:stretch>
          </p:blipFill>
          <p:spPr>
            <a:xfrm>
              <a:off x="9128486" y="5886849"/>
              <a:ext cx="296297" cy="221103"/>
            </a:xfrm>
            <a:prstGeom prst="rect">
              <a:avLst/>
            </a:prstGeom>
          </p:spPr>
        </p:pic>
        <p:pic>
          <p:nvPicPr>
            <p:cNvPr id="127" name="Subtract [Figma 9974:39197]" descr="Subtract. векторный контур"/>
            <p:cNvPicPr>
              <a:picLocks noChangeAspect="1"/>
            </p:cNvPicPr>
            <p:nvPr/>
          </p:nvPicPr>
          <p:blipFill>
            <a:blip r:embed="rId196">
              <a:extLst>
                <a:ext uri="{96DAC541-7B7A-43D3-8B79-37D633B846F1}">
                  <asvg:svgBlip xmlns:asvg="http://schemas.microsoft.com/office/drawing/2016/SVG/main" r:embed="rId197"/>
                </a:ext>
              </a:extLst>
            </a:blip>
            <a:stretch>
              <a:fillRect/>
            </a:stretch>
          </p:blipFill>
          <p:spPr>
            <a:xfrm>
              <a:off x="8541566" y="6048621"/>
              <a:ext cx="568168" cy="170354"/>
            </a:xfrm>
            <a:prstGeom prst="rect">
              <a:avLst/>
            </a:prstGeom>
          </p:spPr>
        </p:pic>
      </p:grpSp>
      <p:pic>
        <p:nvPicPr>
          <p:cNvPr id="140" name="Vector 139 (Stroke) [Figma 9974:38916]" descr="Vector 139 (Stroke). векторный контур"/>
          <p:cNvPicPr>
            <a:picLocks noChangeAspect="1"/>
          </p:cNvPicPr>
          <p:nvPr/>
        </p:nvPicPr>
        <p:blipFill>
          <a:blip r:embed="rId198">
            <a:extLst>
              <a:ext uri="{96DAC541-7B7A-43D3-8B79-37D633B846F1}">
                <asvg:svgBlip xmlns:asvg="http://schemas.microsoft.com/office/drawing/2016/SVG/main" r:embed="rId199"/>
              </a:ext>
            </a:extLst>
          </a:blip>
          <a:stretch>
            <a:fillRect/>
          </a:stretch>
        </p:blipFill>
        <p:spPr>
          <a:xfrm>
            <a:off x="739732" y="2763768"/>
            <a:ext cx="1051066" cy="894534"/>
          </a:xfrm>
          <a:prstGeom prst="rect">
            <a:avLst/>
          </a:prstGeom>
        </p:spPr>
      </p:pic>
      <p:pic>
        <p:nvPicPr>
          <p:cNvPr id="141" name="Vector 140 [Figma 9974:40779]" descr="Vector 140. векторный контур"/>
          <p:cNvPicPr>
            <a:picLocks noChangeAspect="1"/>
          </p:cNvPicPr>
          <p:nvPr/>
        </p:nvPicPr>
        <p:blipFill>
          <a:blip r:embed="rId200">
            <a:extLst>
              <a:ext uri="{96DAC541-7B7A-43D3-8B79-37D633B846F1}">
                <asvg:svgBlip xmlns:asvg="http://schemas.microsoft.com/office/drawing/2016/SVG/main" r:embed="rId201"/>
              </a:ext>
            </a:extLst>
          </a:blip>
          <a:stretch>
            <a:fillRect/>
          </a:stretch>
        </p:blipFill>
        <p:spPr>
          <a:xfrm>
            <a:off x="1132206" y="3009279"/>
            <a:ext cx="284403" cy="319179"/>
          </a:xfrm>
          <a:prstGeom prst="rect">
            <a:avLst/>
          </a:prstGeom>
        </p:spPr>
      </p:pic>
      <p:grpSp>
        <p:nvGrpSpPr>
          <p:cNvPr id="177" name="Группа 176">
            <a:extLst>
              <a:ext uri="{FF2B5EF4-FFF2-40B4-BE49-F238E27FC236}">
                <a16:creationId xmlns:a16="http://schemas.microsoft.com/office/drawing/2014/main" id="{0106FF85-2872-4DB3-83B6-439BAB1F4B00}"/>
              </a:ext>
            </a:extLst>
          </p:cNvPr>
          <p:cNvGrpSpPr/>
          <p:nvPr/>
        </p:nvGrpSpPr>
        <p:grpSpPr>
          <a:xfrm>
            <a:off x="6648501" y="2774682"/>
            <a:ext cx="846063" cy="904427"/>
            <a:chOff x="6648501" y="2774682"/>
            <a:chExt cx="846063" cy="904427"/>
          </a:xfrm>
        </p:grpSpPr>
        <p:pic>
          <p:nvPicPr>
            <p:cNvPr id="55" name="Vector 91 (Stroke) [Figma 9974:38995]" descr="Vector 91 (Stroke). векторный контур"/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6649065" y="3233954"/>
              <a:ext cx="398561" cy="414939"/>
            </a:xfrm>
            <a:prstGeom prst="rect">
              <a:avLst/>
            </a:prstGeom>
          </p:spPr>
        </p:pic>
        <p:pic>
          <p:nvPicPr>
            <p:cNvPr id="56" name="Union (Stroke) [Figma 9974:39002]" descr="Union (Stroke). векторный контур"/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6649065" y="2774682"/>
              <a:ext cx="845499" cy="904427"/>
            </a:xfrm>
            <a:prstGeom prst="rect">
              <a:avLst/>
            </a:prstGeom>
          </p:spPr>
        </p:pic>
        <p:pic>
          <p:nvPicPr>
            <p:cNvPr id="154" name="Vector 88 [Figma 9974:41598]" descr="Vector 88. градиент"/>
            <p:cNvPicPr>
              <a:picLocks noChangeAspect="1"/>
            </p:cNvPicPr>
            <p:nvPr/>
          </p:nvPicPr>
          <p:blipFill>
            <a:blip r:embed="rId202">
              <a:extLst>
                <a:ext uri="{96DAC541-7B7A-43D3-8B79-37D633B846F1}">
                  <asvg:svgBlip xmlns:asvg="http://schemas.microsoft.com/office/drawing/2016/SVG/main" r:embed="rId203"/>
                </a:ext>
              </a:extLst>
            </a:blip>
            <a:stretch>
              <a:fillRect/>
            </a:stretch>
          </p:blipFill>
          <p:spPr>
            <a:xfrm>
              <a:off x="6648501" y="2802066"/>
              <a:ext cx="403978" cy="458429"/>
            </a:xfrm>
            <a:prstGeom prst="rect">
              <a:avLst/>
            </a:prstGeom>
          </p:spPr>
        </p:pic>
        <p:pic>
          <p:nvPicPr>
            <p:cNvPr id="155" name="Vector 91 [Figma 9974:41599]" descr="Vector 91. градиент"/>
            <p:cNvPicPr>
              <a:picLocks noChangeAspect="1"/>
            </p:cNvPicPr>
            <p:nvPr/>
          </p:nvPicPr>
          <p:blipFill>
            <a:blip r:embed="rId204">
              <a:extLst>
                <a:ext uri="{96DAC541-7B7A-43D3-8B79-37D633B846F1}">
                  <asvg:svgBlip xmlns:asvg="http://schemas.microsoft.com/office/drawing/2016/SVG/main" r:embed="rId205"/>
                </a:ext>
              </a:extLst>
            </a:blip>
            <a:stretch>
              <a:fillRect/>
            </a:stretch>
          </p:blipFill>
          <p:spPr>
            <a:xfrm>
              <a:off x="6650609" y="3233855"/>
              <a:ext cx="399364" cy="415071"/>
            </a:xfrm>
            <a:prstGeom prst="rect">
              <a:avLst/>
            </a:prstGeom>
          </p:spPr>
        </p:pic>
        <p:pic>
          <p:nvPicPr>
            <p:cNvPr id="156" name="Vector 90 [Figma 9974:41600]" descr="Vector 90. градиент"/>
            <p:cNvPicPr>
              <a:picLocks noChangeAspect="1"/>
            </p:cNvPicPr>
            <p:nvPr/>
          </p:nvPicPr>
          <p:blipFill>
            <a:blip r:embed="rId206">
              <a:extLst>
                <a:ext uri="{96DAC541-7B7A-43D3-8B79-37D633B846F1}">
                  <asvg:svgBlip xmlns:asvg="http://schemas.microsoft.com/office/drawing/2016/SVG/main" r:embed="rId207"/>
                </a:ext>
              </a:extLst>
            </a:blip>
            <a:stretch>
              <a:fillRect/>
            </a:stretch>
          </p:blipFill>
          <p:spPr>
            <a:xfrm>
              <a:off x="6901558" y="3231672"/>
              <a:ext cx="577042" cy="432781"/>
            </a:xfrm>
            <a:prstGeom prst="rect">
              <a:avLst/>
            </a:prstGeom>
          </p:spPr>
        </p:pic>
        <p:pic>
          <p:nvPicPr>
            <p:cNvPr id="157" name="Vector 89 [Figma 9974:41601]" descr="Vector 89. градиент"/>
            <p:cNvPicPr>
              <a:picLocks noChangeAspect="1"/>
            </p:cNvPicPr>
            <p:nvPr/>
          </p:nvPicPr>
          <p:blipFill>
            <a:blip r:embed="rId208">
              <a:extLst>
                <a:ext uri="{96DAC541-7B7A-43D3-8B79-37D633B846F1}">
                  <asvg:svgBlip xmlns:asvg="http://schemas.microsoft.com/office/drawing/2016/SVG/main" r:embed="rId209"/>
                </a:ext>
              </a:extLst>
            </a:blip>
            <a:stretch>
              <a:fillRect/>
            </a:stretch>
          </p:blipFill>
          <p:spPr>
            <a:xfrm>
              <a:off x="6901502" y="2789019"/>
              <a:ext cx="578449" cy="472220"/>
            </a:xfrm>
            <a:prstGeom prst="rect">
              <a:avLst/>
            </a:prstGeom>
          </p:spPr>
        </p:pic>
      </p:grpSp>
      <p:grpSp>
        <p:nvGrpSpPr>
          <p:cNvPr id="176" name="Группа 175">
            <a:extLst>
              <a:ext uri="{FF2B5EF4-FFF2-40B4-BE49-F238E27FC236}">
                <a16:creationId xmlns:a16="http://schemas.microsoft.com/office/drawing/2014/main" id="{AFCFE253-34EA-47C0-8CBF-FEA100D4607D}"/>
              </a:ext>
            </a:extLst>
          </p:cNvPr>
          <p:cNvGrpSpPr/>
          <p:nvPr/>
        </p:nvGrpSpPr>
        <p:grpSpPr>
          <a:xfrm>
            <a:off x="8503510" y="2787134"/>
            <a:ext cx="962219" cy="874046"/>
            <a:chOff x="8503510" y="2787134"/>
            <a:chExt cx="962219" cy="874046"/>
          </a:xfrm>
        </p:grpSpPr>
        <p:pic>
          <p:nvPicPr>
            <p:cNvPr id="158" name="Vector 85 (Stroke) [Figma 9974:39026]" descr="Vector 85 (Stroke). векторный контур"/>
            <p:cNvPicPr>
              <a:picLocks noChangeAspect="1"/>
            </p:cNvPicPr>
            <p:nvPr/>
          </p:nvPicPr>
          <p:blipFill>
            <a:blip r:embed="rId210">
              <a:extLst>
                <a:ext uri="{96DAC541-7B7A-43D3-8B79-37D633B846F1}">
                  <asvg:svgBlip xmlns:asvg="http://schemas.microsoft.com/office/drawing/2016/SVG/main" r:embed="rId211"/>
                </a:ext>
              </a:extLst>
            </a:blip>
            <a:stretch>
              <a:fillRect/>
            </a:stretch>
          </p:blipFill>
          <p:spPr>
            <a:xfrm>
              <a:off x="8503510" y="3084733"/>
              <a:ext cx="422357" cy="576447"/>
            </a:xfrm>
            <a:prstGeom prst="rect">
              <a:avLst/>
            </a:prstGeom>
          </p:spPr>
        </p:pic>
        <p:pic>
          <p:nvPicPr>
            <p:cNvPr id="159" name="Vector 86 (Stroke) [Figma 9974:39027]" descr="Vector 86 (Stroke). векторный контур"/>
            <p:cNvPicPr>
              <a:picLocks noChangeAspect="1"/>
            </p:cNvPicPr>
            <p:nvPr/>
          </p:nvPicPr>
          <p:blipFill>
            <a:blip r:embed="rId212">
              <a:extLst>
                <a:ext uri="{96DAC541-7B7A-43D3-8B79-37D633B846F1}">
                  <asvg:svgBlip xmlns:asvg="http://schemas.microsoft.com/office/drawing/2016/SVG/main" r:embed="rId213"/>
                </a:ext>
              </a:extLst>
            </a:blip>
            <a:stretch>
              <a:fillRect/>
            </a:stretch>
          </p:blipFill>
          <p:spPr>
            <a:xfrm>
              <a:off x="9103242" y="3068660"/>
              <a:ext cx="362487" cy="494444"/>
            </a:xfrm>
            <a:prstGeom prst="rect">
              <a:avLst/>
            </a:prstGeom>
          </p:spPr>
        </p:pic>
        <p:pic>
          <p:nvPicPr>
            <p:cNvPr id="160" name="Union [Figma 9974:41608]" descr="Union. векторный контур"/>
            <p:cNvPicPr>
              <a:picLocks noChangeAspect="1"/>
            </p:cNvPicPr>
            <p:nvPr/>
          </p:nvPicPr>
          <p:blipFill>
            <a:blip r:embed="rId214">
              <a:extLst>
                <a:ext uri="{96DAC541-7B7A-43D3-8B79-37D633B846F1}">
                  <asvg:svgBlip xmlns:asvg="http://schemas.microsoft.com/office/drawing/2016/SVG/main" r:embed="rId215"/>
                </a:ext>
              </a:extLst>
            </a:blip>
            <a:stretch>
              <a:fillRect/>
            </a:stretch>
          </p:blipFill>
          <p:spPr>
            <a:xfrm>
              <a:off x="8832908" y="3018060"/>
              <a:ext cx="302411" cy="631958"/>
            </a:xfrm>
            <a:prstGeom prst="rect">
              <a:avLst/>
            </a:prstGeom>
          </p:spPr>
        </p:pic>
        <p:pic>
          <p:nvPicPr>
            <p:cNvPr id="161" name="Union [Figma 9974:41617]" descr="Union. векторный контур"/>
            <p:cNvPicPr>
              <a:picLocks noChangeAspect="1"/>
            </p:cNvPicPr>
            <p:nvPr/>
          </p:nvPicPr>
          <p:blipFill>
            <a:blip r:embed="rId216">
              <a:extLst>
                <a:ext uri="{96DAC541-7B7A-43D3-8B79-37D633B846F1}">
                  <asvg:svgBlip xmlns:asvg="http://schemas.microsoft.com/office/drawing/2016/SVG/main" r:embed="rId217"/>
                </a:ext>
              </a:extLst>
            </a:blip>
            <a:stretch>
              <a:fillRect/>
            </a:stretch>
          </p:blipFill>
          <p:spPr>
            <a:xfrm>
              <a:off x="8835699" y="2788176"/>
              <a:ext cx="296830" cy="220756"/>
            </a:xfrm>
            <a:prstGeom prst="rect">
              <a:avLst/>
            </a:prstGeom>
          </p:spPr>
        </p:pic>
        <p:pic>
          <p:nvPicPr>
            <p:cNvPr id="162" name="Union [Figma 9974:41627]" descr="Union. векторный контур"/>
            <p:cNvPicPr>
              <a:picLocks noChangeAspect="1"/>
            </p:cNvPicPr>
            <p:nvPr/>
          </p:nvPicPr>
          <p:blipFill>
            <a:blip r:embed="rId218">
              <a:extLst>
                <a:ext uri="{96DAC541-7B7A-43D3-8B79-37D633B846F1}">
                  <asvg:svgBlip xmlns:asvg="http://schemas.microsoft.com/office/drawing/2016/SVG/main" r:embed="rId219"/>
                </a:ext>
              </a:extLst>
            </a:blip>
            <a:stretch>
              <a:fillRect/>
            </a:stretch>
          </p:blipFill>
          <p:spPr>
            <a:xfrm>
              <a:off x="8520861" y="2792343"/>
              <a:ext cx="297593" cy="216589"/>
            </a:xfrm>
            <a:prstGeom prst="rect">
              <a:avLst/>
            </a:prstGeom>
          </p:spPr>
        </p:pic>
        <p:pic>
          <p:nvPicPr>
            <p:cNvPr id="163" name="Union [Figma 9974:41638]" descr="Union. векторный контур"/>
            <p:cNvPicPr>
              <a:picLocks noChangeAspect="1"/>
            </p:cNvPicPr>
            <p:nvPr/>
          </p:nvPicPr>
          <p:blipFill>
            <a:blip r:embed="rId220">
              <a:extLst>
                <a:ext uri="{96DAC541-7B7A-43D3-8B79-37D633B846F1}">
                  <asvg:svgBlip xmlns:asvg="http://schemas.microsoft.com/office/drawing/2016/SVG/main" r:embed="rId221"/>
                </a:ext>
              </a:extLst>
            </a:blip>
            <a:stretch>
              <a:fillRect/>
            </a:stretch>
          </p:blipFill>
          <p:spPr>
            <a:xfrm>
              <a:off x="8517543" y="3018060"/>
              <a:ext cx="456854" cy="630519"/>
            </a:xfrm>
            <a:prstGeom prst="rect">
              <a:avLst/>
            </a:prstGeom>
          </p:spPr>
        </p:pic>
        <p:pic>
          <p:nvPicPr>
            <p:cNvPr id="164" name="Union [Figma 9974:41650]" descr="Union. векторный контур"/>
            <p:cNvPicPr>
              <a:picLocks noChangeAspect="1"/>
            </p:cNvPicPr>
            <p:nvPr/>
          </p:nvPicPr>
          <p:blipFill>
            <a:blip r:embed="rId222">
              <a:extLst>
                <a:ext uri="{96DAC541-7B7A-43D3-8B79-37D633B846F1}">
                  <asvg:svgBlip xmlns:asvg="http://schemas.microsoft.com/office/drawing/2016/SVG/main" r:embed="rId223"/>
                </a:ext>
              </a:extLst>
            </a:blip>
            <a:stretch>
              <a:fillRect/>
            </a:stretch>
          </p:blipFill>
          <p:spPr>
            <a:xfrm>
              <a:off x="8676568" y="2787134"/>
              <a:ext cx="297271" cy="218226"/>
            </a:xfrm>
            <a:prstGeom prst="rect">
              <a:avLst/>
            </a:prstGeom>
          </p:spPr>
        </p:pic>
        <p:pic>
          <p:nvPicPr>
            <p:cNvPr id="165" name="Union [Figma 9974:41663]" descr="Union. векторный контур"/>
            <p:cNvPicPr>
              <a:picLocks noChangeAspect="1"/>
            </p:cNvPicPr>
            <p:nvPr/>
          </p:nvPicPr>
          <p:blipFill>
            <a:blip r:embed="rId224">
              <a:extLst>
                <a:ext uri="{96DAC541-7B7A-43D3-8B79-37D633B846F1}">
                  <asvg:svgBlip xmlns:asvg="http://schemas.microsoft.com/office/drawing/2016/SVG/main" r:embed="rId225"/>
                </a:ext>
              </a:extLst>
            </a:blip>
            <a:stretch>
              <a:fillRect/>
            </a:stretch>
          </p:blipFill>
          <p:spPr>
            <a:xfrm>
              <a:off x="8994389" y="2787134"/>
              <a:ext cx="302796" cy="221798"/>
            </a:xfrm>
            <a:prstGeom prst="rect">
              <a:avLst/>
            </a:prstGeom>
          </p:spPr>
        </p:pic>
        <p:pic>
          <p:nvPicPr>
            <p:cNvPr id="166" name="Union [Figma 9974:41677]" descr="Union. векторный контур"/>
            <p:cNvPicPr>
              <a:picLocks noChangeAspect="1"/>
            </p:cNvPicPr>
            <p:nvPr/>
          </p:nvPicPr>
          <p:blipFill>
            <a:blip r:embed="rId226">
              <a:extLst>
                <a:ext uri="{96DAC541-7B7A-43D3-8B79-37D633B846F1}">
                  <asvg:svgBlip xmlns:asvg="http://schemas.microsoft.com/office/drawing/2016/SVG/main" r:embed="rId227"/>
                </a:ext>
              </a:extLst>
            </a:blip>
            <a:stretch>
              <a:fillRect/>
            </a:stretch>
          </p:blipFill>
          <p:spPr>
            <a:xfrm>
              <a:off x="8993825" y="3018060"/>
              <a:ext cx="460202" cy="630519"/>
            </a:xfrm>
            <a:prstGeom prst="rect">
              <a:avLst/>
            </a:prstGeom>
          </p:spPr>
        </p:pic>
        <p:pic>
          <p:nvPicPr>
            <p:cNvPr id="167" name="Union [Figma 9974:41692]" descr="Union. векторный контур"/>
            <p:cNvPicPr>
              <a:picLocks noChangeAspect="1"/>
            </p:cNvPicPr>
            <p:nvPr/>
          </p:nvPicPr>
          <p:blipFill>
            <a:blip r:embed="rId228">
              <a:extLst>
                <a:ext uri="{96DAC541-7B7A-43D3-8B79-37D633B846F1}">
                  <asvg:svgBlip xmlns:asvg="http://schemas.microsoft.com/office/drawing/2016/SVG/main" r:embed="rId229"/>
                </a:ext>
              </a:extLst>
            </a:blip>
            <a:stretch>
              <a:fillRect/>
            </a:stretch>
          </p:blipFill>
          <p:spPr>
            <a:xfrm>
              <a:off x="9149762" y="2789912"/>
              <a:ext cx="300942" cy="219020"/>
            </a:xfrm>
            <a:prstGeom prst="rect">
              <a:avLst/>
            </a:prstGeom>
          </p:spPr>
        </p:pic>
      </p:grpSp>
      <p:sp>
        <p:nvSpPr>
          <p:cNvPr id="169" name="Заголовок 168">
            <a:extLst>
              <a:ext uri="{FF2B5EF4-FFF2-40B4-BE49-F238E27FC236}">
                <a16:creationId xmlns:a16="http://schemas.microsoft.com/office/drawing/2014/main" id="{1AFF369D-50E0-4069-BCEC-0A201E057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effectLst/>
              </a:rPr>
              <a:t>Иллюстрации другое</a:t>
            </a:r>
            <a:endParaRPr lang="ru-RU" dirty="0"/>
          </a:p>
        </p:txBody>
      </p:sp>
      <p:grpSp>
        <p:nvGrpSpPr>
          <p:cNvPr id="211" name="Группа 210">
            <a:extLst>
              <a:ext uri="{FF2B5EF4-FFF2-40B4-BE49-F238E27FC236}">
                <a16:creationId xmlns:a16="http://schemas.microsoft.com/office/drawing/2014/main" id="{4E5234FD-3521-44F4-98D4-BBDFC93B4FE8}"/>
              </a:ext>
            </a:extLst>
          </p:cNvPr>
          <p:cNvGrpSpPr/>
          <p:nvPr/>
        </p:nvGrpSpPr>
        <p:grpSpPr>
          <a:xfrm>
            <a:off x="2761660" y="5331535"/>
            <a:ext cx="891923" cy="889474"/>
            <a:chOff x="2761660" y="5331535"/>
            <a:chExt cx="891923" cy="889474"/>
          </a:xfrm>
        </p:grpSpPr>
        <p:pic>
          <p:nvPicPr>
            <p:cNvPr id="212" name="Subtract [Figma 10019:20936]" descr="Subtract. векторный контур">
              <a:extLst>
                <a:ext uri="{FF2B5EF4-FFF2-40B4-BE49-F238E27FC236}">
                  <a16:creationId xmlns:a16="http://schemas.microsoft.com/office/drawing/2014/main" id="{7FF8619B-42AF-4E1E-BA26-14C196D6DD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30">
              <a:extLst>
                <a:ext uri="{96DAC541-7B7A-43D3-8B79-37D633B846F1}">
                  <asvg:svgBlip xmlns:asvg="http://schemas.microsoft.com/office/drawing/2016/SVG/main" r:embed="rId231"/>
                </a:ext>
              </a:extLst>
            </a:blip>
            <a:stretch>
              <a:fillRect/>
            </a:stretch>
          </p:blipFill>
          <p:spPr>
            <a:xfrm>
              <a:off x="2764010" y="5331535"/>
              <a:ext cx="889573" cy="889474"/>
            </a:xfrm>
            <a:prstGeom prst="rect">
              <a:avLst/>
            </a:prstGeom>
          </p:spPr>
        </p:pic>
        <p:pic>
          <p:nvPicPr>
            <p:cNvPr id="213" name="Subtract [Figma 10019:20929]" descr="Subtract. векторный контур">
              <a:extLst>
                <a:ext uri="{FF2B5EF4-FFF2-40B4-BE49-F238E27FC236}">
                  <a16:creationId xmlns:a16="http://schemas.microsoft.com/office/drawing/2014/main" id="{D6B71787-D003-4A5F-BEF7-DB8CE0F033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32">
              <a:extLst>
                <a:ext uri="{96DAC541-7B7A-43D3-8B79-37D633B846F1}">
                  <asvg:svgBlip xmlns:asvg="http://schemas.microsoft.com/office/drawing/2016/SVG/main" r:embed="rId233"/>
                </a:ext>
              </a:extLst>
            </a:blip>
            <a:stretch>
              <a:fillRect/>
            </a:stretch>
          </p:blipFill>
          <p:spPr>
            <a:xfrm>
              <a:off x="3007307" y="5574764"/>
              <a:ext cx="403010" cy="403016"/>
            </a:xfrm>
            <a:prstGeom prst="rect">
              <a:avLst/>
            </a:prstGeom>
          </p:spPr>
        </p:pic>
        <p:pic>
          <p:nvPicPr>
            <p:cNvPr id="214" name="Vector (Stroke) [Figma 10019:20939]" descr="Vector (Stroke). векторный контур">
              <a:extLst>
                <a:ext uri="{FF2B5EF4-FFF2-40B4-BE49-F238E27FC236}">
                  <a16:creationId xmlns:a16="http://schemas.microsoft.com/office/drawing/2014/main" id="{5398E8CE-4C6A-4C59-91AE-51DD29AC9A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4">
              <a:extLst>
                <a:ext uri="{96DAC541-7B7A-43D3-8B79-37D633B846F1}">
                  <asvg:svgBlip xmlns:asvg="http://schemas.microsoft.com/office/drawing/2016/SVG/main" r:embed="rId235"/>
                </a:ext>
              </a:extLst>
            </a:blip>
            <a:stretch>
              <a:fillRect/>
            </a:stretch>
          </p:blipFill>
          <p:spPr>
            <a:xfrm>
              <a:off x="3067941" y="5527586"/>
              <a:ext cx="201918" cy="547079"/>
            </a:xfrm>
            <a:prstGeom prst="rect">
              <a:avLst/>
            </a:prstGeom>
          </p:spPr>
        </p:pic>
        <p:pic>
          <p:nvPicPr>
            <p:cNvPr id="215" name="Vector (Stroke) [Figma 10019:20940]" descr="Vector (Stroke). векторный контур">
              <a:extLst>
                <a:ext uri="{FF2B5EF4-FFF2-40B4-BE49-F238E27FC236}">
                  <a16:creationId xmlns:a16="http://schemas.microsoft.com/office/drawing/2014/main" id="{DAC24AC5-55E6-4E45-A8AA-61F91113CE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36">
              <a:extLst>
                <a:ext uri="{96DAC541-7B7A-43D3-8B79-37D633B846F1}">
                  <asvg:svgBlip xmlns:asvg="http://schemas.microsoft.com/office/drawing/2016/SVG/main" r:embed="rId237"/>
                </a:ext>
              </a:extLst>
            </a:blip>
            <a:stretch>
              <a:fillRect/>
            </a:stretch>
          </p:blipFill>
          <p:spPr>
            <a:xfrm>
              <a:off x="2948906" y="5424153"/>
              <a:ext cx="158256" cy="654331"/>
            </a:xfrm>
            <a:prstGeom prst="rect">
              <a:avLst/>
            </a:prstGeom>
          </p:spPr>
        </p:pic>
        <p:pic>
          <p:nvPicPr>
            <p:cNvPr id="216" name="Union [Figma 10019:20941]" descr="Union. векторный контур">
              <a:extLst>
                <a:ext uri="{FF2B5EF4-FFF2-40B4-BE49-F238E27FC236}">
                  <a16:creationId xmlns:a16="http://schemas.microsoft.com/office/drawing/2014/main" id="{EABEB546-AD27-409C-AF33-7E5761EC7C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38">
              <a:extLst>
                <a:ext uri="{96DAC541-7B7A-43D3-8B79-37D633B846F1}">
                  <asvg:svgBlip xmlns:asvg="http://schemas.microsoft.com/office/drawing/2016/SVG/main" r:embed="rId239"/>
                </a:ext>
              </a:extLst>
            </a:blip>
            <a:stretch>
              <a:fillRect/>
            </a:stretch>
          </p:blipFill>
          <p:spPr>
            <a:xfrm>
              <a:off x="2958015" y="5451537"/>
              <a:ext cx="302740" cy="617820"/>
            </a:xfrm>
            <a:prstGeom prst="rect">
              <a:avLst/>
            </a:prstGeom>
          </p:spPr>
        </p:pic>
        <p:pic>
          <p:nvPicPr>
            <p:cNvPr id="217" name="Subtract (Stroke) [Figma 9971:37277]" descr="Subtract (Stroke). векторный контур">
              <a:extLst>
                <a:ext uri="{FF2B5EF4-FFF2-40B4-BE49-F238E27FC236}">
                  <a16:creationId xmlns:a16="http://schemas.microsoft.com/office/drawing/2014/main" id="{9D1CD3F4-26AA-4954-B154-C279DEF838EB}"/>
                </a:ext>
              </a:extLst>
            </p:cNvPr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2761660" y="5331535"/>
              <a:ext cx="889582" cy="791777"/>
            </a:xfrm>
            <a:prstGeom prst="rect">
              <a:avLst/>
            </a:prstGeom>
          </p:spPr>
        </p:pic>
        <p:pic>
          <p:nvPicPr>
            <p:cNvPr id="218" name="Ellipse 78 (Stroke) (Stroke) [Figma 9971:37279]" descr="Ellipse 78 (Stroke) (Stroke). векторный контур">
              <a:extLst>
                <a:ext uri="{FF2B5EF4-FFF2-40B4-BE49-F238E27FC236}">
                  <a16:creationId xmlns:a16="http://schemas.microsoft.com/office/drawing/2014/main" id="{F0161E31-B88C-4B66-AA6C-F1C8C36AE7BC}"/>
                </a:ext>
              </a:extLst>
            </p:cNvPr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3081769" y="5529372"/>
              <a:ext cx="181081" cy="428103"/>
            </a:xfrm>
            <a:prstGeom prst="rect">
              <a:avLst/>
            </a:prstGeom>
          </p:spPr>
        </p:pic>
        <p:pic>
          <p:nvPicPr>
            <p:cNvPr id="219" name="Vector (Stroke) [Figma 9971:37283]" descr="Vector (Stroke). векторный контур">
              <a:extLst>
                <a:ext uri="{FF2B5EF4-FFF2-40B4-BE49-F238E27FC236}">
                  <a16:creationId xmlns:a16="http://schemas.microsoft.com/office/drawing/2014/main" id="{0563C65C-4D5F-4548-8FB6-084465BA16E3}"/>
                </a:ext>
              </a:extLst>
            </p:cNvPr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3074706" y="5529372"/>
              <a:ext cx="188144" cy="536171"/>
            </a:xfrm>
            <a:prstGeom prst="rect">
              <a:avLst/>
            </a:prstGeom>
          </p:spPr>
        </p:pic>
        <p:pic>
          <p:nvPicPr>
            <p:cNvPr id="220" name="Union [Figma 9974:39725]" descr="Union. векторный контур">
              <a:extLst>
                <a:ext uri="{FF2B5EF4-FFF2-40B4-BE49-F238E27FC236}">
                  <a16:creationId xmlns:a16="http://schemas.microsoft.com/office/drawing/2014/main" id="{5B092D2B-3EA3-414E-9A36-7674C204EB3E}"/>
                </a:ext>
              </a:extLst>
            </p:cNvPr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3081564" y="5529372"/>
              <a:ext cx="181287" cy="428103"/>
            </a:xfrm>
            <a:prstGeom prst="rect">
              <a:avLst/>
            </a:prstGeom>
          </p:spPr>
        </p:pic>
        <p:pic>
          <p:nvPicPr>
            <p:cNvPr id="221" name="Vector (Stroke) [Figma 9971:37286]" descr="Vector (Stroke). векторный контур">
              <a:extLst>
                <a:ext uri="{FF2B5EF4-FFF2-40B4-BE49-F238E27FC236}">
                  <a16:creationId xmlns:a16="http://schemas.microsoft.com/office/drawing/2014/main" id="{20D870A4-C1FB-45BB-8284-25447B476F5F}"/>
                </a:ext>
              </a:extLst>
            </p:cNvPr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3081564" y="5529372"/>
              <a:ext cx="181287" cy="423875"/>
            </a:xfrm>
            <a:prstGeom prst="rect">
              <a:avLst/>
            </a:prstGeom>
          </p:spPr>
        </p:pic>
        <p:pic>
          <p:nvPicPr>
            <p:cNvPr id="222" name="Vector [Figma 9974:40161]" descr="Vector. векторный контур">
              <a:extLst>
                <a:ext uri="{FF2B5EF4-FFF2-40B4-BE49-F238E27FC236}">
                  <a16:creationId xmlns:a16="http://schemas.microsoft.com/office/drawing/2014/main" id="{AE787A1B-4DC4-4158-91BC-497645F3D14D}"/>
                </a:ext>
              </a:extLst>
            </p:cNvPr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3084559" y="5529372"/>
              <a:ext cx="178291" cy="428103"/>
            </a:xfrm>
            <a:prstGeom prst="rect">
              <a:avLst/>
            </a:prstGeom>
          </p:spPr>
        </p:pic>
      </p:grpSp>
      <p:grpSp>
        <p:nvGrpSpPr>
          <p:cNvPr id="223" name="Группа 222">
            <a:extLst>
              <a:ext uri="{FF2B5EF4-FFF2-40B4-BE49-F238E27FC236}">
                <a16:creationId xmlns:a16="http://schemas.microsoft.com/office/drawing/2014/main" id="{BC73C357-317C-4332-8898-256045E64E26}"/>
              </a:ext>
            </a:extLst>
          </p:cNvPr>
          <p:cNvGrpSpPr/>
          <p:nvPr/>
        </p:nvGrpSpPr>
        <p:grpSpPr>
          <a:xfrm>
            <a:off x="6682241" y="5345773"/>
            <a:ext cx="762031" cy="873731"/>
            <a:chOff x="6682241" y="5345773"/>
            <a:chExt cx="762031" cy="873731"/>
          </a:xfrm>
        </p:grpSpPr>
        <p:pic>
          <p:nvPicPr>
            <p:cNvPr id="224" name="Rectangle 53 (Stroke) [Figma 9971:37229]" descr="Rectangle 53 (Stroke). векторный контур">
              <a:extLst>
                <a:ext uri="{FF2B5EF4-FFF2-40B4-BE49-F238E27FC236}">
                  <a16:creationId xmlns:a16="http://schemas.microsoft.com/office/drawing/2014/main" id="{1EEA87CB-E314-4492-873F-61EBDD68DBA6}"/>
                </a:ext>
              </a:extLst>
            </p:cNvPr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7125495" y="5630523"/>
              <a:ext cx="318777" cy="588981"/>
            </a:xfrm>
            <a:prstGeom prst="rect">
              <a:avLst/>
            </a:prstGeom>
          </p:spPr>
        </p:pic>
        <p:pic>
          <p:nvPicPr>
            <p:cNvPr id="225" name="Vector 99 [Figma 9971:37224]" descr="Vector 99. векторный контур">
              <a:extLst>
                <a:ext uri="{FF2B5EF4-FFF2-40B4-BE49-F238E27FC236}">
                  <a16:creationId xmlns:a16="http://schemas.microsoft.com/office/drawing/2014/main" id="{2A120FB3-A50E-4E1B-A3BA-639026A41A19}"/>
                </a:ext>
              </a:extLst>
            </p:cNvPr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6991907" y="5815710"/>
              <a:ext cx="133588" cy="48552"/>
            </a:xfrm>
            <a:prstGeom prst="rect">
              <a:avLst/>
            </a:prstGeom>
          </p:spPr>
        </p:pic>
        <p:pic>
          <p:nvPicPr>
            <p:cNvPr id="226" name="Vector 99 (Stroke) [Figma 9971:37225]" descr="Vector 99 (Stroke). векторный контур">
              <a:extLst>
                <a:ext uri="{FF2B5EF4-FFF2-40B4-BE49-F238E27FC236}">
                  <a16:creationId xmlns:a16="http://schemas.microsoft.com/office/drawing/2014/main" id="{260F3E4B-CB06-4556-BABE-7C81DDE51357}"/>
                </a:ext>
              </a:extLst>
            </p:cNvPr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6682241" y="5822408"/>
              <a:ext cx="121435" cy="70188"/>
            </a:xfrm>
            <a:prstGeom prst="rect">
              <a:avLst/>
            </a:prstGeom>
          </p:spPr>
        </p:pic>
        <p:pic>
          <p:nvPicPr>
            <p:cNvPr id="227" name="Rectangle 53 [Figma 9971:37228]" descr="Rectangle 53. векторный контур">
              <a:extLst>
                <a:ext uri="{FF2B5EF4-FFF2-40B4-BE49-F238E27FC236}">
                  <a16:creationId xmlns:a16="http://schemas.microsoft.com/office/drawing/2014/main" id="{AD5B16E1-E995-4BC6-A3BD-AFE9E9F108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40">
              <a:extLst>
                <a:ext uri="{96DAC541-7B7A-43D3-8B79-37D633B846F1}">
                  <asvg:svgBlip xmlns:asvg="http://schemas.microsoft.com/office/drawing/2016/SVG/main" r:embed="rId241"/>
                </a:ext>
              </a:extLst>
            </a:blip>
            <a:stretch>
              <a:fillRect/>
            </a:stretch>
          </p:blipFill>
          <p:spPr>
            <a:xfrm>
              <a:off x="7389622" y="5645753"/>
              <a:ext cx="30360" cy="30360"/>
            </a:xfrm>
            <a:prstGeom prst="rect">
              <a:avLst/>
            </a:prstGeom>
          </p:spPr>
        </p:pic>
        <p:pic>
          <p:nvPicPr>
            <p:cNvPr id="228" name="Rectangle 53 [Figma 10019:20836]" descr="Rectangle 53. векторный контур">
              <a:extLst>
                <a:ext uri="{FF2B5EF4-FFF2-40B4-BE49-F238E27FC236}">
                  <a16:creationId xmlns:a16="http://schemas.microsoft.com/office/drawing/2014/main" id="{1581CF69-A926-4E32-9401-7E46F7903D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42">
              <a:extLst>
                <a:ext uri="{96DAC541-7B7A-43D3-8B79-37D633B846F1}">
                  <asvg:svgBlip xmlns:asvg="http://schemas.microsoft.com/office/drawing/2016/SVG/main" r:embed="rId243"/>
                </a:ext>
              </a:extLst>
            </a:blip>
            <a:stretch>
              <a:fillRect/>
            </a:stretch>
          </p:blipFill>
          <p:spPr>
            <a:xfrm>
              <a:off x="7134605" y="5630523"/>
              <a:ext cx="300563" cy="579969"/>
            </a:xfrm>
            <a:prstGeom prst="rect">
              <a:avLst/>
            </a:prstGeom>
          </p:spPr>
        </p:pic>
        <p:pic>
          <p:nvPicPr>
            <p:cNvPr id="229" name="Rectangle 52 [Figma 10019:20850]" descr="Rectangle 52. векторный контур">
              <a:extLst>
                <a:ext uri="{FF2B5EF4-FFF2-40B4-BE49-F238E27FC236}">
                  <a16:creationId xmlns:a16="http://schemas.microsoft.com/office/drawing/2014/main" id="{653E58D4-DE3B-4864-88EA-FB42F07BE4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44">
              <a:extLst>
                <a:ext uri="{96DAC541-7B7A-43D3-8B79-37D633B846F1}">
                  <asvg:svgBlip xmlns:asvg="http://schemas.microsoft.com/office/drawing/2016/SVG/main" r:embed="rId245"/>
                </a:ext>
              </a:extLst>
            </a:blip>
            <a:stretch>
              <a:fillRect/>
            </a:stretch>
          </p:blipFill>
          <p:spPr>
            <a:xfrm>
              <a:off x="6991907" y="5815760"/>
              <a:ext cx="133589" cy="394732"/>
            </a:xfrm>
            <a:prstGeom prst="rect">
              <a:avLst/>
            </a:prstGeom>
          </p:spPr>
        </p:pic>
        <p:pic>
          <p:nvPicPr>
            <p:cNvPr id="230" name="Vector 99 [Figma 10019:20860]" descr="Vector 99. векторный контур">
              <a:extLst>
                <a:ext uri="{FF2B5EF4-FFF2-40B4-BE49-F238E27FC236}">
                  <a16:creationId xmlns:a16="http://schemas.microsoft.com/office/drawing/2014/main" id="{61FC0253-13F7-48EE-B469-8ECCAC77B5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46">
              <a:extLst>
                <a:ext uri="{96DAC541-7B7A-43D3-8B79-37D633B846F1}">
                  <asvg:svgBlip xmlns:asvg="http://schemas.microsoft.com/office/drawing/2016/SVG/main" r:embed="rId247"/>
                </a:ext>
              </a:extLst>
            </a:blip>
            <a:stretch>
              <a:fillRect/>
            </a:stretch>
          </p:blipFill>
          <p:spPr>
            <a:xfrm>
              <a:off x="6803669" y="5345773"/>
              <a:ext cx="385579" cy="639846"/>
            </a:xfrm>
            <a:prstGeom prst="rect">
              <a:avLst/>
            </a:prstGeom>
          </p:spPr>
        </p:pic>
        <p:pic>
          <p:nvPicPr>
            <p:cNvPr id="231" name="Vector 98 [Figma 10019:20869]" descr="Vector 98. векторный контур">
              <a:extLst>
                <a:ext uri="{FF2B5EF4-FFF2-40B4-BE49-F238E27FC236}">
                  <a16:creationId xmlns:a16="http://schemas.microsoft.com/office/drawing/2014/main" id="{816D9AD5-CF57-4A89-83EC-C2466DF725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48">
              <a:extLst>
                <a:ext uri="{96DAC541-7B7A-43D3-8B79-37D633B846F1}">
                  <asvg:svgBlip xmlns:asvg="http://schemas.microsoft.com/office/drawing/2016/SVG/main" r:embed="rId249"/>
                </a:ext>
              </a:extLst>
            </a:blip>
            <a:stretch>
              <a:fillRect/>
            </a:stretch>
          </p:blipFill>
          <p:spPr>
            <a:xfrm>
              <a:off x="6682241" y="5822457"/>
              <a:ext cx="385573" cy="388035"/>
            </a:xfrm>
            <a:prstGeom prst="rect">
              <a:avLst/>
            </a:prstGeom>
          </p:spPr>
        </p:pic>
      </p:grpSp>
      <p:grpSp>
        <p:nvGrpSpPr>
          <p:cNvPr id="232" name="Группа 231">
            <a:extLst>
              <a:ext uri="{FF2B5EF4-FFF2-40B4-BE49-F238E27FC236}">
                <a16:creationId xmlns:a16="http://schemas.microsoft.com/office/drawing/2014/main" id="{A9367F91-DA63-4FEB-9304-4CCC044E31FD}"/>
              </a:ext>
            </a:extLst>
          </p:cNvPr>
          <p:cNvGrpSpPr/>
          <p:nvPr/>
        </p:nvGrpSpPr>
        <p:grpSpPr>
          <a:xfrm>
            <a:off x="4802712" y="2777559"/>
            <a:ext cx="637874" cy="875633"/>
            <a:chOff x="4802712" y="2777559"/>
            <a:chExt cx="637874" cy="875633"/>
          </a:xfrm>
        </p:grpSpPr>
        <p:pic>
          <p:nvPicPr>
            <p:cNvPr id="233" name="Vector 138 [Figma 9974:38950]" descr="Vector 138. векторный контур">
              <a:extLst>
                <a:ext uri="{FF2B5EF4-FFF2-40B4-BE49-F238E27FC236}">
                  <a16:creationId xmlns:a16="http://schemas.microsoft.com/office/drawing/2014/main" id="{9CC3281A-FEDB-468B-A2AF-8F5F6921444F}"/>
                </a:ext>
              </a:extLst>
            </p:cNvPr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4949652" y="2815708"/>
              <a:ext cx="430047" cy="371294"/>
            </a:xfrm>
            <a:prstGeom prst="rect">
              <a:avLst/>
            </a:prstGeom>
          </p:spPr>
        </p:pic>
        <p:pic>
          <p:nvPicPr>
            <p:cNvPr id="234" name="Vector 135 (Stroke) [Figma 9974:38953]" descr="Vector 135 (Stroke). векторный контур">
              <a:extLst>
                <a:ext uri="{FF2B5EF4-FFF2-40B4-BE49-F238E27FC236}">
                  <a16:creationId xmlns:a16="http://schemas.microsoft.com/office/drawing/2014/main" id="{F71CEA26-9DFA-41BC-A2AB-18F3C6EAA681}"/>
                </a:ext>
              </a:extLst>
            </p:cNvPr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4949652" y="2815708"/>
              <a:ext cx="430047" cy="134381"/>
            </a:xfrm>
            <a:prstGeom prst="rect">
              <a:avLst/>
            </a:prstGeom>
          </p:spPr>
        </p:pic>
        <p:pic>
          <p:nvPicPr>
            <p:cNvPr id="235" name="Vector 136 (Stroke) [Figma 9974:38957]" descr="Vector 136 (Stroke). векторный контур">
              <a:extLst>
                <a:ext uri="{FF2B5EF4-FFF2-40B4-BE49-F238E27FC236}">
                  <a16:creationId xmlns:a16="http://schemas.microsoft.com/office/drawing/2014/main" id="{45428B09-4F52-4BBD-BC1D-B128987EF4FA}"/>
                </a:ext>
              </a:extLst>
            </p:cNvPr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4949652" y="2815708"/>
              <a:ext cx="428750" cy="135197"/>
            </a:xfrm>
            <a:prstGeom prst="rect">
              <a:avLst/>
            </a:prstGeom>
          </p:spPr>
        </p:pic>
        <p:pic>
          <p:nvPicPr>
            <p:cNvPr id="236" name="Rectangle 83 (Stroke) [Figma 9974:38959]" descr="Rectangle 83 (Stroke). векторный контур">
              <a:extLst>
                <a:ext uri="{FF2B5EF4-FFF2-40B4-BE49-F238E27FC236}">
                  <a16:creationId xmlns:a16="http://schemas.microsoft.com/office/drawing/2014/main" id="{DE7C4F15-AC47-4F7F-90CB-3BFB7F0AE286}"/>
                </a:ext>
              </a:extLst>
            </p:cNvPr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4949652" y="2815708"/>
              <a:ext cx="430047" cy="691160"/>
            </a:xfrm>
            <a:prstGeom prst="rect">
              <a:avLst/>
            </a:prstGeom>
          </p:spPr>
        </p:pic>
        <p:pic>
          <p:nvPicPr>
            <p:cNvPr id="237" name="Ellipse 84 (Stroke) [Figma 9974:38963]" descr="Ellipse 84 (Stroke). векторный контур">
              <a:extLst>
                <a:ext uri="{FF2B5EF4-FFF2-40B4-BE49-F238E27FC236}">
                  <a16:creationId xmlns:a16="http://schemas.microsoft.com/office/drawing/2014/main" id="{35877A46-663B-4F92-B928-1300B064347D}"/>
                </a:ext>
              </a:extLst>
            </p:cNvPr>
            <p:cNvPicPr>
              <a:picLocks noChangeAspect="1"/>
            </p:cNvPicPr>
            <p:nvPr/>
          </p:nvPicPr>
          <p:blipFill>
            <a:blip r:embed="rId85"/>
            <a:stretch>
              <a:fillRect/>
            </a:stretch>
          </p:blipFill>
          <p:spPr>
            <a:xfrm>
              <a:off x="4949652" y="2815708"/>
              <a:ext cx="430047" cy="482936"/>
            </a:xfrm>
            <a:prstGeom prst="rect">
              <a:avLst/>
            </a:prstGeom>
          </p:spPr>
        </p:pic>
        <p:pic>
          <p:nvPicPr>
            <p:cNvPr id="238" name="Vector 133 [Figma 9974:41130]" descr="Vector 133. векторный контур">
              <a:extLst>
                <a:ext uri="{FF2B5EF4-FFF2-40B4-BE49-F238E27FC236}">
                  <a16:creationId xmlns:a16="http://schemas.microsoft.com/office/drawing/2014/main" id="{2406331F-11CA-4A91-AEDE-64A56809B2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50">
              <a:extLst>
                <a:ext uri="{96DAC541-7B7A-43D3-8B79-37D633B846F1}">
                  <asvg:svgBlip xmlns:asvg="http://schemas.microsoft.com/office/drawing/2016/SVG/main" r:embed="rId251"/>
                </a:ext>
              </a:extLst>
            </a:blip>
            <a:stretch>
              <a:fillRect/>
            </a:stretch>
          </p:blipFill>
          <p:spPr>
            <a:xfrm>
              <a:off x="4802712" y="2777559"/>
              <a:ext cx="637874" cy="875633"/>
            </a:xfrm>
            <a:prstGeom prst="rect">
              <a:avLst/>
            </a:prstGeom>
          </p:spPr>
        </p:pic>
        <p:pic>
          <p:nvPicPr>
            <p:cNvPr id="239" name="Vector 135 [Figma 9974:38952]" descr="Vector 135. векторный контур">
              <a:extLst>
                <a:ext uri="{FF2B5EF4-FFF2-40B4-BE49-F238E27FC236}">
                  <a16:creationId xmlns:a16="http://schemas.microsoft.com/office/drawing/2014/main" id="{F628831D-0CAB-41AC-AFDB-01C3013E38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52">
              <a:extLst>
                <a:ext uri="{96DAC541-7B7A-43D3-8B79-37D633B846F1}">
                  <asvg:svgBlip xmlns:asvg="http://schemas.microsoft.com/office/drawing/2016/SVG/main" r:embed="rId253"/>
                </a:ext>
              </a:extLst>
            </a:blip>
            <a:stretch>
              <a:fillRect/>
            </a:stretch>
          </p:blipFill>
          <p:spPr>
            <a:xfrm>
              <a:off x="5076692" y="2892799"/>
              <a:ext cx="42235" cy="21381"/>
            </a:xfrm>
            <a:prstGeom prst="rect">
              <a:avLst/>
            </a:prstGeom>
          </p:spPr>
        </p:pic>
        <p:pic>
          <p:nvPicPr>
            <p:cNvPr id="240" name="Subtract [Figma 10019:20819]" descr="Subtract. векторный контур">
              <a:extLst>
                <a:ext uri="{FF2B5EF4-FFF2-40B4-BE49-F238E27FC236}">
                  <a16:creationId xmlns:a16="http://schemas.microsoft.com/office/drawing/2014/main" id="{0943F704-6E14-4BE2-AF65-6F611C4B5B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4">
              <a:extLst>
                <a:ext uri="{96DAC541-7B7A-43D3-8B79-37D633B846F1}">
                  <asvg:svgBlip xmlns:asvg="http://schemas.microsoft.com/office/drawing/2016/SVG/main" r:embed="rId255"/>
                </a:ext>
              </a:extLst>
            </a:blip>
            <a:stretch>
              <a:fillRect/>
            </a:stretch>
          </p:blipFill>
          <p:spPr>
            <a:xfrm>
              <a:off x="4892764" y="2804497"/>
              <a:ext cx="147528" cy="142574"/>
            </a:xfrm>
            <a:prstGeom prst="rect">
              <a:avLst/>
            </a:prstGeom>
          </p:spPr>
        </p:pic>
        <p:pic>
          <p:nvPicPr>
            <p:cNvPr id="241" name="Subtract [Figma 10019:20820]" descr="Subtract. векторный контур">
              <a:extLst>
                <a:ext uri="{FF2B5EF4-FFF2-40B4-BE49-F238E27FC236}">
                  <a16:creationId xmlns:a16="http://schemas.microsoft.com/office/drawing/2014/main" id="{04290B0C-F7D6-4F83-8D15-8032F9A3EA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56">
              <a:extLst>
                <a:ext uri="{96DAC541-7B7A-43D3-8B79-37D633B846F1}">
                  <asvg:svgBlip xmlns:asvg="http://schemas.microsoft.com/office/drawing/2016/SVG/main" r:embed="rId257"/>
                </a:ext>
              </a:extLst>
            </a:blip>
            <a:stretch>
              <a:fillRect/>
            </a:stretch>
          </p:blipFill>
          <p:spPr>
            <a:xfrm>
              <a:off x="5155377" y="2804497"/>
              <a:ext cx="144056" cy="121689"/>
            </a:xfrm>
            <a:prstGeom prst="rect">
              <a:avLst/>
            </a:prstGeom>
          </p:spPr>
        </p:pic>
        <p:pic>
          <p:nvPicPr>
            <p:cNvPr id="242" name="Ellipse 83 [Figma 9974:38956]" descr="Ellipse 83. векторный контур">
              <a:extLst>
                <a:ext uri="{FF2B5EF4-FFF2-40B4-BE49-F238E27FC236}">
                  <a16:creationId xmlns:a16="http://schemas.microsoft.com/office/drawing/2014/main" id="{1E5A0556-BC5B-4B6C-B84F-9D167451F4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8">
              <a:extLst>
                <a:ext uri="{96DAC541-7B7A-43D3-8B79-37D633B846F1}">
                  <asvg:svgBlip xmlns:asvg="http://schemas.microsoft.com/office/drawing/2016/SVG/main" r:embed="rId259"/>
                </a:ext>
              </a:extLst>
            </a:blip>
            <a:stretch>
              <a:fillRect/>
            </a:stretch>
          </p:blipFill>
          <p:spPr>
            <a:xfrm>
              <a:off x="5086396" y="3089396"/>
              <a:ext cx="22820" cy="22820"/>
            </a:xfrm>
            <a:prstGeom prst="rect">
              <a:avLst/>
            </a:prstGeom>
          </p:spPr>
        </p:pic>
        <p:pic>
          <p:nvPicPr>
            <p:cNvPr id="243" name="Ellipse 84 [Figma 10019:20823]" descr="Ellipse 84. векторный контур">
              <a:extLst>
                <a:ext uri="{FF2B5EF4-FFF2-40B4-BE49-F238E27FC236}">
                  <a16:creationId xmlns:a16="http://schemas.microsoft.com/office/drawing/2014/main" id="{6BAE1494-BB1F-4BA8-B180-B931281864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60">
              <a:extLst>
                <a:ext uri="{96DAC541-7B7A-43D3-8B79-37D633B846F1}">
                  <asvg:svgBlip xmlns:asvg="http://schemas.microsoft.com/office/drawing/2016/SVG/main" r:embed="rId261"/>
                </a:ext>
              </a:extLst>
            </a:blip>
            <a:stretch>
              <a:fillRect/>
            </a:stretch>
          </p:blipFill>
          <p:spPr>
            <a:xfrm>
              <a:off x="5077988" y="3279495"/>
              <a:ext cx="38248" cy="38248"/>
            </a:xfrm>
            <a:prstGeom prst="rect">
              <a:avLst/>
            </a:prstGeom>
          </p:spPr>
        </p:pic>
        <p:pic>
          <p:nvPicPr>
            <p:cNvPr id="244" name="Rectangle 83 [Figma 9974:38958]" descr="Rectangle 83. векторный контур">
              <a:extLst>
                <a:ext uri="{FF2B5EF4-FFF2-40B4-BE49-F238E27FC236}">
                  <a16:creationId xmlns:a16="http://schemas.microsoft.com/office/drawing/2014/main" id="{F8BD09C5-50B0-4603-AD02-850CA1F916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62">
              <a:extLst>
                <a:ext uri="{96DAC541-7B7A-43D3-8B79-37D633B846F1}">
                  <asvg:svgBlip xmlns:asvg="http://schemas.microsoft.com/office/drawing/2016/SVG/main" r:embed="rId263"/>
                </a:ext>
              </a:extLst>
            </a:blip>
            <a:stretch>
              <a:fillRect/>
            </a:stretch>
          </p:blipFill>
          <p:spPr>
            <a:xfrm>
              <a:off x="5029316" y="3372262"/>
              <a:ext cx="134823" cy="242931"/>
            </a:xfrm>
            <a:prstGeom prst="rect">
              <a:avLst/>
            </a:prstGeom>
          </p:spPr>
        </p:pic>
        <p:pic>
          <p:nvPicPr>
            <p:cNvPr id="245" name="Vector 137 [Figma 9974:38960]" descr="Vector 137. векторный контур">
              <a:extLst>
                <a:ext uri="{FF2B5EF4-FFF2-40B4-BE49-F238E27FC236}">
                  <a16:creationId xmlns:a16="http://schemas.microsoft.com/office/drawing/2014/main" id="{9782D14C-3032-40FE-A625-14A88183F7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64">
              <a:extLst>
                <a:ext uri="{96DAC541-7B7A-43D3-8B79-37D633B846F1}">
                  <asvg:svgBlip xmlns:asvg="http://schemas.microsoft.com/office/drawing/2016/SVG/main" r:embed="rId265"/>
                </a:ext>
              </a:extLst>
            </a:blip>
            <a:stretch>
              <a:fillRect/>
            </a:stretch>
          </p:blipFill>
          <p:spPr>
            <a:xfrm>
              <a:off x="4925778" y="3202701"/>
              <a:ext cx="344566" cy="8994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1_ВТБ Образование">
  <a:themeElements>
    <a:clrScheme name="01_ВТБ Образование">
      <a:dk1>
        <a:srgbClr val="000000"/>
      </a:dk1>
      <a:lt1>
        <a:sysClr val="window" lastClr="FFFFFF"/>
      </a:lt1>
      <a:dk2>
        <a:srgbClr val="000000"/>
      </a:dk2>
      <a:lt2>
        <a:srgbClr val="FFFFFF"/>
      </a:lt2>
      <a:accent1>
        <a:srgbClr val="1E4BD2"/>
      </a:accent1>
      <a:accent2>
        <a:srgbClr val="00AAFF"/>
      </a:accent2>
      <a:accent3>
        <a:srgbClr val="0A2896"/>
      </a:accent3>
      <a:accent4>
        <a:srgbClr val="00AAFF"/>
      </a:accent4>
      <a:accent5>
        <a:srgbClr val="DCE0EB"/>
      </a:accent5>
      <a:accent6>
        <a:srgbClr val="F4F6FA"/>
      </a:accent6>
      <a:hlink>
        <a:srgbClr val="F4F6FA"/>
      </a:hlink>
      <a:folHlink>
        <a:srgbClr val="DCE0EB"/>
      </a:folHlink>
    </a:clrScheme>
    <a:fontScheme name="Office">
      <a:majorFont>
        <a:latin typeface="VTB Grou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VTB Grou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Финансовая грамотность для всей семьи">
  <a:themeElements>
    <a:clrScheme name="Финансовая грамотность для всей семьи">
      <a:dk1>
        <a:srgbClr val="000000"/>
      </a:dk1>
      <a:lt1>
        <a:sysClr val="window" lastClr="FFFFFF"/>
      </a:lt1>
      <a:dk2>
        <a:srgbClr val="000000"/>
      </a:dk2>
      <a:lt2>
        <a:srgbClr val="FFFFFF"/>
      </a:lt2>
      <a:accent1>
        <a:srgbClr val="00AAFF"/>
      </a:accent1>
      <a:accent2>
        <a:srgbClr val="F7A2F7"/>
      </a:accent2>
      <a:accent3>
        <a:srgbClr val="0A2896"/>
      </a:accent3>
      <a:accent4>
        <a:srgbClr val="803CE9"/>
      </a:accent4>
      <a:accent5>
        <a:srgbClr val="DCE0EB"/>
      </a:accent5>
      <a:accent6>
        <a:srgbClr val="F4F6FA"/>
      </a:accent6>
      <a:hlink>
        <a:srgbClr val="DCE0EB"/>
      </a:hlink>
      <a:folHlink>
        <a:srgbClr val="F4F6FA"/>
      </a:folHlink>
    </a:clrScheme>
    <a:fontScheme name="Office">
      <a:majorFont>
        <a:latin typeface="VTB Grou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VTB Grou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Финансовая грамотность для всей семьи">
  <a:themeElements>
    <a:clrScheme name="Профессиональные финансы">
      <a:dk1>
        <a:srgbClr val="000000"/>
      </a:dk1>
      <a:lt1>
        <a:sysClr val="window" lastClr="FFFFFF"/>
      </a:lt1>
      <a:dk2>
        <a:srgbClr val="000000"/>
      </a:dk2>
      <a:lt2>
        <a:srgbClr val="FFFFFF"/>
      </a:lt2>
      <a:accent1>
        <a:srgbClr val="0A2896"/>
      </a:accent1>
      <a:accent2>
        <a:srgbClr val="8F95FF"/>
      </a:accent2>
      <a:accent3>
        <a:srgbClr val="0A2896"/>
      </a:accent3>
      <a:accent4>
        <a:srgbClr val="750CF6"/>
      </a:accent4>
      <a:accent5>
        <a:srgbClr val="DCE0EB"/>
      </a:accent5>
      <a:accent6>
        <a:srgbClr val="F4F6FA"/>
      </a:accent6>
      <a:hlink>
        <a:srgbClr val="DCE0EB"/>
      </a:hlink>
      <a:folHlink>
        <a:srgbClr val="F4F6FA"/>
      </a:folHlink>
    </a:clrScheme>
    <a:fontScheme name="Office">
      <a:majorFont>
        <a:latin typeface="VTB Grou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VTB Grou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Китайское направление">
  <a:themeElements>
    <a:clrScheme name="4_Китайское направление">
      <a:dk1>
        <a:srgbClr val="000000"/>
      </a:dk1>
      <a:lt1>
        <a:sysClr val="window" lastClr="FFFFFF"/>
      </a:lt1>
      <a:dk2>
        <a:srgbClr val="000000"/>
      </a:dk2>
      <a:lt2>
        <a:srgbClr val="FFFFFF"/>
      </a:lt2>
      <a:accent1>
        <a:srgbClr val="0A2896"/>
      </a:accent1>
      <a:accent2>
        <a:srgbClr val="F5C482"/>
      </a:accent2>
      <a:accent3>
        <a:srgbClr val="1E4BD2"/>
      </a:accent3>
      <a:accent4>
        <a:srgbClr val="D8A2F7"/>
      </a:accent4>
      <a:accent5>
        <a:srgbClr val="DCE0EB"/>
      </a:accent5>
      <a:accent6>
        <a:srgbClr val="F4F6FA"/>
      </a:accent6>
      <a:hlink>
        <a:srgbClr val="DCE0EB"/>
      </a:hlink>
      <a:folHlink>
        <a:srgbClr val="F4F6FA"/>
      </a:folHlink>
    </a:clrScheme>
    <a:fontScheme name="Office">
      <a:majorFont>
        <a:latin typeface="VTB Grou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VTB Grou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B2B-направление">
  <a:themeElements>
    <a:clrScheme name="04_Китайское направление">
      <a:dk1>
        <a:srgbClr val="000000"/>
      </a:dk1>
      <a:lt1>
        <a:sysClr val="window" lastClr="FFFFFF"/>
      </a:lt1>
      <a:dk2>
        <a:srgbClr val="000000"/>
      </a:dk2>
      <a:lt2>
        <a:srgbClr val="FFFFFF"/>
      </a:lt2>
      <a:accent1>
        <a:srgbClr val="0A2896"/>
      </a:accent1>
      <a:accent2>
        <a:srgbClr val="F5C482"/>
      </a:accent2>
      <a:accent3>
        <a:srgbClr val="1E4BD2"/>
      </a:accent3>
      <a:accent4>
        <a:srgbClr val="D8A2F7"/>
      </a:accent4>
      <a:accent5>
        <a:srgbClr val="DCE0EB"/>
      </a:accent5>
      <a:accent6>
        <a:srgbClr val="F4F6FA"/>
      </a:accent6>
      <a:hlink>
        <a:srgbClr val="DCE0EB"/>
      </a:hlink>
      <a:folHlink>
        <a:srgbClr val="F4F6FA"/>
      </a:folHlink>
    </a:clrScheme>
    <a:fontScheme name="Office">
      <a:majorFont>
        <a:latin typeface="VTB Grou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VTB Grou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Крупные инфраструктурные проекты в регионах РФ">
  <a:themeElements>
    <a:clrScheme name="06_Крупные инфраструктурные проекты в регионах РФ">
      <a:dk1>
        <a:srgbClr val="0E2569"/>
      </a:dk1>
      <a:lt1>
        <a:srgbClr val="FFFFFF"/>
      </a:lt1>
      <a:dk2>
        <a:srgbClr val="0E2569"/>
      </a:dk2>
      <a:lt2>
        <a:srgbClr val="FFFFFF"/>
      </a:lt2>
      <a:accent1>
        <a:srgbClr val="1E4BD2"/>
      </a:accent1>
      <a:accent2>
        <a:srgbClr val="00AAFF"/>
      </a:accent2>
      <a:accent3>
        <a:srgbClr val="1E4BD2"/>
      </a:accent3>
      <a:accent4>
        <a:srgbClr val="CCD4E6"/>
      </a:accent4>
      <a:accent5>
        <a:srgbClr val="DCE0EB"/>
      </a:accent5>
      <a:accent6>
        <a:srgbClr val="F4F6FA"/>
      </a:accent6>
      <a:hlink>
        <a:srgbClr val="DCE0EB"/>
      </a:hlink>
      <a:folHlink>
        <a:srgbClr val="F4F6FA"/>
      </a:folHlink>
    </a:clrScheme>
    <a:fontScheme name="Office">
      <a:majorFont>
        <a:latin typeface="VTB Grou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VTB Grou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07_Курсы по инвестициям для клиентов Private Banking">
  <a:themeElements>
    <a:clrScheme name="7_Курсы по инвестициям для клиентов Private Banki">
      <a:dk1>
        <a:srgbClr val="000000"/>
      </a:dk1>
      <a:lt1>
        <a:sysClr val="window" lastClr="FFFFFF"/>
      </a:lt1>
      <a:dk2>
        <a:srgbClr val="000000"/>
      </a:dk2>
      <a:lt2>
        <a:srgbClr val="FFFFFF"/>
      </a:lt2>
      <a:accent1>
        <a:srgbClr val="000000"/>
      </a:accent1>
      <a:accent2>
        <a:srgbClr val="D3875F"/>
      </a:accent2>
      <a:accent3>
        <a:srgbClr val="DCE0EB"/>
      </a:accent3>
      <a:accent4>
        <a:srgbClr val="ACB6C3"/>
      </a:accent4>
      <a:accent5>
        <a:srgbClr val="E3D1BA"/>
      </a:accent5>
      <a:accent6>
        <a:srgbClr val="ACB6C3"/>
      </a:accent6>
      <a:hlink>
        <a:srgbClr val="F4F6FA"/>
      </a:hlink>
      <a:folHlink>
        <a:srgbClr val="DCE0EB"/>
      </a:folHlink>
    </a:clrScheme>
    <a:fontScheme name="Office">
      <a:majorFont>
        <a:latin typeface="VTB Grou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VTB Grou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8_Курсы по инвестициям">
  <a:themeElements>
    <a:clrScheme name="8_Курсы по инвестициям">
      <a:dk1>
        <a:srgbClr val="000000"/>
      </a:dk1>
      <a:lt1>
        <a:sysClr val="window" lastClr="FFFFFF"/>
      </a:lt1>
      <a:dk2>
        <a:srgbClr val="000000"/>
      </a:dk2>
      <a:lt2>
        <a:srgbClr val="FFFFFF"/>
      </a:lt2>
      <a:accent1>
        <a:srgbClr val="002043"/>
      </a:accent1>
      <a:accent2>
        <a:srgbClr val="900258"/>
      </a:accent2>
      <a:accent3>
        <a:srgbClr val="002043"/>
      </a:accent3>
      <a:accent4>
        <a:srgbClr val="900258"/>
      </a:accent4>
      <a:accent5>
        <a:srgbClr val="DCE0EB"/>
      </a:accent5>
      <a:accent6>
        <a:srgbClr val="F4F6FA"/>
      </a:accent6>
      <a:hlink>
        <a:srgbClr val="DCE0EB"/>
      </a:hlink>
      <a:folHlink>
        <a:srgbClr val="F4F6FA"/>
      </a:folHlink>
    </a:clrScheme>
    <a:fontScheme name="Office">
      <a:majorFont>
        <a:latin typeface="VTB Grou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VTB Grou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2578</TotalTime>
  <Words>378</Words>
  <Application>Microsoft Office PowerPoint</Application>
  <PresentationFormat>Широкоэкранный</PresentationFormat>
  <Paragraphs>290</Paragraphs>
  <Slides>75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8</vt:i4>
      </vt:variant>
      <vt:variant>
        <vt:lpstr>Заголовки слайдов</vt:lpstr>
      </vt:variant>
      <vt:variant>
        <vt:i4>75</vt:i4>
      </vt:variant>
    </vt:vector>
  </HeadingPairs>
  <TitlesOfParts>
    <vt:vector size="88" baseType="lpstr">
      <vt:lpstr>VTB Group Book</vt:lpstr>
      <vt:lpstr>VTB Group Light</vt:lpstr>
      <vt:lpstr>Calibri</vt:lpstr>
      <vt:lpstr>Arial</vt:lpstr>
      <vt:lpstr>VTB Group</vt:lpstr>
      <vt:lpstr>1_ВТБ Образование</vt:lpstr>
      <vt:lpstr>2_Финансовая грамотность для всей семьи</vt:lpstr>
      <vt:lpstr>3_Финансовая грамотность для всей семьи</vt:lpstr>
      <vt:lpstr>4_Китайское направление</vt:lpstr>
      <vt:lpstr>5_B2B-направление</vt:lpstr>
      <vt:lpstr>6_Крупные инфраструктурные проекты в регионах РФ</vt:lpstr>
      <vt:lpstr>07_Курсы по инвестициям для клиентов Private Banking</vt:lpstr>
      <vt:lpstr>8_Курсы по инвестициям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втб образование</vt:lpstr>
      <vt:lpstr>Финансовая грамотность для всей семьи</vt:lpstr>
      <vt:lpstr>Профессиональные финансы</vt:lpstr>
      <vt:lpstr>китайское направление</vt:lpstr>
      <vt:lpstr>Крупные инфраструктурные проекты в регионах РФ</vt:lpstr>
      <vt:lpstr>B2B-направление</vt:lpstr>
      <vt:lpstr>Курсы по инвестициям для клиентов Private Banking </vt:lpstr>
      <vt:lpstr>Курсы по инвестициям для клиентов Привилегия</vt:lpstr>
      <vt:lpstr>Презентация PowerPoint</vt:lpstr>
      <vt:lpstr>Презентация PowerPoint</vt:lpstr>
      <vt:lpstr>Презентация PowerPoint</vt:lpstr>
      <vt:lpstr>Иконки втб образование</vt:lpstr>
      <vt:lpstr>ИКОНКИ ФИНАНСЫ</vt:lpstr>
      <vt:lpstr>ИКОНКИ ИТ</vt:lpstr>
      <vt:lpstr>Иконки люди</vt:lpstr>
      <vt:lpstr>Иконки менеджмент</vt:lpstr>
      <vt:lpstr>ИКОНКИ МЕЖДУНАРОДНЫЕ ОТНОШЕНИЯ</vt:lpstr>
      <vt:lpstr>ИКОНКИ ЗНАКИ</vt:lpstr>
      <vt:lpstr>Иллюстрации ВТБ образование</vt:lpstr>
      <vt:lpstr>Иллюстрации финансы</vt:lpstr>
      <vt:lpstr>Иллюстрации люди</vt:lpstr>
      <vt:lpstr>Иллюстрации менеджмент</vt:lpstr>
      <vt:lpstr>Иллюстрации ит</vt:lpstr>
      <vt:lpstr>Иллюстрации другое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мерико × ВТБ Образование</dc:title>
  <dc:subject>Editable export from Figma</dc:subject>
  <dc:creator>One Click PPTX Export</dc:creator>
  <cp:lastModifiedBy>artyomfronick</cp:lastModifiedBy>
  <cp:revision>518</cp:revision>
  <dcterms:created xsi:type="dcterms:W3CDTF">2026-08-18T12:20:00Z</dcterms:created>
  <dcterms:modified xsi:type="dcterms:W3CDTF">2026-09-11T14:24:51Z</dcterms:modified>
</cp:coreProperties>
</file>